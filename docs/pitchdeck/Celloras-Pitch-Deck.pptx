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712eaa5e8245b8" /><Relationship Type="http://schemas.openxmlformats.org/officeDocument/2006/relationships/extended-properties" Target="/docProps/app.xml" Id="Re24d1c6b89564b21" /><Relationship Type="http://schemas.openxmlformats.org/officeDocument/2006/relationships/officeDocument" Target="/ppt/presentation.xml" Id="R63bbd9af5b1c4aa4" /></Relationships>
</file>

<file path=ppt/presentation.xml><?xml version="1.0" encoding="utf-8"?>
<p:presentation xmlns:p="http://schemas.openxmlformats.org/presentationml/2006/main">
  <p:sldMasterIdLst>
    <p:sldMasterId xmlns:r="http://schemas.openxmlformats.org/officeDocument/2006/relationships" id="2147483648" r:id="R5cd51b3b24c3451a"/>
  </p:sldMasterIdLst>
  <p:notesMasterIdLst>
    <p:notesMasterId xmlns:r="http://schemas.openxmlformats.org/officeDocument/2006/relationships" r:id="Rbf3e980872a94296"/>
  </p:notesMasterIdLst>
  <p:sldIdLst>
    <p:sldId xmlns:r="http://schemas.openxmlformats.org/officeDocument/2006/relationships" id="256" r:id="R83bce62ea3af4f22"/>
    <p:sldId xmlns:r="http://schemas.openxmlformats.org/officeDocument/2006/relationships" id="257" r:id="R1f697f60bcd44202"/>
    <p:sldId xmlns:r="http://schemas.openxmlformats.org/officeDocument/2006/relationships" id="258" r:id="R2e54367bdec2411a"/>
    <p:sldId xmlns:r="http://schemas.openxmlformats.org/officeDocument/2006/relationships" id="259" r:id="R428ebac525364c58"/>
    <p:sldId xmlns:r="http://schemas.openxmlformats.org/officeDocument/2006/relationships" id="260" r:id="Re8811b19b73143cf"/>
    <p:sldId xmlns:r="http://schemas.openxmlformats.org/officeDocument/2006/relationships" id="261" r:id="R0dfcf5b55d1847ce"/>
    <p:sldId xmlns:r="http://schemas.openxmlformats.org/officeDocument/2006/relationships" id="262" r:id="R3f0babce2a18477d"/>
    <p:sldId xmlns:r="http://schemas.openxmlformats.org/officeDocument/2006/relationships" id="263" r:id="R60d0b154ddf64223"/>
    <p:sldId xmlns:r="http://schemas.openxmlformats.org/officeDocument/2006/relationships" id="264" r:id="R5d719d258a2647d7"/>
    <p:sldId xmlns:r="http://schemas.openxmlformats.org/officeDocument/2006/relationships" id="265" r:id="R330cb5f1881a4c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e10666feb74ed6" /><Relationship Type="http://schemas.openxmlformats.org/officeDocument/2006/relationships/slideMaster" Target="/ppt/slideMasters/slideMaster1.xml" Id="R5cd51b3b24c3451a" /><Relationship Type="http://schemas.openxmlformats.org/officeDocument/2006/relationships/notesMaster" Target="/ppt/notesMasters/notesMaster1.xml" Id="Rbf3e980872a94296" /><Relationship Type="http://schemas.openxmlformats.org/officeDocument/2006/relationships/presProps" Target="/ppt/presProps.xml" Id="R26b90b48568e4a67" /><Relationship Type="http://schemas.openxmlformats.org/officeDocument/2006/relationships/tableStyles" Target="/ppt/tableStyles.xml" Id="R943615bfa21a4fee" /><Relationship Type="http://schemas.openxmlformats.org/officeDocument/2006/relationships/slide" Target="/ppt/slides/slide1.xml" Id="R83bce62ea3af4f22" /><Relationship Type="http://schemas.openxmlformats.org/officeDocument/2006/relationships/slide" Target="/ppt/slides/slide2.xml" Id="R1f697f60bcd44202" /><Relationship Type="http://schemas.openxmlformats.org/officeDocument/2006/relationships/slide" Target="/ppt/slides/slide3.xml" Id="R2e54367bdec2411a" /><Relationship Type="http://schemas.openxmlformats.org/officeDocument/2006/relationships/slide" Target="/ppt/slides/slide4.xml" Id="R428ebac525364c58" /><Relationship Type="http://schemas.openxmlformats.org/officeDocument/2006/relationships/slide" Target="/ppt/slides/slide5.xml" Id="Re8811b19b73143cf" /><Relationship Type="http://schemas.openxmlformats.org/officeDocument/2006/relationships/slide" Target="/ppt/slides/slide6.xml" Id="R0dfcf5b55d1847ce" /><Relationship Type="http://schemas.openxmlformats.org/officeDocument/2006/relationships/slide" Target="/ppt/slides/slide7.xml" Id="R3f0babce2a18477d" /><Relationship Type="http://schemas.openxmlformats.org/officeDocument/2006/relationships/slide" Target="/ppt/slides/slide8.xml" Id="R60d0b154ddf64223" /><Relationship Type="http://schemas.openxmlformats.org/officeDocument/2006/relationships/slide" Target="/ppt/slides/slide9.xml" Id="R5d719d258a2647d7" /><Relationship Type="http://schemas.openxmlformats.org/officeDocument/2006/relationships/slide" Target="/ppt/slides/slide10.xml" Id="R330cb5f1881a4c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a4891d71ee4c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369dd9c8f244d1" /><Relationship Type="http://schemas.openxmlformats.org/officeDocument/2006/relationships/notesMaster" Target="/ppt/notesMasters/notesMaster1.xml" Id="R8744c108046147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9764e75e804b28" /><Relationship Type="http://schemas.openxmlformats.org/officeDocument/2006/relationships/notesMaster" Target="/ppt/notesMasters/notesMaster1.xml" Id="Rba58a5eac3bd42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425e521f734eb9" /><Relationship Type="http://schemas.openxmlformats.org/officeDocument/2006/relationships/notesMaster" Target="/ppt/notesMasters/notesMaster1.xml" Id="R2df7de791b9a47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80b10a218d4a6c" /><Relationship Type="http://schemas.openxmlformats.org/officeDocument/2006/relationships/notesMaster" Target="/ppt/notesMasters/notesMaster1.xml" Id="R878f92aa8a234c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c8d1ffb75b4624" /><Relationship Type="http://schemas.openxmlformats.org/officeDocument/2006/relationships/notesMaster" Target="/ppt/notesMasters/notesMaster1.xml" Id="R6565f8efb8c44a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efef32c44a416e" /><Relationship Type="http://schemas.openxmlformats.org/officeDocument/2006/relationships/notesMaster" Target="/ppt/notesMasters/notesMaster1.xml" Id="Rbc3a4dcf14b04b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b24f02c32b4346" /><Relationship Type="http://schemas.openxmlformats.org/officeDocument/2006/relationships/notesMaster" Target="/ppt/notesMasters/notesMaster1.xml" Id="R5d5f25f948584d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988bbaaa3a403c" /><Relationship Type="http://schemas.openxmlformats.org/officeDocument/2006/relationships/notesMaster" Target="/ppt/notesMasters/notesMaster1.xml" Id="R44804a98efe747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7f3dade47a4e23" /><Relationship Type="http://schemas.openxmlformats.org/officeDocument/2006/relationships/notesMaster" Target="/ppt/notesMasters/notesMaster1.xml" Id="R9dd74c35f98c43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e53307a9bc4082" /><Relationship Type="http://schemas.openxmlformats.org/officeDocument/2006/relationships/notesMaster" Target="/ppt/notesMasters/notesMaster1.xml" Id="Re03308b9133a48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Celloras makes plant cell annotation a conversation. A researcher asks the agent to analyze the groups, inspect their marker genes and explain the evidence. The dots shown here are all 7,496 nuclei in the soybean-root demo, using the original UMAP coordinates and a single color without identity labels.</a:t>
            </a:r>
          </a:p>
          <a:p xmlns:a="http://schemas.openxmlformats.org/drawingml/2006/main">
            <a:r>
              <a:t/>
            </a:r>
          </a:p>
          <a:p xmlns:a="http://schemas.openxmlformats.org/drawingml/2006/main">
            <a:r>
              <a:t>Sources:</a:t>
            </a:r>
          </a:p>
          <a:p xmlns:a="http://schemas.openxmlformats.org/drawingml/2006/main">
            <a:r>
              <a:t>https://github.com/mpckkk/2026_GenAI/blob/celloras.com/docs/demo.md</a:t>
            </a:r>
          </a:p>
          <a:p xmlns:a="http://schemas.openxmlformats.org/drawingml/2006/main">
            <a:r>
              <a:t>https://pmc.ncbi.nlm.nih.gov/articles/PMC12136577/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Knowing which cells are present is a step toward interpreting a plant experiment. The evidence comes from measured expression, compatible marker references, papers and earlier reviews. Researchers have to connect those pieces for each interpretation. We are automating the execution and evidence handling; the researcher keeps the scientific judgment. No time-savings benchmark is claimed.</a:t>
            </a:r>
          </a:p>
          <a:p xmlns:a="http://schemas.openxmlformats.org/drawingml/2006/main">
            <a:r>
              <a:t/>
            </a:r>
          </a:p>
          <a:p xmlns:a="http://schemas.openxmlformats.org/drawingml/2006/main">
            <a:r>
              <a:t>Sources:</a:t>
            </a:r>
          </a:p>
          <a:p xmlns:a="http://schemas.openxmlformats.org/drawingml/2006/main">
            <a:r>
              <a:t>https://github.com/mpckkk/2026_GenAI/blob/celloras.com/docs/annotation-method.md</a:t>
            </a:r>
          </a:p>
          <a:p xmlns:a="http://schemas.openxmlformats.org/drawingml/2006/main">
            <a:r>
              <a:t>https://pmc.ncbi.nlm.nih.gov/articles/PMC12136577/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Celloras annotation output, not a product mockup. The complete soybean root dataset contains 7,496 nuclei in 12 source groups. Seven receive exploratory suggestions, one is ambiguous and four remain unresolved. Click any group to inspect the evidence. These counts are not an accuracy score.</a:t>
            </a:r>
          </a:p>
          <a:p xmlns:a="http://schemas.openxmlformats.org/drawingml/2006/main">
            <a:r>
              <a:t/>
            </a:r>
          </a:p>
          <a:p xmlns:a="http://schemas.openxmlformats.org/drawingml/2006/main">
            <a:r>
              <a:t>Sources:</a:t>
            </a:r>
          </a:p>
          <a:p xmlns:a="http://schemas.openxmlformats.org/drawingml/2006/main">
            <a:r>
              <a:t>https://github.com/mpckkk/2026_GenAI/blob/celloras.com/docs/demo.md</a:t>
            </a:r>
          </a:p>
          <a:p xmlns:a="http://schemas.openxmlformats.org/drawingml/2006/main">
            <a:r>
              <a:t>https://github.com/mpckkk/2026_GenAI/blob/celloras.com/docs/annotation-method.md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one group. Root hair is its candidate because two marker genes meet the exploratory support rules. The plot shows their actual measured expression across all source groups. The arrow points to group 6. A candidate is a starting point for review; independent evidence still matters.</a:t>
            </a:r>
          </a:p>
          <a:p xmlns:a="http://schemas.openxmlformats.org/drawingml/2006/main">
            <a:r>
              <a:t/>
            </a:r>
          </a:p>
          <a:p xmlns:a="http://schemas.openxmlformats.org/drawingml/2006/main">
            <a:r>
              <a:t>Sources:</a:t>
            </a:r>
          </a:p>
          <a:p xmlns:a="http://schemas.openxmlformats.org/drawingml/2006/main">
            <a:r>
              <a:t>https://github.com/mpckkk/2026_GenAI/blob/celloras.com/docs/annotation-method.md</a:t>
            </a:r>
          </a:p>
          <a:p xmlns:a="http://schemas.openxmlformats.org/drawingml/2006/main">
            <a:r>
              <a:t>https://github.com/mpckkk/2026_GenAI/blob/celloras.com/docs/demo.md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Zetaris has a working role in the annotation: the application retrieves the published root marker panel through a read-only query, checks all 42 associations against the expected reference content and saves the query receipt with the result. This slide includes the actual retrieval line from the saved annotation. The current integration serves one versioned marker panel, not full-atlas federation.</a:t>
            </a:r>
          </a:p>
          <a:p xmlns:a="http://schemas.openxmlformats.org/drawingml/2006/main">
            <a:r>
              <a:t/>
            </a:r>
          </a:p>
          <a:p xmlns:a="http://schemas.openxmlformats.org/drawingml/2006/main">
            <a:r>
              <a:t>Sources:</a:t>
            </a:r>
          </a:p>
          <a:p xmlns:a="http://schemas.openxmlformats.org/drawingml/2006/main">
            <a:r>
              <a:t>https://github.com/mpckkk/2026_GenAI/blob/celloras.com/docs/sponsor-explanation.md</a:t>
            </a:r>
          </a:p>
          <a:p xmlns:a="http://schemas.openxmlformats.org/drawingml/2006/main">
            <a:r>
              <a:t>https://github.com/mpckkk/2026_GenAI/blob/celloras.com/docs/demo.md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researcher corrected the demonstration review: keep group 6 unresolved until independent evidence is checked. The computed Root hair candidate did not change. In a later turn, Meterless H-MEM retrieves the current saved review, its reason and its source. The screenshot is an actual recall receipt from this workflow. Correction-aware retrieval and project isolation have separate regression checks.</a:t>
            </a:r>
          </a:p>
          <a:p xmlns:a="http://schemas.openxmlformats.org/drawingml/2006/main">
            <a:r>
              <a:t/>
            </a:r>
          </a:p>
          <a:p xmlns:a="http://schemas.openxmlformats.org/drawingml/2006/main">
            <a:r>
              <a:t>Sources:</a:t>
            </a:r>
          </a:p>
          <a:p xmlns:a="http://schemas.openxmlformats.org/drawingml/2006/main">
            <a:r>
              <a:t>https://github.com/mpckkk/2026_GenAI/blob/celloras.com/docs/sponsor-explanation.md</a:t>
            </a:r>
          </a:p>
          <a:p xmlns:a="http://schemas.openxmlformats.org/drawingml/2006/main">
            <a:r>
              <a:t>https://github.com/mpckkk/2026_GenAI/blob/celloras.com/docs/demo.md</a:t>
            </a:r>
          </a:p>
          <a:p xmlns:a="http://schemas.openxmlformats.org/drawingml/2006/main">
            <a:r>
              <a:t>https://github.com/mpckkk/2026_GenAI/blob/celloras.com/docs/verification.md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 application authenticates the researcher and enforces ownership. The server-side OpenShell/Codex agent selects and runs real scientific tools. Zetaris supplies the verified marker reference. Explicit researcher reviews become project-owned memory in the official Meterless H-MEM engine, persisted in PostgreSQL. Later requests retrieve those reviews with source links. Provider interfaces keep these responsibilities separate.</a:t>
            </a:r>
          </a:p>
          <a:p xmlns:a="http://schemas.openxmlformats.org/drawingml/2006/main">
            <a:r>
              <a:t/>
            </a:r>
          </a:p>
          <a:p xmlns:a="http://schemas.openxmlformats.org/drawingml/2006/main">
            <a:r>
              <a:t>Sources:</a:t>
            </a:r>
          </a:p>
          <a:p xmlns:a="http://schemas.openxmlformats.org/drawingml/2006/main">
            <a:r>
              <a:t>https://github.com/mpckkk/2026_GenAI/tree/celloras.com</a:t>
            </a:r>
          </a:p>
          <a:p xmlns:a="http://schemas.openxmlformats.org/drawingml/2006/main">
            <a:r>
              <a:t>https://github.com/mpckkk/2026_GenAI/blob/celloras.com/docs/sponsor-explanation.md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is to reduce the repeated work of assembling evidence and reconstructing decisions. The current working demo starts with soybean. Independent biological validation and support for researchers’ own compatible datasets are the next milestone, with other plants added through species and reference interfaces. These are next steps, not claims of completed features. Try the working workflow at celloras.com.</a:t>
            </a:r>
          </a:p>
          <a:p xmlns:a="http://schemas.openxmlformats.org/drawingml/2006/main">
            <a:r>
              <a:t/>
            </a:r>
          </a:p>
          <a:p xmlns:a="http://schemas.openxmlformats.org/drawingml/2006/main">
            <a:r>
              <a:t>Sources:</a:t>
            </a:r>
          </a:p>
          <a:p xmlns:a="http://schemas.openxmlformats.org/drawingml/2006/main">
            <a:r>
              <a:t>https://github.com/mpckkk/2026_GenAI/blob/celloras.com/docs/demo.md</a:t>
            </a:r>
          </a:p>
          <a:p xmlns:a="http://schemas.openxmlformats.org/drawingml/2006/main">
            <a:r>
              <a:t>https://github.com/mpckkk/2026_GenAI/tree/celloras.com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The independent base-R arithmetic check passed 2,952 values at tolerance 1e-10, with maximum absolute error 2.9004576518332215e-15. This is implementation agreement, not biological accuracy. The combined public workflow rehearsal passed on 25 October 2026 and retained actual Zetaris and H-MEM receipts. The same-study panel needs independent biological validation.</a:t>
            </a:r>
          </a:p>
          <a:p xmlns:a="http://schemas.openxmlformats.org/drawingml/2006/main">
            <a:r>
              <a:t/>
            </a:r>
          </a:p>
          <a:p xmlns:a="http://schemas.openxmlformats.org/drawingml/2006/main">
            <a:r>
              <a:t>Sources:</a:t>
            </a:r>
          </a:p>
          <a:p xmlns:a="http://schemas.openxmlformats.org/drawingml/2006/main">
            <a:r>
              <a:t>https://github.com/mpckkk/2026_GenAI/blob/celloras.com/docs/verification.md</a:t>
            </a:r>
          </a:p>
          <a:p xmlns:a="http://schemas.openxmlformats.org/drawingml/2006/main">
            <a:r>
              <a:t>https://github.com/mpckkk/2026_GenAI/blob/celloras.com/docs/annotation-method.md</a:t>
            </a:r>
          </a:p>
          <a:p xmlns:a="http://schemas.openxmlformats.org/drawingml/2006/main">
            <a:r>
              <a:t>https://github.com/mpckkk/2026_GenAI/blob/celloras.com/docs/demo.md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source links and narration accompany every slide. Product images are actual Celloras outputs and source receipts. The opening point cloud is replotted from all 7,496 nuclei without changing their original coordinates or applying identity labels. Design references: Front’s original 2016 Series A deck, published by its founders, plus the previously inspected Airbnb and Buffer decks. Their assets and business metrics are not reused.</a:t>
            </a:r>
          </a:p>
          <a:p xmlns:a="http://schemas.openxmlformats.org/drawingml/2006/main">
            <a:r>
              <a:t/>
            </a:r>
          </a:p>
          <a:p xmlns:a="http://schemas.openxmlformats.org/drawingml/2006/main">
            <a:r>
              <a:t>Sources:</a:t>
            </a:r>
          </a:p>
          <a:p xmlns:a="http://schemas.openxmlformats.org/drawingml/2006/main">
            <a:r>
              <a:t>https://github.com/mpckkk/2026_GenAI/tree/celloras.com</a:t>
            </a:r>
          </a:p>
          <a:p xmlns:a="http://schemas.openxmlformats.org/drawingml/2006/main">
            <a:r>
              <a:t>https://pmc.ncbi.nlm.nih.gov/articles/PMC12136577/</a:t>
            </a:r>
          </a:p>
          <a:p xmlns:a="http://schemas.openxmlformats.org/drawingml/2006/main">
            <a:r>
              <a:t>https://github.com/mpckkk/2026_GenAI/blob/celloras.com/docs/annotation-method.md</a:t>
            </a:r>
          </a:p>
          <a:p xmlns:a="http://schemas.openxmlformats.org/drawingml/2006/main">
            <a:r>
              <a:t>https://github.com/mpckkk/2026_GenAI/blob/celloras.com/docs/verification.md</a:t>
            </a:r>
          </a:p>
          <a:p xmlns:a="http://schemas.openxmlformats.org/drawingml/2006/main">
            <a:r>
              <a:t>https://github.com/mpckkk/2026_GenAI/blob/celloras.com/docs/sponsor-explanation.md</a:t>
            </a:r>
          </a:p>
          <a:p xmlns:a="http://schemas.openxmlformats.org/drawingml/2006/main">
            <a:r>
              <a:t>https://github.com/mpckkk/2026_GenAI/blob/celloras.com/docs/demo.md</a:t>
            </a:r>
          </a:p>
          <a:p xmlns:a="http://schemas.openxmlformats.org/drawingml/2006/main">
            <a:r>
              <a:t>https://front.com/blog/inside-fronts-series-a-slide-deck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9ed7e7e51c41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c8fc79568d43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f10ed2a2254e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6cc44ba03946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de4eca19d743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a31e2217e64e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79902C-1097-4CDC-B872-8DFBD0DBE75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1FB6CAD-B71C-4280-ABBB-368EE199D1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FA3675F-F4C3-4CA1-91E7-EF1924866C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605CB7-A527-4154-9AB6-A4F3CB56B1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3651B0-4E67-40A0-B0F3-F068B15859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C44B58D-8C21-4313-9E2D-A477D03A16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C9D1C5-215B-4CA0-B76F-F6A22596D6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D6FEC5C-A0EA-4C0B-8938-D761574524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B715A0-C8E5-4164-A4FA-C6D504C5AE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348CA0-BCBE-4053-A8BB-B42D1DE526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4e873e32114b49" /><Relationship Type="http://schemas.openxmlformats.org/officeDocument/2006/relationships/slideLayout" Target="/ppt/slideLayouts/slideLayout1.xml" Id="R12592f14fc984df3" /><Relationship Type="http://schemas.openxmlformats.org/officeDocument/2006/relationships/slideLayout" Target="/ppt/slideLayouts/slideLayout2.xml" Id="R58b49debb12d4deb" /><Relationship Type="http://schemas.openxmlformats.org/officeDocument/2006/relationships/slideLayout" Target="/ppt/slideLayouts/slideLayout3.xml" Id="Rbb83687595914225" /><Relationship Type="http://schemas.openxmlformats.org/officeDocument/2006/relationships/slideLayout" Target="/ppt/slideLayouts/slideLayout4.xml" Id="R7a9d2f8b5e074405" /><Relationship Type="http://schemas.openxmlformats.org/officeDocument/2006/relationships/slideLayout" Target="/ppt/slideLayouts/slideLayout5.xml" Id="R8c45ea76b00b4b91" /><Relationship Type="http://schemas.openxmlformats.org/officeDocument/2006/relationships/slideLayout" Target="/ppt/slideLayouts/slideLayout6.xml" Id="Rf823be2d66764d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592f14fc984df3"/>
    <p:sldLayoutId xmlns:r="http://schemas.openxmlformats.org/officeDocument/2006/relationships" id="2147483650" r:id="R58b49debb12d4deb"/>
    <p:sldLayoutId xmlns:r="http://schemas.openxmlformats.org/officeDocument/2006/relationships" id="2147483651" r:id="Rbb83687595914225"/>
    <p:sldLayoutId xmlns:r="http://schemas.openxmlformats.org/officeDocument/2006/relationships" id="2147483652" r:id="R7a9d2f8b5e074405"/>
    <p:sldLayoutId xmlns:r="http://schemas.openxmlformats.org/officeDocument/2006/relationships" id="2147483653" r:id="R8c45ea76b00b4b91"/>
    <p:sldLayoutId xmlns:r="http://schemas.openxmlformats.org/officeDocument/2006/relationships" id="2147483654" r:id="Rf823be2d66764d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c1be543efd4882" /><Relationship Type="http://schemas.openxmlformats.org/officeDocument/2006/relationships/image" Target="/ppt/media/image.png" Id="R1dbe0fe7f9204c27" /><Relationship Type="http://schemas.openxmlformats.org/officeDocument/2006/relationships/image" Target="/ppt/media/image2.png" Id="R49ac4783959f4688" /><Relationship Type="http://schemas.openxmlformats.org/officeDocument/2006/relationships/image" Target="/ppt/media/image.svg" Id="R02f5a4e741774198" /><Relationship Type="http://schemas.openxmlformats.org/officeDocument/2006/relationships/notesSlide" Target="/ppt/notesSlides/notesSlide1.xml" Id="R47300456214449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041b9b00e54992" /><Relationship Type="http://schemas.openxmlformats.org/officeDocument/2006/relationships/notesSlide" Target="/ppt/notesSlides/notesSlide2.xml" Id="R3cbd1145bf6844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06d7b5d4f74b98" /><Relationship Type="http://schemas.openxmlformats.org/officeDocument/2006/relationships/image" Target="/ppt/media/image3.png" Id="Ra7eef7c09d8248cb" /><Relationship Type="http://schemas.openxmlformats.org/officeDocument/2006/relationships/notesSlide" Target="/ppt/notesSlides/notesSlide3.xml" Id="Rfada394b973744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f25eff49a6491f" /><Relationship Type="http://schemas.openxmlformats.org/officeDocument/2006/relationships/image" Target="/ppt/media/image4.png" Id="R8fb34ba9a5d64ea9" /><Relationship Type="http://schemas.openxmlformats.org/officeDocument/2006/relationships/notesSlide" Target="/ppt/notesSlides/notesSlide4.xml" Id="R44ecc8f370a346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2ac7bb50a642a3" /><Relationship Type="http://schemas.openxmlformats.org/officeDocument/2006/relationships/image" Target="/ppt/media/image5.png" Id="R95cee54010fb4d61" /><Relationship Type="http://schemas.openxmlformats.org/officeDocument/2006/relationships/notesSlide" Target="/ppt/notesSlides/notesSlide5.xml" Id="R534b6755b95746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0b58d4e62c84050" /><Relationship Type="http://schemas.openxmlformats.org/officeDocument/2006/relationships/image" Target="/ppt/media/image6.png" Id="R6f6c5fe6c26b4b0b" /><Relationship Type="http://schemas.openxmlformats.org/officeDocument/2006/relationships/notesSlide" Target="/ppt/notesSlides/notesSlide6.xml" Id="R2e6b0fd708f146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c00d2d1a41440f" /><Relationship Type="http://schemas.openxmlformats.org/officeDocument/2006/relationships/notesSlide" Target="/ppt/notesSlides/notesSlide7.xml" Id="R691be0af55a446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e46ccf1f40f4bee" /><Relationship Type="http://schemas.openxmlformats.org/officeDocument/2006/relationships/image" Target="/ppt/media/image7.png" Id="R17e0734fab214926" /><Relationship Type="http://schemas.openxmlformats.org/officeDocument/2006/relationships/notesSlide" Target="/ppt/notesSlides/notesSlide8.xml" Id="Rfca463c569d14f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ad8d9d0dd964d3e" /><Relationship Type="http://schemas.openxmlformats.org/officeDocument/2006/relationships/notesSlide" Target="/ppt/notesSlides/notesSlide9.xml" Id="R42690370ca844b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1afa80d70014393" /><Relationship Type="http://schemas.openxmlformats.org/officeDocument/2006/relationships/hyperlink" Target="https://pmc.ncbi.nlm.nih.gov/articles/PMC12136577/" TargetMode="External" Id="Rc5550d2a4ef443ce" /><Relationship Type="http://schemas.openxmlformats.org/officeDocument/2006/relationships/hyperlink" Target="https://github.com/mpckkk/2026_GenAI/blob/celloras.com/docs/annotation-method.md" TargetMode="External" Id="R70900475e87f4849" /><Relationship Type="http://schemas.openxmlformats.org/officeDocument/2006/relationships/hyperlink" Target="https://github.com/mpckkk/2026_GenAI/blob/celloras.com/docs/sponsor-explanation.md" TargetMode="External" Id="R929c520e8b964ca3" /><Relationship Type="http://schemas.openxmlformats.org/officeDocument/2006/relationships/hyperlink" Target="https://github.com/mpckkk/2026_GenAI/tree/celloras.com" TargetMode="External" Id="R8cd83b1b9f024c46" /><Relationship Type="http://schemas.openxmlformats.org/officeDocument/2006/relationships/notesSlide" Target="/ppt/notesSlides/notesSlide10.xml" Id="R4857455559184f3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lock-1">
            <a:extLst xmlns:a="http://schemas.openxmlformats.org/drawingml/2006/main">
              <a:ext uri="{FF2B5EF4-FFF2-40B4-BE49-F238E27FC236}">
                <a16:creationId xmlns:a16="http://schemas.microsoft.com/office/drawing/2014/main" id="{39889590-3D51-4904-BB4C-65B28D56C425}"/>
              </a:ext>
            </a:extLst>
          </p:cNvPr>
          <p:cNvSpPr>
            <a:spLocks xmlns:a="http://schemas.openxmlformats.org/drawingml/2006/main" noGrp="1"/>
          </p:cNvSpPr>
          <p:nvPr/>
        </p:nvSpPr>
        <p:spPr>
          <a:xfrm xmlns:a="http://schemas.openxmlformats.org/drawingml/2006/main">
            <a:off x="7048500" y="0"/>
            <a:ext cx="5143500" cy="6858000"/>
          </a:xfrm>
          <a:prstGeom xmlns:a="http://schemas.openxmlformats.org/drawingml/2006/main" prst="rect">
            <a:avLst/>
          </a:prstGeom>
          <a:solidFill xmlns:a="http://schemas.openxmlformats.org/drawingml/2006/main">
            <a:srgbClr val="1B5E20"/>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C4FD85D-E4A9-471B-AB6D-DD18288E6F48}"/>
              </a:ext>
            </a:extLst>
          </p:cNvPr>
          <p:cNvPicPr>
            <a:picLocks xmlns:a="http://schemas.openxmlformats.org/drawingml/2006/main" noChangeAspect="1"/>
          </p:cNvPicPr>
          <p:nvPr/>
        </p:nvPicPr>
        <p:blipFill>
          <a:blip xmlns:r="http://schemas.openxmlformats.org/officeDocument/2006/relationships" xmlns:a="http://schemas.openxmlformats.org/drawingml/2006/main" r:embed="R1dbe0fe7f9204c27"/>
          <a:srcRect xmlns:a="http://schemas.openxmlformats.org/drawingml/2006/main" l="10800" t="30500" r="5500" b="33000"/>
          <a:stretch xmlns:a="http://schemas.openxmlformats.org/drawingml/2006/main"/>
        </p:blipFill>
        <p:spPr>
          <a:xfrm xmlns:a="http://schemas.openxmlformats.org/drawingml/2006/main">
            <a:off x="571500" y="447675"/>
            <a:ext cx="2286000" cy="685800"/>
          </a:xfrm>
          <a:prstGeom xmlns:a="http://schemas.openxmlformats.org/drawingml/2006/main" prst="rect">
            <a:avLst/>
          </a:prstGeom>
        </p:spPr>
      </p:pic>
      <p:sp>
        <p:nvSpPr>
          <p:cNvPr id="3" name="copy-2">
            <a:extLst xmlns:a="http://schemas.openxmlformats.org/drawingml/2006/main">
              <a:ext uri="{FF2B5EF4-FFF2-40B4-BE49-F238E27FC236}">
                <a16:creationId xmlns:a16="http://schemas.microsoft.com/office/drawing/2014/main" id="{C968F1CB-7557-41AA-AC7A-26529DCD4967}"/>
              </a:ext>
            </a:extLst>
          </p:cNvPr>
          <p:cNvSpPr>
            <a:spLocks xmlns:a="http://schemas.openxmlformats.org/drawingml/2006/main" noGrp="1"/>
          </p:cNvSpPr>
          <p:nvPr/>
        </p:nvSpPr>
        <p:spPr>
          <a:xfrm xmlns:a="http://schemas.openxmlformats.org/drawingml/2006/main">
            <a:off x="571500" y="2114550"/>
            <a:ext cx="67056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400" b="1">
                <a:solidFill>
                  <a:srgbClr val="111111"/>
                </a:solidFill>
                <a:latin typeface="Inter"/>
                <a:ea typeface="Inter"/>
                <a:cs typeface="Inter"/>
              </a:defRPr>
            </a:defPPr>
            <a:lvl1pPr>
              <a:defRPr sz="5400" b="1">
                <a:solidFill>
                  <a:srgbClr val="111111"/>
                </a:solidFill>
                <a:latin typeface="Inter"/>
                <a:ea typeface="Inter"/>
                <a:cs typeface="Inter"/>
              </a:defRPr>
            </a:lvl1pPr>
            <a:lvl2pPr>
              <a:defRPr sz="5400" b="1">
                <a:solidFill>
                  <a:srgbClr val="111111"/>
                </a:solidFill>
                <a:latin typeface="Inter"/>
                <a:ea typeface="Inter"/>
                <a:cs typeface="Inter"/>
              </a:defRPr>
            </a:lvl2pPr>
            <a:lvl3pPr>
              <a:defRPr sz="5400" b="1">
                <a:solidFill>
                  <a:srgbClr val="111111"/>
                </a:solidFill>
                <a:latin typeface="Inter"/>
                <a:ea typeface="Inter"/>
                <a:cs typeface="Inter"/>
              </a:defRPr>
            </a:lvl3pPr>
            <a:lvl4pPr>
              <a:defRPr sz="5400" b="1">
                <a:solidFill>
                  <a:srgbClr val="111111"/>
                </a:solidFill>
                <a:latin typeface="Inter"/>
                <a:ea typeface="Inter"/>
                <a:cs typeface="Inter"/>
              </a:defRPr>
            </a:lvl4pPr>
            <a:lvl5pPr>
              <a:defRPr sz="5400" b="1">
                <a:solidFill>
                  <a:srgbClr val="111111"/>
                </a:solidFill>
                <a:latin typeface="Inter"/>
                <a:ea typeface="Inter"/>
                <a:cs typeface="Inter"/>
              </a:defRPr>
            </a:lvl5pPr>
            <a:lvl6pPr>
              <a:defRPr sz="5400" b="1">
                <a:solidFill>
                  <a:srgbClr val="111111"/>
                </a:solidFill>
                <a:latin typeface="Inter"/>
                <a:ea typeface="Inter"/>
                <a:cs typeface="Inter"/>
              </a:defRPr>
            </a:lvl6pPr>
            <a:lvl7pPr>
              <a:defRPr sz="5400" b="1">
                <a:solidFill>
                  <a:srgbClr val="111111"/>
                </a:solidFill>
                <a:latin typeface="Inter"/>
                <a:ea typeface="Inter"/>
                <a:cs typeface="Inter"/>
              </a:defRPr>
            </a:lvl7pPr>
            <a:lvl8pPr>
              <a:defRPr sz="5400" b="1">
                <a:solidFill>
                  <a:srgbClr val="111111"/>
                </a:solidFill>
                <a:latin typeface="Inter"/>
                <a:ea typeface="Inter"/>
                <a:cs typeface="Inter"/>
              </a:defRPr>
            </a:lvl8pPr>
            <a:lvl9pPr>
              <a:defRPr sz="5400" b="1">
                <a:solidFill>
                  <a:srgbClr val="111111"/>
                </a:solidFill>
                <a:latin typeface="Inter"/>
                <a:ea typeface="Inter"/>
                <a:cs typeface="Inter"/>
              </a:defRPr>
            </a:lvl9pPr>
          </a:lstStyle>
          <a:p xmlns:a="http://schemas.openxmlformats.org/drawingml/2006/main">
            <a:pPr>
              <a:defRPr sz="5400" b="1">
                <a:solidFill>
                  <a:srgbClr val="111111"/>
                </a:solidFill>
                <a:latin typeface="Inter"/>
                <a:ea typeface="Inter"/>
                <a:cs typeface="Inter"/>
              </a:defRPr>
            </a:pPr>
            <a:r>
              <a:rPr sz="5400" b="1">
                <a:solidFill>
                  <a:srgbClr val="111111"/>
                </a:solidFill>
                <a:latin typeface="Inter"/>
                <a:ea typeface="Inter"/>
                <a:cs typeface="Inter"/>
              </a:rPr>
              <a:t>Make cell</a:t>
            </a:r>
          </a:p>
          <a:p xmlns:a="http://schemas.openxmlformats.org/drawingml/2006/main">
            <a:pPr>
              <a:defRPr sz="5400" b="1">
                <a:solidFill>
                  <a:srgbClr val="111111"/>
                </a:solidFill>
                <a:latin typeface="Inter"/>
                <a:ea typeface="Inter"/>
                <a:cs typeface="Inter"/>
              </a:defRPr>
            </a:pPr>
            <a:r>
              <a:rPr sz="5400" b="1">
                <a:solidFill>
                  <a:srgbClr val="111111"/>
                </a:solidFill>
                <a:latin typeface="Inter"/>
                <a:ea typeface="Inter"/>
                <a:cs typeface="Inter"/>
              </a:rPr>
              <a:t>annotation a</a:t>
            </a:r>
          </a:p>
          <a:p xmlns:a="http://schemas.openxmlformats.org/drawingml/2006/main">
            <a:pPr>
              <a:defRPr sz="5400" b="1">
                <a:solidFill>
                  <a:srgbClr val="111111"/>
                </a:solidFill>
                <a:latin typeface="Inter"/>
                <a:ea typeface="Inter"/>
                <a:cs typeface="Inter"/>
              </a:defRPr>
            </a:pPr>
            <a:r>
              <a:rPr sz="5400" b="1">
                <a:solidFill>
                  <a:srgbClr val="111111"/>
                </a:solidFill>
                <a:latin typeface="Inter"/>
                <a:ea typeface="Inter"/>
                <a:cs typeface="Inter"/>
              </a:rPr>
              <a:t>conversation.</a:t>
            </a:r>
          </a:p>
        </p:txBody>
      </p:sp>
      <p:sp>
        <p:nvSpPr>
          <p:cNvPr id="4" name="copy-3">
            <a:extLst xmlns:a="http://schemas.openxmlformats.org/drawingml/2006/main">
              <a:ext uri="{FF2B5EF4-FFF2-40B4-BE49-F238E27FC236}">
                <a16:creationId xmlns:a16="http://schemas.microsoft.com/office/drawing/2014/main" id="{3E9C27B1-D4C9-4DB1-B0EC-2DFBFC136D92}"/>
              </a:ext>
            </a:extLst>
          </p:cNvPr>
          <p:cNvSpPr>
            <a:spLocks xmlns:a="http://schemas.openxmlformats.org/drawingml/2006/main" noGrp="1"/>
          </p:cNvSpPr>
          <p:nvPr/>
        </p:nvSpPr>
        <p:spPr>
          <a:xfrm xmlns:a="http://schemas.openxmlformats.org/drawingml/2006/main">
            <a:off x="609600" y="5353050"/>
            <a:ext cx="590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666666"/>
                </a:solidFill>
                <a:latin typeface="Inter"/>
                <a:ea typeface="Inter"/>
                <a:cs typeface="Inter"/>
              </a:defRPr>
            </a:defPPr>
            <a:lvl1pPr>
              <a:defRPr sz="2175" b="0">
                <a:solidFill>
                  <a:srgbClr val="666666"/>
                </a:solidFill>
                <a:latin typeface="Inter"/>
                <a:ea typeface="Inter"/>
                <a:cs typeface="Inter"/>
              </a:defRPr>
            </a:lvl1pPr>
            <a:lvl2pPr>
              <a:defRPr sz="2175" b="0">
                <a:solidFill>
                  <a:srgbClr val="666666"/>
                </a:solidFill>
                <a:latin typeface="Inter"/>
                <a:ea typeface="Inter"/>
                <a:cs typeface="Inter"/>
              </a:defRPr>
            </a:lvl2pPr>
            <a:lvl3pPr>
              <a:defRPr sz="2175" b="0">
                <a:solidFill>
                  <a:srgbClr val="666666"/>
                </a:solidFill>
                <a:latin typeface="Inter"/>
                <a:ea typeface="Inter"/>
                <a:cs typeface="Inter"/>
              </a:defRPr>
            </a:lvl3pPr>
            <a:lvl4pPr>
              <a:defRPr sz="2175" b="0">
                <a:solidFill>
                  <a:srgbClr val="666666"/>
                </a:solidFill>
                <a:latin typeface="Inter"/>
                <a:ea typeface="Inter"/>
                <a:cs typeface="Inter"/>
              </a:defRPr>
            </a:lvl4pPr>
            <a:lvl5pPr>
              <a:defRPr sz="2175" b="0">
                <a:solidFill>
                  <a:srgbClr val="666666"/>
                </a:solidFill>
                <a:latin typeface="Inter"/>
                <a:ea typeface="Inter"/>
                <a:cs typeface="Inter"/>
              </a:defRPr>
            </a:lvl5pPr>
            <a:lvl6pPr>
              <a:defRPr sz="2175" b="0">
                <a:solidFill>
                  <a:srgbClr val="666666"/>
                </a:solidFill>
                <a:latin typeface="Inter"/>
                <a:ea typeface="Inter"/>
                <a:cs typeface="Inter"/>
              </a:defRPr>
            </a:lvl6pPr>
            <a:lvl7pPr>
              <a:defRPr sz="2175" b="0">
                <a:solidFill>
                  <a:srgbClr val="666666"/>
                </a:solidFill>
                <a:latin typeface="Inter"/>
                <a:ea typeface="Inter"/>
                <a:cs typeface="Inter"/>
              </a:defRPr>
            </a:lvl7pPr>
            <a:lvl8pPr>
              <a:defRPr sz="2175" b="0">
                <a:solidFill>
                  <a:srgbClr val="666666"/>
                </a:solidFill>
                <a:latin typeface="Inter"/>
                <a:ea typeface="Inter"/>
                <a:cs typeface="Inter"/>
              </a:defRPr>
            </a:lvl8pPr>
            <a:lvl9pPr>
              <a:defRPr sz="2175" b="0">
                <a:solidFill>
                  <a:srgbClr val="666666"/>
                </a:solidFill>
                <a:latin typeface="Inter"/>
                <a:ea typeface="Inter"/>
                <a:cs typeface="Inter"/>
              </a:defRPr>
            </a:lvl9pPr>
          </a:lstStyle>
          <a:p xmlns:a="http://schemas.openxmlformats.org/drawingml/2006/main">
            <a:pPr>
              <a:defRPr sz="2175" b="0">
                <a:solidFill>
                  <a:srgbClr val="666666"/>
                </a:solidFill>
                <a:latin typeface="Inter"/>
                <a:ea typeface="Inter"/>
                <a:cs typeface="Inter"/>
              </a:defRPr>
            </a:pPr>
            <a:r>
              <a:rPr sz="2175" b="0">
                <a:solidFill>
                  <a:srgbClr val="666666"/>
                </a:solidFill>
                <a:latin typeface="Inter"/>
                <a:ea typeface="Inter"/>
                <a:cs typeface="Inter"/>
              </a:rPr>
              <a:t>An AI research agent for</a:t>
            </a:r>
          </a:p>
          <a:p xmlns:a="http://schemas.openxmlformats.org/drawingml/2006/main">
            <a:pPr>
              <a:defRPr sz="2175" b="0">
                <a:solidFill>
                  <a:srgbClr val="666666"/>
                </a:solidFill>
                <a:latin typeface="Inter"/>
                <a:ea typeface="Inter"/>
                <a:cs typeface="Inter"/>
              </a:defRPr>
            </a:pPr>
            <a:r>
              <a:rPr sz="2175" b="0">
                <a:solidFill>
                  <a:srgbClr val="666666"/>
                </a:solidFill>
                <a:latin typeface="Inter"/>
                <a:ea typeface="Inter"/>
                <a:cs typeface="Inter"/>
              </a:rPr>
              <a:t>plant single-cell data.</a:t>
            </a:r>
          </a:p>
        </p:txBody>
      </p:sp>
      <p:pic>
        <p:nvPicPr>
          <p:cNvPr id="5" name="">
            <a:extLst xmlns:a="http://schemas.openxmlformats.org/drawingml/2006/main">
              <a:ext uri="{FF2B5EF4-FFF2-40B4-BE49-F238E27FC236}">
                <a16:creationId xmlns:a16="http://schemas.microsoft.com/office/drawing/2014/main" id="{AF5E1ED6-78D0-410B-9BCA-648409BD2B13}"/>
              </a:ext>
            </a:extLst>
          </p:cNvPr>
          <p:cNvPicPr>
            <a:picLocks xmlns:a="http://schemas.openxmlformats.org/drawingml/2006/main" noChangeAspect="1"/>
          </p:cNvPicPr>
          <p:nvPr/>
        </p:nvPicPr>
        <p:blipFill>
          <a:blip xmlns:r="http://schemas.openxmlformats.org/officeDocument/2006/relationships" xmlns:a="http://schemas.openxmlformats.org/drawingml/2006/main" r:embed="R49ac4783959f4688">
            <a:extLst>
              <a:ext uri="{96DAC541-7B7A-43D3-8B79-37D633B846F1}">
                <asvg:svgBlip xmlns:asvg="http://schemas.microsoft.com/office/drawing/2016/SVG/main" r:embed="R02f5a4e741774198"/>
              </a:ext>
            </a:extLst>
          </a:blip>
          <a:stretch xmlns:a="http://schemas.openxmlformats.org/drawingml/2006/main"/>
        </p:blipFill>
        <p:spPr>
          <a:xfrm xmlns:a="http://schemas.openxmlformats.org/drawingml/2006/main">
            <a:off x="7258050" y="1133475"/>
            <a:ext cx="4724400" cy="4724400"/>
          </a:xfrm>
          <a:prstGeom xmlns:a="http://schemas.openxmlformats.org/drawingml/2006/main" prst="rect">
            <a:avLst/>
          </a:prstGeom>
        </p:spPr>
      </p:pic>
      <p:sp>
        <p:nvSpPr>
          <p:cNvPr id="6" name="copy-4">
            <a:extLst xmlns:a="http://schemas.openxmlformats.org/drawingml/2006/main">
              <a:ext uri="{FF2B5EF4-FFF2-40B4-BE49-F238E27FC236}">
                <a16:creationId xmlns:a16="http://schemas.microsoft.com/office/drawing/2014/main" id="{CCD095C4-4024-43D2-81A5-C2ABF31B73ED}"/>
              </a:ext>
            </a:extLst>
          </p:cNvPr>
          <p:cNvSpPr>
            <a:spLocks xmlns:a="http://schemas.openxmlformats.org/drawingml/2006/main" noGrp="1"/>
          </p:cNvSpPr>
          <p:nvPr/>
        </p:nvSpPr>
        <p:spPr>
          <a:xfrm xmlns:a="http://schemas.openxmlformats.org/drawingml/2006/main">
            <a:off x="7448550" y="5981700"/>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FFFFFF"/>
                </a:solidFill>
                <a:latin typeface="Inter"/>
                <a:ea typeface="Inter"/>
                <a:cs typeface="Inter"/>
              </a:defRPr>
            </a:defPPr>
            <a:lvl1pPr>
              <a:defRPr sz="1650" b="0">
                <a:solidFill>
                  <a:srgbClr val="FFFFFF"/>
                </a:solidFill>
                <a:latin typeface="Inter"/>
                <a:ea typeface="Inter"/>
                <a:cs typeface="Inter"/>
              </a:defRPr>
            </a:lvl1pPr>
            <a:lvl2pPr>
              <a:defRPr sz="1650" b="0">
                <a:solidFill>
                  <a:srgbClr val="FFFFFF"/>
                </a:solidFill>
                <a:latin typeface="Inter"/>
                <a:ea typeface="Inter"/>
                <a:cs typeface="Inter"/>
              </a:defRPr>
            </a:lvl2pPr>
            <a:lvl3pPr>
              <a:defRPr sz="1650" b="0">
                <a:solidFill>
                  <a:srgbClr val="FFFFFF"/>
                </a:solidFill>
                <a:latin typeface="Inter"/>
                <a:ea typeface="Inter"/>
                <a:cs typeface="Inter"/>
              </a:defRPr>
            </a:lvl3pPr>
            <a:lvl4pPr>
              <a:defRPr sz="1650" b="0">
                <a:solidFill>
                  <a:srgbClr val="FFFFFF"/>
                </a:solidFill>
                <a:latin typeface="Inter"/>
                <a:ea typeface="Inter"/>
                <a:cs typeface="Inter"/>
              </a:defRPr>
            </a:lvl4pPr>
            <a:lvl5pPr>
              <a:defRPr sz="1650" b="0">
                <a:solidFill>
                  <a:srgbClr val="FFFFFF"/>
                </a:solidFill>
                <a:latin typeface="Inter"/>
                <a:ea typeface="Inter"/>
                <a:cs typeface="Inter"/>
              </a:defRPr>
            </a:lvl5pPr>
            <a:lvl6pPr>
              <a:defRPr sz="1650" b="0">
                <a:solidFill>
                  <a:srgbClr val="FFFFFF"/>
                </a:solidFill>
                <a:latin typeface="Inter"/>
                <a:ea typeface="Inter"/>
                <a:cs typeface="Inter"/>
              </a:defRPr>
            </a:lvl6pPr>
            <a:lvl7pPr>
              <a:defRPr sz="1650" b="0">
                <a:solidFill>
                  <a:srgbClr val="FFFFFF"/>
                </a:solidFill>
                <a:latin typeface="Inter"/>
                <a:ea typeface="Inter"/>
                <a:cs typeface="Inter"/>
              </a:defRPr>
            </a:lvl7pPr>
            <a:lvl8pPr>
              <a:defRPr sz="1650" b="0">
                <a:solidFill>
                  <a:srgbClr val="FFFFFF"/>
                </a:solidFill>
                <a:latin typeface="Inter"/>
                <a:ea typeface="Inter"/>
                <a:cs typeface="Inter"/>
              </a:defRPr>
            </a:lvl8pPr>
            <a:lvl9pPr>
              <a:defRPr sz="1650" b="0">
                <a:solidFill>
                  <a:srgbClr val="FFFFFF"/>
                </a:solidFill>
                <a:latin typeface="Inter"/>
                <a:ea typeface="Inter"/>
                <a:cs typeface="Inter"/>
              </a:defRPr>
            </a:lvl9pPr>
          </a:lstStyle>
          <a:p xmlns:a="http://schemas.openxmlformats.org/drawingml/2006/main">
            <a:pPr>
              <a:defRPr sz="1650" b="0">
                <a:solidFill>
                  <a:srgbClr val="FFFFFF"/>
                </a:solidFill>
                <a:latin typeface="Inter"/>
                <a:ea typeface="Inter"/>
                <a:cs typeface="Inter"/>
              </a:defRPr>
            </a:pPr>
            <a:r>
              <a:rPr sz="1650" b="0">
                <a:solidFill>
                  <a:srgbClr val="FFFFFF"/>
                </a:solidFill>
                <a:latin typeface="Inter"/>
                <a:ea typeface="Inter"/>
                <a:cs typeface="Inter"/>
              </a:rPr>
              <a:t>7,496 nuclei. One research conversation.</a:t>
            </a:r>
          </a:p>
        </p:txBody>
      </p:sp>
    </p:spTree>
    <p:extLst>
      <p:ext uri="{BB962C8B-B14F-4D97-AF65-F5344CB8AC3E}">
        <p14:creationId xmlns:p14="http://schemas.microsoft.com/office/powerpoint/2010/main" val="9533567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py-5">
            <a:extLst xmlns:a="http://schemas.openxmlformats.org/drawingml/2006/main">
              <a:ext uri="{FF2B5EF4-FFF2-40B4-BE49-F238E27FC236}">
                <a16:creationId xmlns:a16="http://schemas.microsoft.com/office/drawing/2014/main" id="{63A08F30-5551-4C18-92E5-22E6480DFBE5}"/>
              </a:ext>
            </a:extLst>
          </p:cNvPr>
          <p:cNvSpPr>
            <a:spLocks xmlns:a="http://schemas.openxmlformats.org/drawingml/2006/main" noGrp="1"/>
          </p:cNvSpPr>
          <p:nvPr/>
        </p:nvSpPr>
        <p:spPr>
          <a:xfrm xmlns:a="http://schemas.openxmlformats.org/drawingml/2006/main">
            <a:off x="571500" y="685800"/>
            <a:ext cx="1104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1">
                <a:solidFill>
                  <a:srgbClr val="111111"/>
                </a:solidFill>
                <a:latin typeface="Inter"/>
                <a:ea typeface="Inter"/>
                <a:cs typeface="Inter"/>
              </a:defRPr>
            </a:defPPr>
            <a:lvl1pPr>
              <a:defRPr sz="4050" b="1">
                <a:solidFill>
                  <a:srgbClr val="111111"/>
                </a:solidFill>
                <a:latin typeface="Inter"/>
                <a:ea typeface="Inter"/>
                <a:cs typeface="Inter"/>
              </a:defRPr>
            </a:lvl1pPr>
            <a:lvl2pPr>
              <a:defRPr sz="4050" b="1">
                <a:solidFill>
                  <a:srgbClr val="111111"/>
                </a:solidFill>
                <a:latin typeface="Inter"/>
                <a:ea typeface="Inter"/>
                <a:cs typeface="Inter"/>
              </a:defRPr>
            </a:lvl2pPr>
            <a:lvl3pPr>
              <a:defRPr sz="4050" b="1">
                <a:solidFill>
                  <a:srgbClr val="111111"/>
                </a:solidFill>
                <a:latin typeface="Inter"/>
                <a:ea typeface="Inter"/>
                <a:cs typeface="Inter"/>
              </a:defRPr>
            </a:lvl3pPr>
            <a:lvl4pPr>
              <a:defRPr sz="4050" b="1">
                <a:solidFill>
                  <a:srgbClr val="111111"/>
                </a:solidFill>
                <a:latin typeface="Inter"/>
                <a:ea typeface="Inter"/>
                <a:cs typeface="Inter"/>
              </a:defRPr>
            </a:lvl4pPr>
            <a:lvl5pPr>
              <a:defRPr sz="4050" b="1">
                <a:solidFill>
                  <a:srgbClr val="111111"/>
                </a:solidFill>
                <a:latin typeface="Inter"/>
                <a:ea typeface="Inter"/>
                <a:cs typeface="Inter"/>
              </a:defRPr>
            </a:lvl5pPr>
            <a:lvl6pPr>
              <a:defRPr sz="4050" b="1">
                <a:solidFill>
                  <a:srgbClr val="111111"/>
                </a:solidFill>
                <a:latin typeface="Inter"/>
                <a:ea typeface="Inter"/>
                <a:cs typeface="Inter"/>
              </a:defRPr>
            </a:lvl6pPr>
            <a:lvl7pPr>
              <a:defRPr sz="4050" b="1">
                <a:solidFill>
                  <a:srgbClr val="111111"/>
                </a:solidFill>
                <a:latin typeface="Inter"/>
                <a:ea typeface="Inter"/>
                <a:cs typeface="Inter"/>
              </a:defRPr>
            </a:lvl7pPr>
            <a:lvl8pPr>
              <a:defRPr sz="4050" b="1">
                <a:solidFill>
                  <a:srgbClr val="111111"/>
                </a:solidFill>
                <a:latin typeface="Inter"/>
                <a:ea typeface="Inter"/>
                <a:cs typeface="Inter"/>
              </a:defRPr>
            </a:lvl8pPr>
            <a:lvl9pPr>
              <a:defRPr sz="4050" b="1">
                <a:solidFill>
                  <a:srgbClr val="111111"/>
                </a:solidFill>
                <a:latin typeface="Inter"/>
                <a:ea typeface="Inter"/>
                <a:cs typeface="Inter"/>
              </a:defRPr>
            </a:lvl9pPr>
          </a:lstStyle>
          <a:p xmlns:a="http://schemas.openxmlformats.org/drawingml/2006/main">
            <a:pPr>
              <a:defRPr sz="4050" b="1">
                <a:solidFill>
                  <a:srgbClr val="111111"/>
                </a:solidFill>
                <a:latin typeface="Inter"/>
                <a:ea typeface="Inter"/>
                <a:cs typeface="Inter"/>
              </a:defRPr>
            </a:pPr>
            <a:r>
              <a:rPr sz="4050" b="1">
                <a:solidFill>
                  <a:srgbClr val="111111"/>
                </a:solidFill>
                <a:latin typeface="Inter"/>
                <a:ea typeface="Inter"/>
                <a:cs typeface="Inter"/>
              </a:rPr>
              <a:t>The data is there.</a:t>
            </a:r>
          </a:p>
          <a:p xmlns:a="http://schemas.openxmlformats.org/drawingml/2006/main">
            <a:pPr>
              <a:defRPr sz="4050" b="1">
                <a:solidFill>
                  <a:srgbClr val="111111"/>
                </a:solidFill>
                <a:latin typeface="Inter"/>
                <a:ea typeface="Inter"/>
                <a:cs typeface="Inter"/>
              </a:defRPr>
            </a:pPr>
            <a:r>
              <a:rPr sz="4050" b="1">
                <a:solidFill>
                  <a:srgbClr val="111111"/>
                </a:solidFill>
                <a:latin typeface="Inter"/>
                <a:ea typeface="Inter"/>
                <a:cs typeface="Inter"/>
              </a:rPr>
              <a:t>Researchers still have to connect it.</a:t>
            </a:r>
          </a:p>
        </p:txBody>
      </p:sp>
      <p:sp>
        <p:nvSpPr>
          <p:cNvPr id="2" name="block-6">
            <a:extLst xmlns:a="http://schemas.openxmlformats.org/drawingml/2006/main">
              <a:ext uri="{FF2B5EF4-FFF2-40B4-BE49-F238E27FC236}">
                <a16:creationId xmlns:a16="http://schemas.microsoft.com/office/drawing/2014/main" id="{D8CC1428-AA1F-4EE1-87F2-99273F9EDBDF}"/>
              </a:ext>
            </a:extLst>
          </p:cNvPr>
          <p:cNvSpPr>
            <a:spLocks xmlns:a="http://schemas.openxmlformats.org/drawingml/2006/main" noGrp="1"/>
          </p:cNvSpPr>
          <p:nvPr/>
        </p:nvSpPr>
        <p:spPr>
          <a:xfrm xmlns:a="http://schemas.openxmlformats.org/drawingml/2006/main">
            <a:off x="571500" y="2981325"/>
            <a:ext cx="2419350" cy="28575"/>
          </a:xfrm>
          <a:prstGeom xmlns:a="http://schemas.openxmlformats.org/drawingml/2006/main" prst="rect">
            <a:avLst/>
          </a:prstGeom>
          <a:solidFill xmlns:a="http://schemas.openxmlformats.org/drawingml/2006/main">
            <a:srgbClr val="1B5E20"/>
          </a:solidFill>
          <a:ln xmlns:a="http://schemas.openxmlformats.org/drawingml/2006/main" w="0">
            <a:noFill/>
          </a:ln>
        </p:spPr>
      </p:sp>
      <p:sp>
        <p:nvSpPr>
          <p:cNvPr id="3" name="copy-7">
            <a:extLst xmlns:a="http://schemas.openxmlformats.org/drawingml/2006/main">
              <a:ext uri="{FF2B5EF4-FFF2-40B4-BE49-F238E27FC236}">
                <a16:creationId xmlns:a16="http://schemas.microsoft.com/office/drawing/2014/main" id="{A9627155-6A00-4404-8E72-5BCE421BF9BC}"/>
              </a:ext>
            </a:extLst>
          </p:cNvPr>
          <p:cNvSpPr>
            <a:spLocks xmlns:a="http://schemas.openxmlformats.org/drawingml/2006/main" noGrp="1"/>
          </p:cNvSpPr>
          <p:nvPr/>
        </p:nvSpPr>
        <p:spPr>
          <a:xfrm xmlns:a="http://schemas.openxmlformats.org/drawingml/2006/main">
            <a:off x="571500" y="32670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11111"/>
                </a:solidFill>
                <a:latin typeface="Inter"/>
                <a:ea typeface="Inter"/>
                <a:cs typeface="Inter"/>
              </a:defRPr>
            </a:defPPr>
            <a:lvl1pPr>
              <a:defRPr sz="2325" b="1">
                <a:solidFill>
                  <a:srgbClr val="111111"/>
                </a:solidFill>
                <a:latin typeface="Inter"/>
                <a:ea typeface="Inter"/>
                <a:cs typeface="Inter"/>
              </a:defRPr>
            </a:lvl1pPr>
            <a:lvl2pPr>
              <a:defRPr sz="2325" b="1">
                <a:solidFill>
                  <a:srgbClr val="111111"/>
                </a:solidFill>
                <a:latin typeface="Inter"/>
                <a:ea typeface="Inter"/>
                <a:cs typeface="Inter"/>
              </a:defRPr>
            </a:lvl2pPr>
            <a:lvl3pPr>
              <a:defRPr sz="2325" b="1">
                <a:solidFill>
                  <a:srgbClr val="111111"/>
                </a:solidFill>
                <a:latin typeface="Inter"/>
                <a:ea typeface="Inter"/>
                <a:cs typeface="Inter"/>
              </a:defRPr>
            </a:lvl3pPr>
            <a:lvl4pPr>
              <a:defRPr sz="2325" b="1">
                <a:solidFill>
                  <a:srgbClr val="111111"/>
                </a:solidFill>
                <a:latin typeface="Inter"/>
                <a:ea typeface="Inter"/>
                <a:cs typeface="Inter"/>
              </a:defRPr>
            </a:lvl4pPr>
            <a:lvl5pPr>
              <a:defRPr sz="2325" b="1">
                <a:solidFill>
                  <a:srgbClr val="111111"/>
                </a:solidFill>
                <a:latin typeface="Inter"/>
                <a:ea typeface="Inter"/>
                <a:cs typeface="Inter"/>
              </a:defRPr>
            </a:lvl5pPr>
            <a:lvl6pPr>
              <a:defRPr sz="2325" b="1">
                <a:solidFill>
                  <a:srgbClr val="111111"/>
                </a:solidFill>
                <a:latin typeface="Inter"/>
                <a:ea typeface="Inter"/>
                <a:cs typeface="Inter"/>
              </a:defRPr>
            </a:lvl6pPr>
            <a:lvl7pPr>
              <a:defRPr sz="2325" b="1">
                <a:solidFill>
                  <a:srgbClr val="111111"/>
                </a:solidFill>
                <a:latin typeface="Inter"/>
                <a:ea typeface="Inter"/>
                <a:cs typeface="Inter"/>
              </a:defRPr>
            </a:lvl7pPr>
            <a:lvl8pPr>
              <a:defRPr sz="2325" b="1">
                <a:solidFill>
                  <a:srgbClr val="111111"/>
                </a:solidFill>
                <a:latin typeface="Inter"/>
                <a:ea typeface="Inter"/>
                <a:cs typeface="Inter"/>
              </a:defRPr>
            </a:lvl8pPr>
            <a:lvl9pPr>
              <a:defRPr sz="2325" b="1">
                <a:solidFill>
                  <a:srgbClr val="111111"/>
                </a:solidFill>
                <a:latin typeface="Inter"/>
                <a:ea typeface="Inter"/>
                <a:cs typeface="Inter"/>
              </a:defRPr>
            </a:lvl9pPr>
          </a:lstStyle>
          <a:p xmlns:a="http://schemas.openxmlformats.org/drawingml/2006/main">
            <a:pPr>
              <a:defRPr sz="2325" b="1">
                <a:solidFill>
                  <a:srgbClr val="111111"/>
                </a:solidFill>
                <a:latin typeface="Inter"/>
                <a:ea typeface="Inter"/>
                <a:cs typeface="Inter"/>
              </a:defRPr>
            </a:pPr>
            <a:r>
              <a:rPr sz="2325" b="1">
                <a:solidFill>
                  <a:srgbClr val="111111"/>
                </a:solidFill>
                <a:latin typeface="Inter"/>
                <a:ea typeface="Inter"/>
                <a:cs typeface="Inter"/>
              </a:rPr>
              <a:t>Gene activity</a:t>
            </a:r>
          </a:p>
        </p:txBody>
      </p:sp>
      <p:sp>
        <p:nvSpPr>
          <p:cNvPr id="4" name="copy-8">
            <a:extLst xmlns:a="http://schemas.openxmlformats.org/drawingml/2006/main">
              <a:ext uri="{FF2B5EF4-FFF2-40B4-BE49-F238E27FC236}">
                <a16:creationId xmlns:a16="http://schemas.microsoft.com/office/drawing/2014/main" id="{97BD0B91-B232-4DF7-850D-DC39C4D9FD1F}"/>
              </a:ext>
            </a:extLst>
          </p:cNvPr>
          <p:cNvSpPr>
            <a:spLocks xmlns:a="http://schemas.openxmlformats.org/drawingml/2006/main" noGrp="1"/>
          </p:cNvSpPr>
          <p:nvPr/>
        </p:nvSpPr>
        <p:spPr>
          <a:xfrm xmlns:a="http://schemas.openxmlformats.org/drawingml/2006/main">
            <a:off x="571500" y="4162425"/>
            <a:ext cx="2409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66666"/>
                </a:solidFill>
                <a:latin typeface="Inter"/>
                <a:ea typeface="Inter"/>
                <a:cs typeface="Inter"/>
              </a:defRPr>
            </a:defPPr>
            <a:lvl1pPr>
              <a:defRPr sz="1725" b="0">
                <a:solidFill>
                  <a:srgbClr val="666666"/>
                </a:solidFill>
                <a:latin typeface="Inter"/>
                <a:ea typeface="Inter"/>
                <a:cs typeface="Inter"/>
              </a:defRPr>
            </a:lvl1pPr>
            <a:lvl2pPr>
              <a:defRPr sz="1725" b="0">
                <a:solidFill>
                  <a:srgbClr val="666666"/>
                </a:solidFill>
                <a:latin typeface="Inter"/>
                <a:ea typeface="Inter"/>
                <a:cs typeface="Inter"/>
              </a:defRPr>
            </a:lvl2pPr>
            <a:lvl3pPr>
              <a:defRPr sz="1725" b="0">
                <a:solidFill>
                  <a:srgbClr val="666666"/>
                </a:solidFill>
                <a:latin typeface="Inter"/>
                <a:ea typeface="Inter"/>
                <a:cs typeface="Inter"/>
              </a:defRPr>
            </a:lvl3pPr>
            <a:lvl4pPr>
              <a:defRPr sz="1725" b="0">
                <a:solidFill>
                  <a:srgbClr val="666666"/>
                </a:solidFill>
                <a:latin typeface="Inter"/>
                <a:ea typeface="Inter"/>
                <a:cs typeface="Inter"/>
              </a:defRPr>
            </a:lvl4pPr>
            <a:lvl5pPr>
              <a:defRPr sz="1725" b="0">
                <a:solidFill>
                  <a:srgbClr val="666666"/>
                </a:solidFill>
                <a:latin typeface="Inter"/>
                <a:ea typeface="Inter"/>
                <a:cs typeface="Inter"/>
              </a:defRPr>
            </a:lvl5pPr>
            <a:lvl6pPr>
              <a:defRPr sz="1725" b="0">
                <a:solidFill>
                  <a:srgbClr val="666666"/>
                </a:solidFill>
                <a:latin typeface="Inter"/>
                <a:ea typeface="Inter"/>
                <a:cs typeface="Inter"/>
              </a:defRPr>
            </a:lvl6pPr>
            <a:lvl7pPr>
              <a:defRPr sz="1725" b="0">
                <a:solidFill>
                  <a:srgbClr val="666666"/>
                </a:solidFill>
                <a:latin typeface="Inter"/>
                <a:ea typeface="Inter"/>
                <a:cs typeface="Inter"/>
              </a:defRPr>
            </a:lvl7pPr>
            <a:lvl8pPr>
              <a:defRPr sz="1725" b="0">
                <a:solidFill>
                  <a:srgbClr val="666666"/>
                </a:solidFill>
                <a:latin typeface="Inter"/>
                <a:ea typeface="Inter"/>
                <a:cs typeface="Inter"/>
              </a:defRPr>
            </a:lvl8pPr>
            <a:lvl9pPr>
              <a:defRPr sz="1725" b="0">
                <a:solidFill>
                  <a:srgbClr val="666666"/>
                </a:solidFill>
                <a:latin typeface="Inter"/>
                <a:ea typeface="Inter"/>
                <a:cs typeface="Inter"/>
              </a:defRPr>
            </a:lvl9pPr>
          </a:lstStyle>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Glyma.01G224900</a:t>
            </a:r>
          </a:p>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Glyma.17G030700</a:t>
            </a:r>
          </a:p>
        </p:txBody>
      </p:sp>
      <p:sp>
        <p:nvSpPr>
          <p:cNvPr id="5" name="block-9">
            <a:extLst xmlns:a="http://schemas.openxmlformats.org/drawingml/2006/main">
              <a:ext uri="{FF2B5EF4-FFF2-40B4-BE49-F238E27FC236}">
                <a16:creationId xmlns:a16="http://schemas.microsoft.com/office/drawing/2014/main" id="{805A4F37-4444-40A0-A117-A030F15DD209}"/>
              </a:ext>
            </a:extLst>
          </p:cNvPr>
          <p:cNvSpPr>
            <a:spLocks xmlns:a="http://schemas.openxmlformats.org/drawingml/2006/main" noGrp="1"/>
          </p:cNvSpPr>
          <p:nvPr/>
        </p:nvSpPr>
        <p:spPr>
          <a:xfrm xmlns:a="http://schemas.openxmlformats.org/drawingml/2006/main">
            <a:off x="3448050" y="2981325"/>
            <a:ext cx="2419350" cy="28575"/>
          </a:xfrm>
          <a:prstGeom xmlns:a="http://schemas.openxmlformats.org/drawingml/2006/main" prst="rect">
            <a:avLst/>
          </a:prstGeom>
          <a:solidFill xmlns:a="http://schemas.openxmlformats.org/drawingml/2006/main">
            <a:srgbClr val="D9DFD7"/>
          </a:solidFill>
          <a:ln xmlns:a="http://schemas.openxmlformats.org/drawingml/2006/main" w="0">
            <a:noFill/>
          </a:ln>
        </p:spPr>
      </p:sp>
      <p:sp>
        <p:nvSpPr>
          <p:cNvPr id="6" name="copy-10">
            <a:extLst xmlns:a="http://schemas.openxmlformats.org/drawingml/2006/main">
              <a:ext uri="{FF2B5EF4-FFF2-40B4-BE49-F238E27FC236}">
                <a16:creationId xmlns:a16="http://schemas.microsoft.com/office/drawing/2014/main" id="{FDFE3A32-32F1-4B63-A174-4AEB762A681A}"/>
              </a:ext>
            </a:extLst>
          </p:cNvPr>
          <p:cNvSpPr>
            <a:spLocks xmlns:a="http://schemas.openxmlformats.org/drawingml/2006/main" noGrp="1"/>
          </p:cNvSpPr>
          <p:nvPr/>
        </p:nvSpPr>
        <p:spPr>
          <a:xfrm xmlns:a="http://schemas.openxmlformats.org/drawingml/2006/main">
            <a:off x="3448050" y="32670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11111"/>
                </a:solidFill>
                <a:latin typeface="Inter"/>
                <a:ea typeface="Inter"/>
                <a:cs typeface="Inter"/>
              </a:defRPr>
            </a:defPPr>
            <a:lvl1pPr>
              <a:defRPr sz="2325" b="1">
                <a:solidFill>
                  <a:srgbClr val="111111"/>
                </a:solidFill>
                <a:latin typeface="Inter"/>
                <a:ea typeface="Inter"/>
                <a:cs typeface="Inter"/>
              </a:defRPr>
            </a:lvl1pPr>
            <a:lvl2pPr>
              <a:defRPr sz="2325" b="1">
                <a:solidFill>
                  <a:srgbClr val="111111"/>
                </a:solidFill>
                <a:latin typeface="Inter"/>
                <a:ea typeface="Inter"/>
                <a:cs typeface="Inter"/>
              </a:defRPr>
            </a:lvl2pPr>
            <a:lvl3pPr>
              <a:defRPr sz="2325" b="1">
                <a:solidFill>
                  <a:srgbClr val="111111"/>
                </a:solidFill>
                <a:latin typeface="Inter"/>
                <a:ea typeface="Inter"/>
                <a:cs typeface="Inter"/>
              </a:defRPr>
            </a:lvl3pPr>
            <a:lvl4pPr>
              <a:defRPr sz="2325" b="1">
                <a:solidFill>
                  <a:srgbClr val="111111"/>
                </a:solidFill>
                <a:latin typeface="Inter"/>
                <a:ea typeface="Inter"/>
                <a:cs typeface="Inter"/>
              </a:defRPr>
            </a:lvl4pPr>
            <a:lvl5pPr>
              <a:defRPr sz="2325" b="1">
                <a:solidFill>
                  <a:srgbClr val="111111"/>
                </a:solidFill>
                <a:latin typeface="Inter"/>
                <a:ea typeface="Inter"/>
                <a:cs typeface="Inter"/>
              </a:defRPr>
            </a:lvl5pPr>
            <a:lvl6pPr>
              <a:defRPr sz="2325" b="1">
                <a:solidFill>
                  <a:srgbClr val="111111"/>
                </a:solidFill>
                <a:latin typeface="Inter"/>
                <a:ea typeface="Inter"/>
                <a:cs typeface="Inter"/>
              </a:defRPr>
            </a:lvl6pPr>
            <a:lvl7pPr>
              <a:defRPr sz="2325" b="1">
                <a:solidFill>
                  <a:srgbClr val="111111"/>
                </a:solidFill>
                <a:latin typeface="Inter"/>
                <a:ea typeface="Inter"/>
                <a:cs typeface="Inter"/>
              </a:defRPr>
            </a:lvl7pPr>
            <a:lvl8pPr>
              <a:defRPr sz="2325" b="1">
                <a:solidFill>
                  <a:srgbClr val="111111"/>
                </a:solidFill>
                <a:latin typeface="Inter"/>
                <a:ea typeface="Inter"/>
                <a:cs typeface="Inter"/>
              </a:defRPr>
            </a:lvl8pPr>
            <a:lvl9pPr>
              <a:defRPr sz="2325" b="1">
                <a:solidFill>
                  <a:srgbClr val="111111"/>
                </a:solidFill>
                <a:latin typeface="Inter"/>
                <a:ea typeface="Inter"/>
                <a:cs typeface="Inter"/>
              </a:defRPr>
            </a:lvl9pPr>
          </a:lstStyle>
          <a:p xmlns:a="http://schemas.openxmlformats.org/drawingml/2006/main">
            <a:pPr>
              <a:defRPr sz="2325" b="1">
                <a:solidFill>
                  <a:srgbClr val="111111"/>
                </a:solidFill>
                <a:latin typeface="Inter"/>
                <a:ea typeface="Inter"/>
                <a:cs typeface="Inter"/>
              </a:defRPr>
            </a:pPr>
            <a:r>
              <a:rPr sz="2325" b="1">
                <a:solidFill>
                  <a:srgbClr val="111111"/>
                </a:solidFill>
                <a:latin typeface="Inter"/>
                <a:ea typeface="Inter"/>
                <a:cs typeface="Inter"/>
              </a:rPr>
              <a:t>Marker tables</a:t>
            </a:r>
          </a:p>
        </p:txBody>
      </p:sp>
      <p:sp>
        <p:nvSpPr>
          <p:cNvPr id="7" name="copy-11">
            <a:extLst xmlns:a="http://schemas.openxmlformats.org/drawingml/2006/main">
              <a:ext uri="{FF2B5EF4-FFF2-40B4-BE49-F238E27FC236}">
                <a16:creationId xmlns:a16="http://schemas.microsoft.com/office/drawing/2014/main" id="{0EA654D0-56D7-481C-89BA-D17EA3324586}"/>
              </a:ext>
            </a:extLst>
          </p:cNvPr>
          <p:cNvSpPr>
            <a:spLocks xmlns:a="http://schemas.openxmlformats.org/drawingml/2006/main" noGrp="1"/>
          </p:cNvSpPr>
          <p:nvPr/>
        </p:nvSpPr>
        <p:spPr>
          <a:xfrm xmlns:a="http://schemas.openxmlformats.org/drawingml/2006/main">
            <a:off x="3448050" y="4162425"/>
            <a:ext cx="2409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66666"/>
                </a:solidFill>
                <a:latin typeface="Inter"/>
                <a:ea typeface="Inter"/>
                <a:cs typeface="Inter"/>
              </a:defRPr>
            </a:defPPr>
            <a:lvl1pPr>
              <a:defRPr sz="1725" b="0">
                <a:solidFill>
                  <a:srgbClr val="666666"/>
                </a:solidFill>
                <a:latin typeface="Inter"/>
                <a:ea typeface="Inter"/>
                <a:cs typeface="Inter"/>
              </a:defRPr>
            </a:lvl1pPr>
            <a:lvl2pPr>
              <a:defRPr sz="1725" b="0">
                <a:solidFill>
                  <a:srgbClr val="666666"/>
                </a:solidFill>
                <a:latin typeface="Inter"/>
                <a:ea typeface="Inter"/>
                <a:cs typeface="Inter"/>
              </a:defRPr>
            </a:lvl2pPr>
            <a:lvl3pPr>
              <a:defRPr sz="1725" b="0">
                <a:solidFill>
                  <a:srgbClr val="666666"/>
                </a:solidFill>
                <a:latin typeface="Inter"/>
                <a:ea typeface="Inter"/>
                <a:cs typeface="Inter"/>
              </a:defRPr>
            </a:lvl3pPr>
            <a:lvl4pPr>
              <a:defRPr sz="1725" b="0">
                <a:solidFill>
                  <a:srgbClr val="666666"/>
                </a:solidFill>
                <a:latin typeface="Inter"/>
                <a:ea typeface="Inter"/>
                <a:cs typeface="Inter"/>
              </a:defRPr>
            </a:lvl4pPr>
            <a:lvl5pPr>
              <a:defRPr sz="1725" b="0">
                <a:solidFill>
                  <a:srgbClr val="666666"/>
                </a:solidFill>
                <a:latin typeface="Inter"/>
                <a:ea typeface="Inter"/>
                <a:cs typeface="Inter"/>
              </a:defRPr>
            </a:lvl5pPr>
            <a:lvl6pPr>
              <a:defRPr sz="1725" b="0">
                <a:solidFill>
                  <a:srgbClr val="666666"/>
                </a:solidFill>
                <a:latin typeface="Inter"/>
                <a:ea typeface="Inter"/>
                <a:cs typeface="Inter"/>
              </a:defRPr>
            </a:lvl6pPr>
            <a:lvl7pPr>
              <a:defRPr sz="1725" b="0">
                <a:solidFill>
                  <a:srgbClr val="666666"/>
                </a:solidFill>
                <a:latin typeface="Inter"/>
                <a:ea typeface="Inter"/>
                <a:cs typeface="Inter"/>
              </a:defRPr>
            </a:lvl7pPr>
            <a:lvl8pPr>
              <a:defRPr sz="1725" b="0">
                <a:solidFill>
                  <a:srgbClr val="666666"/>
                </a:solidFill>
                <a:latin typeface="Inter"/>
                <a:ea typeface="Inter"/>
                <a:cs typeface="Inter"/>
              </a:defRPr>
            </a:lvl8pPr>
            <a:lvl9pPr>
              <a:defRPr sz="1725" b="0">
                <a:solidFill>
                  <a:srgbClr val="666666"/>
                </a:solidFill>
                <a:latin typeface="Inter"/>
                <a:ea typeface="Inter"/>
                <a:cs typeface="Inter"/>
              </a:defRPr>
            </a:lvl9pPr>
          </a:lstStyle>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Which genes</a:t>
            </a:r>
          </a:p>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support a label?</a:t>
            </a:r>
          </a:p>
        </p:txBody>
      </p:sp>
      <p:sp>
        <p:nvSpPr>
          <p:cNvPr id="8" name="block-12">
            <a:extLst xmlns:a="http://schemas.openxmlformats.org/drawingml/2006/main">
              <a:ext uri="{FF2B5EF4-FFF2-40B4-BE49-F238E27FC236}">
                <a16:creationId xmlns:a16="http://schemas.microsoft.com/office/drawing/2014/main" id="{81D550C7-1772-4916-9681-4709E770DDEE}"/>
              </a:ext>
            </a:extLst>
          </p:cNvPr>
          <p:cNvSpPr>
            <a:spLocks xmlns:a="http://schemas.openxmlformats.org/drawingml/2006/main" noGrp="1"/>
          </p:cNvSpPr>
          <p:nvPr/>
        </p:nvSpPr>
        <p:spPr>
          <a:xfrm xmlns:a="http://schemas.openxmlformats.org/drawingml/2006/main">
            <a:off x="6324600" y="2981325"/>
            <a:ext cx="2419350" cy="28575"/>
          </a:xfrm>
          <a:prstGeom xmlns:a="http://schemas.openxmlformats.org/drawingml/2006/main" prst="rect">
            <a:avLst/>
          </a:prstGeom>
          <a:solidFill xmlns:a="http://schemas.openxmlformats.org/drawingml/2006/main">
            <a:srgbClr val="D9DFD7"/>
          </a:solidFill>
          <a:ln xmlns:a="http://schemas.openxmlformats.org/drawingml/2006/main" w="0">
            <a:noFill/>
          </a:ln>
        </p:spPr>
      </p:sp>
      <p:sp>
        <p:nvSpPr>
          <p:cNvPr id="9" name="copy-13">
            <a:extLst xmlns:a="http://schemas.openxmlformats.org/drawingml/2006/main">
              <a:ext uri="{FF2B5EF4-FFF2-40B4-BE49-F238E27FC236}">
                <a16:creationId xmlns:a16="http://schemas.microsoft.com/office/drawing/2014/main" id="{BC1552F4-44EB-4375-86D1-E4A1EB590D01}"/>
              </a:ext>
            </a:extLst>
          </p:cNvPr>
          <p:cNvSpPr>
            <a:spLocks xmlns:a="http://schemas.openxmlformats.org/drawingml/2006/main" noGrp="1"/>
          </p:cNvSpPr>
          <p:nvPr/>
        </p:nvSpPr>
        <p:spPr>
          <a:xfrm xmlns:a="http://schemas.openxmlformats.org/drawingml/2006/main">
            <a:off x="6324600" y="32670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11111"/>
                </a:solidFill>
                <a:latin typeface="Inter"/>
                <a:ea typeface="Inter"/>
                <a:cs typeface="Inter"/>
              </a:defRPr>
            </a:defPPr>
            <a:lvl1pPr>
              <a:defRPr sz="2325" b="1">
                <a:solidFill>
                  <a:srgbClr val="111111"/>
                </a:solidFill>
                <a:latin typeface="Inter"/>
                <a:ea typeface="Inter"/>
                <a:cs typeface="Inter"/>
              </a:defRPr>
            </a:lvl1pPr>
            <a:lvl2pPr>
              <a:defRPr sz="2325" b="1">
                <a:solidFill>
                  <a:srgbClr val="111111"/>
                </a:solidFill>
                <a:latin typeface="Inter"/>
                <a:ea typeface="Inter"/>
                <a:cs typeface="Inter"/>
              </a:defRPr>
            </a:lvl2pPr>
            <a:lvl3pPr>
              <a:defRPr sz="2325" b="1">
                <a:solidFill>
                  <a:srgbClr val="111111"/>
                </a:solidFill>
                <a:latin typeface="Inter"/>
                <a:ea typeface="Inter"/>
                <a:cs typeface="Inter"/>
              </a:defRPr>
            </a:lvl3pPr>
            <a:lvl4pPr>
              <a:defRPr sz="2325" b="1">
                <a:solidFill>
                  <a:srgbClr val="111111"/>
                </a:solidFill>
                <a:latin typeface="Inter"/>
                <a:ea typeface="Inter"/>
                <a:cs typeface="Inter"/>
              </a:defRPr>
            </a:lvl4pPr>
            <a:lvl5pPr>
              <a:defRPr sz="2325" b="1">
                <a:solidFill>
                  <a:srgbClr val="111111"/>
                </a:solidFill>
                <a:latin typeface="Inter"/>
                <a:ea typeface="Inter"/>
                <a:cs typeface="Inter"/>
              </a:defRPr>
            </a:lvl5pPr>
            <a:lvl6pPr>
              <a:defRPr sz="2325" b="1">
                <a:solidFill>
                  <a:srgbClr val="111111"/>
                </a:solidFill>
                <a:latin typeface="Inter"/>
                <a:ea typeface="Inter"/>
                <a:cs typeface="Inter"/>
              </a:defRPr>
            </a:lvl6pPr>
            <a:lvl7pPr>
              <a:defRPr sz="2325" b="1">
                <a:solidFill>
                  <a:srgbClr val="111111"/>
                </a:solidFill>
                <a:latin typeface="Inter"/>
                <a:ea typeface="Inter"/>
                <a:cs typeface="Inter"/>
              </a:defRPr>
            </a:lvl7pPr>
            <a:lvl8pPr>
              <a:defRPr sz="2325" b="1">
                <a:solidFill>
                  <a:srgbClr val="111111"/>
                </a:solidFill>
                <a:latin typeface="Inter"/>
                <a:ea typeface="Inter"/>
                <a:cs typeface="Inter"/>
              </a:defRPr>
            </a:lvl8pPr>
            <a:lvl9pPr>
              <a:defRPr sz="2325" b="1">
                <a:solidFill>
                  <a:srgbClr val="111111"/>
                </a:solidFill>
                <a:latin typeface="Inter"/>
                <a:ea typeface="Inter"/>
                <a:cs typeface="Inter"/>
              </a:defRPr>
            </a:lvl9pPr>
          </a:lstStyle>
          <a:p xmlns:a="http://schemas.openxmlformats.org/drawingml/2006/main">
            <a:pPr>
              <a:defRPr sz="2325" b="1">
                <a:solidFill>
                  <a:srgbClr val="111111"/>
                </a:solidFill>
                <a:latin typeface="Inter"/>
                <a:ea typeface="Inter"/>
                <a:cs typeface="Inter"/>
              </a:defRPr>
            </a:pPr>
            <a:r>
              <a:rPr sz="2325" b="1">
                <a:solidFill>
                  <a:srgbClr val="111111"/>
                </a:solidFill>
                <a:latin typeface="Inter"/>
                <a:ea typeface="Inter"/>
                <a:cs typeface="Inter"/>
              </a:rPr>
              <a:t>Papers</a:t>
            </a:r>
          </a:p>
        </p:txBody>
      </p:sp>
      <p:sp>
        <p:nvSpPr>
          <p:cNvPr id="10" name="copy-14">
            <a:extLst xmlns:a="http://schemas.openxmlformats.org/drawingml/2006/main">
              <a:ext uri="{FF2B5EF4-FFF2-40B4-BE49-F238E27FC236}">
                <a16:creationId xmlns:a16="http://schemas.microsoft.com/office/drawing/2014/main" id="{92105F13-C598-446F-BD12-D262DE070359}"/>
              </a:ext>
            </a:extLst>
          </p:cNvPr>
          <p:cNvSpPr>
            <a:spLocks xmlns:a="http://schemas.openxmlformats.org/drawingml/2006/main" noGrp="1"/>
          </p:cNvSpPr>
          <p:nvPr/>
        </p:nvSpPr>
        <p:spPr>
          <a:xfrm xmlns:a="http://schemas.openxmlformats.org/drawingml/2006/main">
            <a:off x="6324600" y="4162425"/>
            <a:ext cx="2409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66666"/>
                </a:solidFill>
                <a:latin typeface="Inter"/>
                <a:ea typeface="Inter"/>
                <a:cs typeface="Inter"/>
              </a:defRPr>
            </a:defPPr>
            <a:lvl1pPr>
              <a:defRPr sz="1725" b="0">
                <a:solidFill>
                  <a:srgbClr val="666666"/>
                </a:solidFill>
                <a:latin typeface="Inter"/>
                <a:ea typeface="Inter"/>
                <a:cs typeface="Inter"/>
              </a:defRPr>
            </a:lvl1pPr>
            <a:lvl2pPr>
              <a:defRPr sz="1725" b="0">
                <a:solidFill>
                  <a:srgbClr val="666666"/>
                </a:solidFill>
                <a:latin typeface="Inter"/>
                <a:ea typeface="Inter"/>
                <a:cs typeface="Inter"/>
              </a:defRPr>
            </a:lvl2pPr>
            <a:lvl3pPr>
              <a:defRPr sz="1725" b="0">
                <a:solidFill>
                  <a:srgbClr val="666666"/>
                </a:solidFill>
                <a:latin typeface="Inter"/>
                <a:ea typeface="Inter"/>
                <a:cs typeface="Inter"/>
              </a:defRPr>
            </a:lvl3pPr>
            <a:lvl4pPr>
              <a:defRPr sz="1725" b="0">
                <a:solidFill>
                  <a:srgbClr val="666666"/>
                </a:solidFill>
                <a:latin typeface="Inter"/>
                <a:ea typeface="Inter"/>
                <a:cs typeface="Inter"/>
              </a:defRPr>
            </a:lvl4pPr>
            <a:lvl5pPr>
              <a:defRPr sz="1725" b="0">
                <a:solidFill>
                  <a:srgbClr val="666666"/>
                </a:solidFill>
                <a:latin typeface="Inter"/>
                <a:ea typeface="Inter"/>
                <a:cs typeface="Inter"/>
              </a:defRPr>
            </a:lvl5pPr>
            <a:lvl6pPr>
              <a:defRPr sz="1725" b="0">
                <a:solidFill>
                  <a:srgbClr val="666666"/>
                </a:solidFill>
                <a:latin typeface="Inter"/>
                <a:ea typeface="Inter"/>
                <a:cs typeface="Inter"/>
              </a:defRPr>
            </a:lvl6pPr>
            <a:lvl7pPr>
              <a:defRPr sz="1725" b="0">
                <a:solidFill>
                  <a:srgbClr val="666666"/>
                </a:solidFill>
                <a:latin typeface="Inter"/>
                <a:ea typeface="Inter"/>
                <a:cs typeface="Inter"/>
              </a:defRPr>
            </a:lvl7pPr>
            <a:lvl8pPr>
              <a:defRPr sz="1725" b="0">
                <a:solidFill>
                  <a:srgbClr val="666666"/>
                </a:solidFill>
                <a:latin typeface="Inter"/>
                <a:ea typeface="Inter"/>
                <a:cs typeface="Inter"/>
              </a:defRPr>
            </a:lvl8pPr>
            <a:lvl9pPr>
              <a:defRPr sz="1725" b="0">
                <a:solidFill>
                  <a:srgbClr val="666666"/>
                </a:solidFill>
                <a:latin typeface="Inter"/>
                <a:ea typeface="Inter"/>
                <a:cs typeface="Inter"/>
              </a:defRPr>
            </a:lvl9pPr>
          </a:lstStyle>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The right plant?</a:t>
            </a:r>
          </a:p>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The right tissue?</a:t>
            </a:r>
          </a:p>
        </p:txBody>
      </p:sp>
      <p:sp>
        <p:nvSpPr>
          <p:cNvPr id="11" name="block-15">
            <a:extLst xmlns:a="http://schemas.openxmlformats.org/drawingml/2006/main">
              <a:ext uri="{FF2B5EF4-FFF2-40B4-BE49-F238E27FC236}">
                <a16:creationId xmlns:a16="http://schemas.microsoft.com/office/drawing/2014/main" id="{89D9543E-54E7-4DD6-B621-FF0F5BD2572E}"/>
              </a:ext>
            </a:extLst>
          </p:cNvPr>
          <p:cNvSpPr>
            <a:spLocks xmlns:a="http://schemas.openxmlformats.org/drawingml/2006/main" noGrp="1"/>
          </p:cNvSpPr>
          <p:nvPr/>
        </p:nvSpPr>
        <p:spPr>
          <a:xfrm xmlns:a="http://schemas.openxmlformats.org/drawingml/2006/main">
            <a:off x="9201150" y="2981325"/>
            <a:ext cx="2419350" cy="28575"/>
          </a:xfrm>
          <a:prstGeom xmlns:a="http://schemas.openxmlformats.org/drawingml/2006/main" prst="rect">
            <a:avLst/>
          </a:prstGeom>
          <a:solidFill xmlns:a="http://schemas.openxmlformats.org/drawingml/2006/main">
            <a:srgbClr val="D9DFD7"/>
          </a:solidFill>
          <a:ln xmlns:a="http://schemas.openxmlformats.org/drawingml/2006/main" w="0">
            <a:noFill/>
          </a:ln>
        </p:spPr>
      </p:sp>
      <p:sp>
        <p:nvSpPr>
          <p:cNvPr id="12" name="copy-16">
            <a:extLst xmlns:a="http://schemas.openxmlformats.org/drawingml/2006/main">
              <a:ext uri="{FF2B5EF4-FFF2-40B4-BE49-F238E27FC236}">
                <a16:creationId xmlns:a16="http://schemas.microsoft.com/office/drawing/2014/main" id="{BCCFC15F-9F80-4A33-AA6F-6933D3CA305A}"/>
              </a:ext>
            </a:extLst>
          </p:cNvPr>
          <p:cNvSpPr>
            <a:spLocks xmlns:a="http://schemas.openxmlformats.org/drawingml/2006/main" noGrp="1"/>
          </p:cNvSpPr>
          <p:nvPr/>
        </p:nvSpPr>
        <p:spPr>
          <a:xfrm xmlns:a="http://schemas.openxmlformats.org/drawingml/2006/main">
            <a:off x="9201150" y="32670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11111"/>
                </a:solidFill>
                <a:latin typeface="Inter"/>
                <a:ea typeface="Inter"/>
                <a:cs typeface="Inter"/>
              </a:defRPr>
            </a:defPPr>
            <a:lvl1pPr>
              <a:defRPr sz="2325" b="1">
                <a:solidFill>
                  <a:srgbClr val="111111"/>
                </a:solidFill>
                <a:latin typeface="Inter"/>
                <a:ea typeface="Inter"/>
                <a:cs typeface="Inter"/>
              </a:defRPr>
            </a:lvl1pPr>
            <a:lvl2pPr>
              <a:defRPr sz="2325" b="1">
                <a:solidFill>
                  <a:srgbClr val="111111"/>
                </a:solidFill>
                <a:latin typeface="Inter"/>
                <a:ea typeface="Inter"/>
                <a:cs typeface="Inter"/>
              </a:defRPr>
            </a:lvl2pPr>
            <a:lvl3pPr>
              <a:defRPr sz="2325" b="1">
                <a:solidFill>
                  <a:srgbClr val="111111"/>
                </a:solidFill>
                <a:latin typeface="Inter"/>
                <a:ea typeface="Inter"/>
                <a:cs typeface="Inter"/>
              </a:defRPr>
            </a:lvl3pPr>
            <a:lvl4pPr>
              <a:defRPr sz="2325" b="1">
                <a:solidFill>
                  <a:srgbClr val="111111"/>
                </a:solidFill>
                <a:latin typeface="Inter"/>
                <a:ea typeface="Inter"/>
                <a:cs typeface="Inter"/>
              </a:defRPr>
            </a:lvl4pPr>
            <a:lvl5pPr>
              <a:defRPr sz="2325" b="1">
                <a:solidFill>
                  <a:srgbClr val="111111"/>
                </a:solidFill>
                <a:latin typeface="Inter"/>
                <a:ea typeface="Inter"/>
                <a:cs typeface="Inter"/>
              </a:defRPr>
            </a:lvl5pPr>
            <a:lvl6pPr>
              <a:defRPr sz="2325" b="1">
                <a:solidFill>
                  <a:srgbClr val="111111"/>
                </a:solidFill>
                <a:latin typeface="Inter"/>
                <a:ea typeface="Inter"/>
                <a:cs typeface="Inter"/>
              </a:defRPr>
            </a:lvl6pPr>
            <a:lvl7pPr>
              <a:defRPr sz="2325" b="1">
                <a:solidFill>
                  <a:srgbClr val="111111"/>
                </a:solidFill>
                <a:latin typeface="Inter"/>
                <a:ea typeface="Inter"/>
                <a:cs typeface="Inter"/>
              </a:defRPr>
            </a:lvl7pPr>
            <a:lvl8pPr>
              <a:defRPr sz="2325" b="1">
                <a:solidFill>
                  <a:srgbClr val="111111"/>
                </a:solidFill>
                <a:latin typeface="Inter"/>
                <a:ea typeface="Inter"/>
                <a:cs typeface="Inter"/>
              </a:defRPr>
            </a:lvl8pPr>
            <a:lvl9pPr>
              <a:defRPr sz="2325" b="1">
                <a:solidFill>
                  <a:srgbClr val="111111"/>
                </a:solidFill>
                <a:latin typeface="Inter"/>
                <a:ea typeface="Inter"/>
                <a:cs typeface="Inter"/>
              </a:defRPr>
            </a:lvl9pPr>
          </a:lstStyle>
          <a:p xmlns:a="http://schemas.openxmlformats.org/drawingml/2006/main">
            <a:pPr>
              <a:defRPr sz="2325" b="1">
                <a:solidFill>
                  <a:srgbClr val="111111"/>
                </a:solidFill>
                <a:latin typeface="Inter"/>
                <a:ea typeface="Inter"/>
                <a:cs typeface="Inter"/>
              </a:defRPr>
            </a:pPr>
            <a:r>
              <a:rPr sz="2325" b="1">
                <a:solidFill>
                  <a:srgbClr val="111111"/>
                </a:solidFill>
                <a:latin typeface="Inter"/>
                <a:ea typeface="Inter"/>
                <a:cs typeface="Inter"/>
              </a:rPr>
              <a:t>Past decisions</a:t>
            </a:r>
          </a:p>
        </p:txBody>
      </p:sp>
      <p:sp>
        <p:nvSpPr>
          <p:cNvPr id="13" name="copy-17">
            <a:extLst xmlns:a="http://schemas.openxmlformats.org/drawingml/2006/main">
              <a:ext uri="{FF2B5EF4-FFF2-40B4-BE49-F238E27FC236}">
                <a16:creationId xmlns:a16="http://schemas.microsoft.com/office/drawing/2014/main" id="{9A4E7009-3178-4A51-BA05-209F7DEF3366}"/>
              </a:ext>
            </a:extLst>
          </p:cNvPr>
          <p:cNvSpPr>
            <a:spLocks xmlns:a="http://schemas.openxmlformats.org/drawingml/2006/main" noGrp="1"/>
          </p:cNvSpPr>
          <p:nvPr/>
        </p:nvSpPr>
        <p:spPr>
          <a:xfrm xmlns:a="http://schemas.openxmlformats.org/drawingml/2006/main">
            <a:off x="9201150" y="4162425"/>
            <a:ext cx="2409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66666"/>
                </a:solidFill>
                <a:latin typeface="Inter"/>
                <a:ea typeface="Inter"/>
                <a:cs typeface="Inter"/>
              </a:defRPr>
            </a:defPPr>
            <a:lvl1pPr>
              <a:defRPr sz="1725" b="0">
                <a:solidFill>
                  <a:srgbClr val="666666"/>
                </a:solidFill>
                <a:latin typeface="Inter"/>
                <a:ea typeface="Inter"/>
                <a:cs typeface="Inter"/>
              </a:defRPr>
            </a:lvl1pPr>
            <a:lvl2pPr>
              <a:defRPr sz="1725" b="0">
                <a:solidFill>
                  <a:srgbClr val="666666"/>
                </a:solidFill>
                <a:latin typeface="Inter"/>
                <a:ea typeface="Inter"/>
                <a:cs typeface="Inter"/>
              </a:defRPr>
            </a:lvl2pPr>
            <a:lvl3pPr>
              <a:defRPr sz="1725" b="0">
                <a:solidFill>
                  <a:srgbClr val="666666"/>
                </a:solidFill>
                <a:latin typeface="Inter"/>
                <a:ea typeface="Inter"/>
                <a:cs typeface="Inter"/>
              </a:defRPr>
            </a:lvl3pPr>
            <a:lvl4pPr>
              <a:defRPr sz="1725" b="0">
                <a:solidFill>
                  <a:srgbClr val="666666"/>
                </a:solidFill>
                <a:latin typeface="Inter"/>
                <a:ea typeface="Inter"/>
                <a:cs typeface="Inter"/>
              </a:defRPr>
            </a:lvl4pPr>
            <a:lvl5pPr>
              <a:defRPr sz="1725" b="0">
                <a:solidFill>
                  <a:srgbClr val="666666"/>
                </a:solidFill>
                <a:latin typeface="Inter"/>
                <a:ea typeface="Inter"/>
                <a:cs typeface="Inter"/>
              </a:defRPr>
            </a:lvl5pPr>
            <a:lvl6pPr>
              <a:defRPr sz="1725" b="0">
                <a:solidFill>
                  <a:srgbClr val="666666"/>
                </a:solidFill>
                <a:latin typeface="Inter"/>
                <a:ea typeface="Inter"/>
                <a:cs typeface="Inter"/>
              </a:defRPr>
            </a:lvl6pPr>
            <a:lvl7pPr>
              <a:defRPr sz="1725" b="0">
                <a:solidFill>
                  <a:srgbClr val="666666"/>
                </a:solidFill>
                <a:latin typeface="Inter"/>
                <a:ea typeface="Inter"/>
                <a:cs typeface="Inter"/>
              </a:defRPr>
            </a:lvl7pPr>
            <a:lvl8pPr>
              <a:defRPr sz="1725" b="0">
                <a:solidFill>
                  <a:srgbClr val="666666"/>
                </a:solidFill>
                <a:latin typeface="Inter"/>
                <a:ea typeface="Inter"/>
                <a:cs typeface="Inter"/>
              </a:defRPr>
            </a:lvl8pPr>
            <a:lvl9pPr>
              <a:defRPr sz="1725" b="0">
                <a:solidFill>
                  <a:srgbClr val="666666"/>
                </a:solidFill>
                <a:latin typeface="Inter"/>
                <a:ea typeface="Inter"/>
                <a:cs typeface="Inter"/>
              </a:defRPr>
            </a:lvl9pPr>
          </a:lstStyle>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What did we decide,</a:t>
            </a:r>
          </a:p>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and what changed?</a:t>
            </a:r>
          </a:p>
        </p:txBody>
      </p:sp>
      <p:sp>
        <p:nvSpPr>
          <p:cNvPr id="14" name="block-18">
            <a:extLst xmlns:a="http://schemas.openxmlformats.org/drawingml/2006/main">
              <a:ext uri="{FF2B5EF4-FFF2-40B4-BE49-F238E27FC236}">
                <a16:creationId xmlns:a16="http://schemas.microsoft.com/office/drawing/2014/main" id="{DF2E9B50-9278-45CE-838A-F7892A773EC9}"/>
              </a:ext>
            </a:extLst>
          </p:cNvPr>
          <p:cNvSpPr>
            <a:spLocks xmlns:a="http://schemas.openxmlformats.org/drawingml/2006/main" noGrp="1"/>
          </p:cNvSpPr>
          <p:nvPr/>
        </p:nvSpPr>
        <p:spPr>
          <a:xfrm xmlns:a="http://schemas.openxmlformats.org/drawingml/2006/main">
            <a:off x="571500" y="5629275"/>
            <a:ext cx="11049000" cy="7620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15" name="copy-19">
            <a:extLst xmlns:a="http://schemas.openxmlformats.org/drawingml/2006/main">
              <a:ext uri="{FF2B5EF4-FFF2-40B4-BE49-F238E27FC236}">
                <a16:creationId xmlns:a16="http://schemas.microsoft.com/office/drawing/2014/main" id="{8C4D6D57-DD54-4C5C-B01B-FBB9DDAB143A}"/>
              </a:ext>
            </a:extLst>
          </p:cNvPr>
          <p:cNvSpPr>
            <a:spLocks xmlns:a="http://schemas.openxmlformats.org/drawingml/2006/main" noGrp="1"/>
          </p:cNvSpPr>
          <p:nvPr/>
        </p:nvSpPr>
        <p:spPr>
          <a:xfrm xmlns:a="http://schemas.openxmlformats.org/drawingml/2006/main">
            <a:off x="838200" y="5791200"/>
            <a:ext cx="10515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FFFFFF"/>
                </a:solidFill>
                <a:latin typeface="Inter"/>
                <a:ea typeface="Inter"/>
                <a:cs typeface="Inter"/>
              </a:defRPr>
            </a:defPPr>
            <a:lvl1pPr>
              <a:defRPr sz="2325" b="0">
                <a:solidFill>
                  <a:srgbClr val="FFFFFF"/>
                </a:solidFill>
                <a:latin typeface="Inter"/>
                <a:ea typeface="Inter"/>
                <a:cs typeface="Inter"/>
              </a:defRPr>
            </a:lvl1pPr>
            <a:lvl2pPr>
              <a:defRPr sz="2325" b="0">
                <a:solidFill>
                  <a:srgbClr val="FFFFFF"/>
                </a:solidFill>
                <a:latin typeface="Inter"/>
                <a:ea typeface="Inter"/>
                <a:cs typeface="Inter"/>
              </a:defRPr>
            </a:lvl2pPr>
            <a:lvl3pPr>
              <a:defRPr sz="2325" b="0">
                <a:solidFill>
                  <a:srgbClr val="FFFFFF"/>
                </a:solidFill>
                <a:latin typeface="Inter"/>
                <a:ea typeface="Inter"/>
                <a:cs typeface="Inter"/>
              </a:defRPr>
            </a:lvl3pPr>
            <a:lvl4pPr>
              <a:defRPr sz="2325" b="0">
                <a:solidFill>
                  <a:srgbClr val="FFFFFF"/>
                </a:solidFill>
                <a:latin typeface="Inter"/>
                <a:ea typeface="Inter"/>
                <a:cs typeface="Inter"/>
              </a:defRPr>
            </a:lvl4pPr>
            <a:lvl5pPr>
              <a:defRPr sz="2325" b="0">
                <a:solidFill>
                  <a:srgbClr val="FFFFFF"/>
                </a:solidFill>
                <a:latin typeface="Inter"/>
                <a:ea typeface="Inter"/>
                <a:cs typeface="Inter"/>
              </a:defRPr>
            </a:lvl5pPr>
            <a:lvl6pPr>
              <a:defRPr sz="2325" b="0">
                <a:solidFill>
                  <a:srgbClr val="FFFFFF"/>
                </a:solidFill>
                <a:latin typeface="Inter"/>
                <a:ea typeface="Inter"/>
                <a:cs typeface="Inter"/>
              </a:defRPr>
            </a:lvl6pPr>
            <a:lvl7pPr>
              <a:defRPr sz="2325" b="0">
                <a:solidFill>
                  <a:srgbClr val="FFFFFF"/>
                </a:solidFill>
                <a:latin typeface="Inter"/>
                <a:ea typeface="Inter"/>
                <a:cs typeface="Inter"/>
              </a:defRPr>
            </a:lvl7pPr>
            <a:lvl8pPr>
              <a:defRPr sz="2325" b="0">
                <a:solidFill>
                  <a:srgbClr val="FFFFFF"/>
                </a:solidFill>
                <a:latin typeface="Inter"/>
                <a:ea typeface="Inter"/>
                <a:cs typeface="Inter"/>
              </a:defRPr>
            </a:lvl8pPr>
            <a:lvl9pPr>
              <a:defRPr sz="2325" b="0">
                <a:solidFill>
                  <a:srgbClr val="FFFFFF"/>
                </a:solidFill>
                <a:latin typeface="Inter"/>
                <a:ea typeface="Inter"/>
                <a:cs typeface="Inter"/>
              </a:defRPr>
            </a:lvl9pPr>
          </a:lstStyle>
          <a:p xmlns:a="http://schemas.openxmlformats.org/drawingml/2006/main">
            <a:pPr>
              <a:defRPr sz="2325" b="0">
                <a:solidFill>
                  <a:srgbClr val="FFFFFF"/>
                </a:solidFill>
                <a:latin typeface="Inter"/>
                <a:ea typeface="Inter"/>
                <a:cs typeface="Inter"/>
              </a:defRPr>
            </a:pPr>
            <a:r>
              <a:rPr sz="2325" b="0">
                <a:solidFill>
                  <a:srgbClr val="FFFFFF"/>
                </a:solidFill>
                <a:latin typeface="Inter"/>
                <a:ea typeface="Inter"/>
                <a:cs typeface="Inter"/>
              </a:rPr>
              <a:t>One label depends on all of them.</a:t>
            </a:r>
          </a:p>
        </p:txBody>
      </p:sp>
    </p:spTree>
    <p:extLst>
      <p:ext uri="{BB962C8B-B14F-4D97-AF65-F5344CB8AC3E}">
        <p14:creationId xmlns:p14="http://schemas.microsoft.com/office/powerpoint/2010/main" val="557286062"/>
      </p:ext>
    </p:extLst>
  </p:cSld>
</p:sld>
</file>

<file path=ppt/slides/slide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0" name="copy-20">
            <a:extLst xmlns:a="http://schemas.openxmlformats.org/drawingml/2006/main">
              <a:ext uri="{FF2B5EF4-FFF2-40B4-BE49-F238E27FC236}">
                <a16:creationId xmlns:a16="http://schemas.microsoft.com/office/drawing/2014/main" id="{4B215A88-1F1B-400C-A465-9E52BE79E55A}"/>
              </a:ext>
            </a:extLst>
          </p:cNvPr>
          <p:cNvSpPr>
            <a:spLocks xmlns:a="http://schemas.openxmlformats.org/drawingml/2006/main" noGrp="1"/>
          </p:cNvSpPr>
          <p:nvPr/>
        </p:nvSpPr>
        <p:spPr>
          <a:xfrm xmlns:a="http://schemas.openxmlformats.org/drawingml/2006/main">
            <a:off x="457200" y="400050"/>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0">
                <a:solidFill>
                  <a:srgbClr val="FFFFFF"/>
                </a:solidFill>
                <a:latin typeface="Inter"/>
                <a:ea typeface="Inter"/>
                <a:cs typeface="Inter"/>
              </a:defRPr>
            </a:defPPr>
            <a:lvl1pPr>
              <a:defRPr sz="2700" b="0">
                <a:solidFill>
                  <a:srgbClr val="FFFFFF"/>
                </a:solidFill>
                <a:latin typeface="Inter"/>
                <a:ea typeface="Inter"/>
                <a:cs typeface="Inter"/>
              </a:defRPr>
            </a:lvl1pPr>
            <a:lvl2pPr>
              <a:defRPr sz="2700" b="0">
                <a:solidFill>
                  <a:srgbClr val="FFFFFF"/>
                </a:solidFill>
                <a:latin typeface="Inter"/>
                <a:ea typeface="Inter"/>
                <a:cs typeface="Inter"/>
              </a:defRPr>
            </a:lvl2pPr>
            <a:lvl3pPr>
              <a:defRPr sz="2700" b="0">
                <a:solidFill>
                  <a:srgbClr val="FFFFFF"/>
                </a:solidFill>
                <a:latin typeface="Inter"/>
                <a:ea typeface="Inter"/>
                <a:cs typeface="Inter"/>
              </a:defRPr>
            </a:lvl3pPr>
            <a:lvl4pPr>
              <a:defRPr sz="2700" b="0">
                <a:solidFill>
                  <a:srgbClr val="FFFFFF"/>
                </a:solidFill>
                <a:latin typeface="Inter"/>
                <a:ea typeface="Inter"/>
                <a:cs typeface="Inter"/>
              </a:defRPr>
            </a:lvl4pPr>
            <a:lvl5pPr>
              <a:defRPr sz="2700" b="0">
                <a:solidFill>
                  <a:srgbClr val="FFFFFF"/>
                </a:solidFill>
                <a:latin typeface="Inter"/>
                <a:ea typeface="Inter"/>
                <a:cs typeface="Inter"/>
              </a:defRPr>
            </a:lvl5pPr>
            <a:lvl6pPr>
              <a:defRPr sz="2700" b="0">
                <a:solidFill>
                  <a:srgbClr val="FFFFFF"/>
                </a:solidFill>
                <a:latin typeface="Inter"/>
                <a:ea typeface="Inter"/>
                <a:cs typeface="Inter"/>
              </a:defRPr>
            </a:lvl6pPr>
            <a:lvl7pPr>
              <a:defRPr sz="2700" b="0">
                <a:solidFill>
                  <a:srgbClr val="FFFFFF"/>
                </a:solidFill>
                <a:latin typeface="Inter"/>
                <a:ea typeface="Inter"/>
                <a:cs typeface="Inter"/>
              </a:defRPr>
            </a:lvl7pPr>
            <a:lvl8pPr>
              <a:defRPr sz="2700" b="0">
                <a:solidFill>
                  <a:srgbClr val="FFFFFF"/>
                </a:solidFill>
                <a:latin typeface="Inter"/>
                <a:ea typeface="Inter"/>
                <a:cs typeface="Inter"/>
              </a:defRPr>
            </a:lvl8pPr>
            <a:lvl9pPr>
              <a:defRPr sz="2700" b="0">
                <a:solidFill>
                  <a:srgbClr val="FFFFFF"/>
                </a:solidFill>
                <a:latin typeface="Inter"/>
                <a:ea typeface="Inter"/>
                <a:cs typeface="Inter"/>
              </a:defRPr>
            </a:lvl9pPr>
          </a:lstStyle>
          <a:p xmlns:a="http://schemas.openxmlformats.org/drawingml/2006/main">
            <a:pPr>
              <a:defRPr sz="2700" b="0">
                <a:solidFill>
                  <a:srgbClr val="FFFFFF"/>
                </a:solidFill>
                <a:latin typeface="Inter"/>
                <a:ea typeface="Inter"/>
                <a:cs typeface="Inter"/>
              </a:defRPr>
            </a:pPr>
            <a:r>
              <a:rPr sz="2700" b="0">
                <a:solidFill>
                  <a:srgbClr val="FFFFFF"/>
                </a:solidFill>
                <a:latin typeface="Inter"/>
                <a:ea typeface="Inter"/>
                <a:cs typeface="Inter"/>
              </a:rPr>
              <a:t>“Annotate all groups and show the evidence.”</a:t>
            </a:r>
          </a:p>
        </p:txBody>
      </p:sp>
      <p:pic>
        <p:nvPicPr>
          <p:cNvPr id="2" name="">
            <a:extLst xmlns:a="http://schemas.openxmlformats.org/drawingml/2006/main">
              <a:ext uri="{FF2B5EF4-FFF2-40B4-BE49-F238E27FC236}">
                <a16:creationId xmlns:a16="http://schemas.microsoft.com/office/drawing/2014/main" id="{FEB21189-9885-4F55-A6ED-42BCDB2AD40B}"/>
              </a:ext>
            </a:extLst>
          </p:cNvPr>
          <p:cNvPicPr>
            <a:picLocks xmlns:a="http://schemas.openxmlformats.org/drawingml/2006/main" noChangeAspect="1"/>
          </p:cNvPicPr>
          <p:nvPr/>
        </p:nvPicPr>
        <p:blipFill>
          <a:blip xmlns:r="http://schemas.openxmlformats.org/officeDocument/2006/relationships" xmlns:a="http://schemas.openxmlformats.org/drawingml/2006/main" r:embed="Ra7eef7c09d8248cb"/>
          <a:stretch xmlns:a="http://schemas.openxmlformats.org/drawingml/2006/main"/>
        </p:blipFill>
        <p:spPr>
          <a:xfrm xmlns:a="http://schemas.openxmlformats.org/drawingml/2006/main">
            <a:off x="345621" y="1123950"/>
            <a:ext cx="7347857" cy="5429250"/>
          </a:xfrm>
          <a:prstGeom xmlns:a="http://schemas.openxmlformats.org/drawingml/2006/main" prst="rect">
            <a:avLst/>
          </a:prstGeom>
        </p:spPr>
      </p:pic>
      <p:sp>
        <p:nvSpPr>
          <p:cNvPr id="3" name="copy-21">
            <a:extLst xmlns:a="http://schemas.openxmlformats.org/drawingml/2006/main">
              <a:ext uri="{FF2B5EF4-FFF2-40B4-BE49-F238E27FC236}">
                <a16:creationId xmlns:a16="http://schemas.microsoft.com/office/drawing/2014/main" id="{E17D06A6-6B75-466E-A96C-97EB9EF488E5}"/>
              </a:ext>
            </a:extLst>
          </p:cNvPr>
          <p:cNvSpPr>
            <a:spLocks xmlns:a="http://schemas.openxmlformats.org/drawingml/2006/main" noGrp="1"/>
          </p:cNvSpPr>
          <p:nvPr/>
        </p:nvSpPr>
        <p:spPr>
          <a:xfrm xmlns:a="http://schemas.openxmlformats.org/drawingml/2006/main">
            <a:off x="8096250" y="1476375"/>
            <a:ext cx="3810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FFFFF"/>
                </a:solidFill>
                <a:latin typeface="Inter"/>
                <a:ea typeface="Inter"/>
                <a:cs typeface="Inter"/>
              </a:defRPr>
            </a:defPPr>
            <a:lvl1pPr>
              <a:defRPr sz="3225" b="1">
                <a:solidFill>
                  <a:srgbClr val="FFFFFF"/>
                </a:solidFill>
                <a:latin typeface="Inter"/>
                <a:ea typeface="Inter"/>
                <a:cs typeface="Inter"/>
              </a:defRPr>
            </a:lvl1pPr>
            <a:lvl2pPr>
              <a:defRPr sz="3225" b="1">
                <a:solidFill>
                  <a:srgbClr val="FFFFFF"/>
                </a:solidFill>
                <a:latin typeface="Inter"/>
                <a:ea typeface="Inter"/>
                <a:cs typeface="Inter"/>
              </a:defRPr>
            </a:lvl2pPr>
            <a:lvl3pPr>
              <a:defRPr sz="3225" b="1">
                <a:solidFill>
                  <a:srgbClr val="FFFFFF"/>
                </a:solidFill>
                <a:latin typeface="Inter"/>
                <a:ea typeface="Inter"/>
                <a:cs typeface="Inter"/>
              </a:defRPr>
            </a:lvl3pPr>
            <a:lvl4pPr>
              <a:defRPr sz="3225" b="1">
                <a:solidFill>
                  <a:srgbClr val="FFFFFF"/>
                </a:solidFill>
                <a:latin typeface="Inter"/>
                <a:ea typeface="Inter"/>
                <a:cs typeface="Inter"/>
              </a:defRPr>
            </a:lvl4pPr>
            <a:lvl5pPr>
              <a:defRPr sz="3225" b="1">
                <a:solidFill>
                  <a:srgbClr val="FFFFFF"/>
                </a:solidFill>
                <a:latin typeface="Inter"/>
                <a:ea typeface="Inter"/>
                <a:cs typeface="Inter"/>
              </a:defRPr>
            </a:lvl5pPr>
            <a:lvl6pPr>
              <a:defRPr sz="3225" b="1">
                <a:solidFill>
                  <a:srgbClr val="FFFFFF"/>
                </a:solidFill>
                <a:latin typeface="Inter"/>
                <a:ea typeface="Inter"/>
                <a:cs typeface="Inter"/>
              </a:defRPr>
            </a:lvl6pPr>
            <a:lvl7pPr>
              <a:defRPr sz="3225" b="1">
                <a:solidFill>
                  <a:srgbClr val="FFFFFF"/>
                </a:solidFill>
                <a:latin typeface="Inter"/>
                <a:ea typeface="Inter"/>
                <a:cs typeface="Inter"/>
              </a:defRPr>
            </a:lvl7pPr>
            <a:lvl8pPr>
              <a:defRPr sz="3225" b="1">
                <a:solidFill>
                  <a:srgbClr val="FFFFFF"/>
                </a:solidFill>
                <a:latin typeface="Inter"/>
                <a:ea typeface="Inter"/>
                <a:cs typeface="Inter"/>
              </a:defRPr>
            </a:lvl8pPr>
            <a:lvl9pPr>
              <a:defRPr sz="3225" b="1">
                <a:solidFill>
                  <a:srgbClr val="FFFFFF"/>
                </a:solidFill>
                <a:latin typeface="Inter"/>
                <a:ea typeface="Inter"/>
                <a:cs typeface="Inter"/>
              </a:defRPr>
            </a:lvl9pPr>
          </a:lstStyle>
          <a:p xmlns:a="http://schemas.openxmlformats.org/drawingml/2006/main">
            <a:pPr>
              <a:defRPr sz="3225" b="1">
                <a:solidFill>
                  <a:srgbClr val="FFFFFF"/>
                </a:solidFill>
                <a:latin typeface="Inter"/>
                <a:ea typeface="Inter"/>
                <a:cs typeface="Inter"/>
              </a:defRPr>
            </a:pPr>
            <a:r>
              <a:rPr sz="3225" b="1">
                <a:solidFill>
                  <a:srgbClr val="FFFFFF"/>
                </a:solidFill>
                <a:latin typeface="Inter"/>
                <a:ea typeface="Inter"/>
                <a:cs typeface="Inter"/>
              </a:rPr>
              <a:t>One request.</a:t>
            </a:r>
          </a:p>
          <a:p xmlns:a="http://schemas.openxmlformats.org/drawingml/2006/main">
            <a:pPr>
              <a:defRPr sz="3225" b="1">
                <a:solidFill>
                  <a:srgbClr val="FFFFFF"/>
                </a:solidFill>
                <a:latin typeface="Inter"/>
                <a:ea typeface="Inter"/>
                <a:cs typeface="Inter"/>
              </a:defRPr>
            </a:pPr>
            <a:r>
              <a:rPr sz="3225" b="1">
                <a:solidFill>
                  <a:srgbClr val="FFFFFF"/>
                </a:solidFill>
                <a:latin typeface="Inter"/>
                <a:ea typeface="Inter"/>
                <a:cs typeface="Inter"/>
              </a:rPr>
              <a:t>Twelve groups.</a:t>
            </a:r>
          </a:p>
        </p:txBody>
      </p:sp>
      <p:sp>
        <p:nvSpPr>
          <p:cNvPr id="4" name="copy-22">
            <a:extLst xmlns:a="http://schemas.openxmlformats.org/drawingml/2006/main">
              <a:ext uri="{FF2B5EF4-FFF2-40B4-BE49-F238E27FC236}">
                <a16:creationId xmlns:a16="http://schemas.microsoft.com/office/drawing/2014/main" id="{2989C9D8-8595-4B90-B8D1-1C9286FDF8C1}"/>
              </a:ext>
            </a:extLst>
          </p:cNvPr>
          <p:cNvSpPr>
            <a:spLocks xmlns:a="http://schemas.openxmlformats.org/drawingml/2006/main" noGrp="1"/>
          </p:cNvSpPr>
          <p:nvPr/>
        </p:nvSpPr>
        <p:spPr>
          <a:xfrm xmlns:a="http://schemas.openxmlformats.org/drawingml/2006/main">
            <a:off x="8096250" y="32480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5" b="1">
                <a:solidFill>
                  <a:srgbClr val="B5D6A4"/>
                </a:solidFill>
                <a:latin typeface="Inter"/>
                <a:ea typeface="Inter"/>
                <a:cs typeface="Inter"/>
              </a:defRPr>
            </a:defPPr>
            <a:lvl1pPr>
              <a:defRPr sz="4275" b="1">
                <a:solidFill>
                  <a:srgbClr val="B5D6A4"/>
                </a:solidFill>
                <a:latin typeface="Inter"/>
                <a:ea typeface="Inter"/>
                <a:cs typeface="Inter"/>
              </a:defRPr>
            </a:lvl1pPr>
            <a:lvl2pPr>
              <a:defRPr sz="4275" b="1">
                <a:solidFill>
                  <a:srgbClr val="B5D6A4"/>
                </a:solidFill>
                <a:latin typeface="Inter"/>
                <a:ea typeface="Inter"/>
                <a:cs typeface="Inter"/>
              </a:defRPr>
            </a:lvl2pPr>
            <a:lvl3pPr>
              <a:defRPr sz="4275" b="1">
                <a:solidFill>
                  <a:srgbClr val="B5D6A4"/>
                </a:solidFill>
                <a:latin typeface="Inter"/>
                <a:ea typeface="Inter"/>
                <a:cs typeface="Inter"/>
              </a:defRPr>
            </a:lvl3pPr>
            <a:lvl4pPr>
              <a:defRPr sz="4275" b="1">
                <a:solidFill>
                  <a:srgbClr val="B5D6A4"/>
                </a:solidFill>
                <a:latin typeface="Inter"/>
                <a:ea typeface="Inter"/>
                <a:cs typeface="Inter"/>
              </a:defRPr>
            </a:lvl4pPr>
            <a:lvl5pPr>
              <a:defRPr sz="4275" b="1">
                <a:solidFill>
                  <a:srgbClr val="B5D6A4"/>
                </a:solidFill>
                <a:latin typeface="Inter"/>
                <a:ea typeface="Inter"/>
                <a:cs typeface="Inter"/>
              </a:defRPr>
            </a:lvl5pPr>
            <a:lvl6pPr>
              <a:defRPr sz="4275" b="1">
                <a:solidFill>
                  <a:srgbClr val="B5D6A4"/>
                </a:solidFill>
                <a:latin typeface="Inter"/>
                <a:ea typeface="Inter"/>
                <a:cs typeface="Inter"/>
              </a:defRPr>
            </a:lvl6pPr>
            <a:lvl7pPr>
              <a:defRPr sz="4275" b="1">
                <a:solidFill>
                  <a:srgbClr val="B5D6A4"/>
                </a:solidFill>
                <a:latin typeface="Inter"/>
                <a:ea typeface="Inter"/>
                <a:cs typeface="Inter"/>
              </a:defRPr>
            </a:lvl7pPr>
            <a:lvl8pPr>
              <a:defRPr sz="4275" b="1">
                <a:solidFill>
                  <a:srgbClr val="B5D6A4"/>
                </a:solidFill>
                <a:latin typeface="Inter"/>
                <a:ea typeface="Inter"/>
                <a:cs typeface="Inter"/>
              </a:defRPr>
            </a:lvl8pPr>
            <a:lvl9pPr>
              <a:defRPr sz="4275" b="1">
                <a:solidFill>
                  <a:srgbClr val="B5D6A4"/>
                </a:solidFill>
                <a:latin typeface="Inter"/>
                <a:ea typeface="Inter"/>
                <a:cs typeface="Inter"/>
              </a:defRPr>
            </a:lvl9pPr>
          </a:lstStyle>
          <a:p xmlns:a="http://schemas.openxmlformats.org/drawingml/2006/main">
            <a:pPr>
              <a:defRPr sz="4275" b="1">
                <a:solidFill>
                  <a:srgbClr val="B5D6A4"/>
                </a:solidFill>
                <a:latin typeface="Inter"/>
                <a:ea typeface="Inter"/>
                <a:cs typeface="Inter"/>
              </a:defRPr>
            </a:pPr>
            <a:r>
              <a:rPr sz="4275" b="1">
                <a:solidFill>
                  <a:srgbClr val="B5D6A4"/>
                </a:solidFill>
                <a:latin typeface="Inter"/>
                <a:ea typeface="Inter"/>
                <a:cs typeface="Inter"/>
              </a:rPr>
              <a:t>7</a:t>
            </a:r>
          </a:p>
        </p:txBody>
      </p:sp>
      <p:sp>
        <p:nvSpPr>
          <p:cNvPr id="5" name="copy-23">
            <a:extLst xmlns:a="http://schemas.openxmlformats.org/drawingml/2006/main">
              <a:ext uri="{FF2B5EF4-FFF2-40B4-BE49-F238E27FC236}">
                <a16:creationId xmlns:a16="http://schemas.microsoft.com/office/drawing/2014/main" id="{4E8872C7-A02B-47CB-8F3D-A94FC548880C}"/>
              </a:ext>
            </a:extLst>
          </p:cNvPr>
          <p:cNvSpPr>
            <a:spLocks xmlns:a="http://schemas.openxmlformats.org/drawingml/2006/main" noGrp="1"/>
          </p:cNvSpPr>
          <p:nvPr/>
        </p:nvSpPr>
        <p:spPr>
          <a:xfrm xmlns:a="http://schemas.openxmlformats.org/drawingml/2006/main">
            <a:off x="8991600" y="3476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FFFFFF"/>
                </a:solidFill>
                <a:latin typeface="Inter"/>
                <a:ea typeface="Inter"/>
                <a:cs typeface="Inter"/>
              </a:defRPr>
            </a:defPPr>
            <a:lvl1pPr>
              <a:defRPr sz="1875" b="0">
                <a:solidFill>
                  <a:srgbClr val="FFFFFF"/>
                </a:solidFill>
                <a:latin typeface="Inter"/>
                <a:ea typeface="Inter"/>
                <a:cs typeface="Inter"/>
              </a:defRPr>
            </a:lvl1pPr>
            <a:lvl2pPr>
              <a:defRPr sz="1875" b="0">
                <a:solidFill>
                  <a:srgbClr val="FFFFFF"/>
                </a:solidFill>
                <a:latin typeface="Inter"/>
                <a:ea typeface="Inter"/>
                <a:cs typeface="Inter"/>
              </a:defRPr>
            </a:lvl2pPr>
            <a:lvl3pPr>
              <a:defRPr sz="1875" b="0">
                <a:solidFill>
                  <a:srgbClr val="FFFFFF"/>
                </a:solidFill>
                <a:latin typeface="Inter"/>
                <a:ea typeface="Inter"/>
                <a:cs typeface="Inter"/>
              </a:defRPr>
            </a:lvl3pPr>
            <a:lvl4pPr>
              <a:defRPr sz="1875" b="0">
                <a:solidFill>
                  <a:srgbClr val="FFFFFF"/>
                </a:solidFill>
                <a:latin typeface="Inter"/>
                <a:ea typeface="Inter"/>
                <a:cs typeface="Inter"/>
              </a:defRPr>
            </a:lvl4pPr>
            <a:lvl5pPr>
              <a:defRPr sz="1875" b="0">
                <a:solidFill>
                  <a:srgbClr val="FFFFFF"/>
                </a:solidFill>
                <a:latin typeface="Inter"/>
                <a:ea typeface="Inter"/>
                <a:cs typeface="Inter"/>
              </a:defRPr>
            </a:lvl5pPr>
            <a:lvl6pPr>
              <a:defRPr sz="1875" b="0">
                <a:solidFill>
                  <a:srgbClr val="FFFFFF"/>
                </a:solidFill>
                <a:latin typeface="Inter"/>
                <a:ea typeface="Inter"/>
                <a:cs typeface="Inter"/>
              </a:defRPr>
            </a:lvl6pPr>
            <a:lvl7pPr>
              <a:defRPr sz="1875" b="0">
                <a:solidFill>
                  <a:srgbClr val="FFFFFF"/>
                </a:solidFill>
                <a:latin typeface="Inter"/>
                <a:ea typeface="Inter"/>
                <a:cs typeface="Inter"/>
              </a:defRPr>
            </a:lvl7pPr>
            <a:lvl8pPr>
              <a:defRPr sz="1875" b="0">
                <a:solidFill>
                  <a:srgbClr val="FFFFFF"/>
                </a:solidFill>
                <a:latin typeface="Inter"/>
                <a:ea typeface="Inter"/>
                <a:cs typeface="Inter"/>
              </a:defRPr>
            </a:lvl8pPr>
            <a:lvl9pPr>
              <a:defRPr sz="1875" b="0">
                <a:solidFill>
                  <a:srgbClr val="FFFFFF"/>
                </a:solidFill>
                <a:latin typeface="Inter"/>
                <a:ea typeface="Inter"/>
                <a:cs typeface="Inter"/>
              </a:defRPr>
            </a:lvl9pPr>
          </a:lstStyle>
          <a:p xmlns:a="http://schemas.openxmlformats.org/drawingml/2006/main">
            <a:pPr>
              <a:defRPr sz="1875" b="0">
                <a:solidFill>
                  <a:srgbClr val="FFFFFF"/>
                </a:solidFill>
                <a:latin typeface="Inter"/>
                <a:ea typeface="Inter"/>
                <a:cs typeface="Inter"/>
              </a:defRPr>
            </a:pPr>
            <a:r>
              <a:rPr sz="1875" b="0">
                <a:solidFill>
                  <a:srgbClr val="FFFFFF"/>
                </a:solidFill>
                <a:latin typeface="Inter"/>
                <a:ea typeface="Inter"/>
                <a:cs typeface="Inter"/>
              </a:rPr>
              <a:t>suggested</a:t>
            </a:r>
          </a:p>
        </p:txBody>
      </p:sp>
      <p:sp>
        <p:nvSpPr>
          <p:cNvPr id="6" name="copy-24">
            <a:extLst xmlns:a="http://schemas.openxmlformats.org/drawingml/2006/main">
              <a:ext uri="{FF2B5EF4-FFF2-40B4-BE49-F238E27FC236}">
                <a16:creationId xmlns:a16="http://schemas.microsoft.com/office/drawing/2014/main" id="{8C7502CE-67E7-40DB-BF9D-FACDB6901017}"/>
              </a:ext>
            </a:extLst>
          </p:cNvPr>
          <p:cNvSpPr>
            <a:spLocks xmlns:a="http://schemas.openxmlformats.org/drawingml/2006/main" noGrp="1"/>
          </p:cNvSpPr>
          <p:nvPr/>
        </p:nvSpPr>
        <p:spPr>
          <a:xfrm xmlns:a="http://schemas.openxmlformats.org/drawingml/2006/main">
            <a:off x="8096250" y="414337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5" b="1">
                <a:solidFill>
                  <a:srgbClr val="E8BC62"/>
                </a:solidFill>
                <a:latin typeface="Inter"/>
                <a:ea typeface="Inter"/>
                <a:cs typeface="Inter"/>
              </a:defRPr>
            </a:defPPr>
            <a:lvl1pPr>
              <a:defRPr sz="4275" b="1">
                <a:solidFill>
                  <a:srgbClr val="E8BC62"/>
                </a:solidFill>
                <a:latin typeface="Inter"/>
                <a:ea typeface="Inter"/>
                <a:cs typeface="Inter"/>
              </a:defRPr>
            </a:lvl1pPr>
            <a:lvl2pPr>
              <a:defRPr sz="4275" b="1">
                <a:solidFill>
                  <a:srgbClr val="E8BC62"/>
                </a:solidFill>
                <a:latin typeface="Inter"/>
                <a:ea typeface="Inter"/>
                <a:cs typeface="Inter"/>
              </a:defRPr>
            </a:lvl2pPr>
            <a:lvl3pPr>
              <a:defRPr sz="4275" b="1">
                <a:solidFill>
                  <a:srgbClr val="E8BC62"/>
                </a:solidFill>
                <a:latin typeface="Inter"/>
                <a:ea typeface="Inter"/>
                <a:cs typeface="Inter"/>
              </a:defRPr>
            </a:lvl3pPr>
            <a:lvl4pPr>
              <a:defRPr sz="4275" b="1">
                <a:solidFill>
                  <a:srgbClr val="E8BC62"/>
                </a:solidFill>
                <a:latin typeface="Inter"/>
                <a:ea typeface="Inter"/>
                <a:cs typeface="Inter"/>
              </a:defRPr>
            </a:lvl4pPr>
            <a:lvl5pPr>
              <a:defRPr sz="4275" b="1">
                <a:solidFill>
                  <a:srgbClr val="E8BC62"/>
                </a:solidFill>
                <a:latin typeface="Inter"/>
                <a:ea typeface="Inter"/>
                <a:cs typeface="Inter"/>
              </a:defRPr>
            </a:lvl5pPr>
            <a:lvl6pPr>
              <a:defRPr sz="4275" b="1">
                <a:solidFill>
                  <a:srgbClr val="E8BC62"/>
                </a:solidFill>
                <a:latin typeface="Inter"/>
                <a:ea typeface="Inter"/>
                <a:cs typeface="Inter"/>
              </a:defRPr>
            </a:lvl6pPr>
            <a:lvl7pPr>
              <a:defRPr sz="4275" b="1">
                <a:solidFill>
                  <a:srgbClr val="E8BC62"/>
                </a:solidFill>
                <a:latin typeface="Inter"/>
                <a:ea typeface="Inter"/>
                <a:cs typeface="Inter"/>
              </a:defRPr>
            </a:lvl7pPr>
            <a:lvl8pPr>
              <a:defRPr sz="4275" b="1">
                <a:solidFill>
                  <a:srgbClr val="E8BC62"/>
                </a:solidFill>
                <a:latin typeface="Inter"/>
                <a:ea typeface="Inter"/>
                <a:cs typeface="Inter"/>
              </a:defRPr>
            </a:lvl8pPr>
            <a:lvl9pPr>
              <a:defRPr sz="4275" b="1">
                <a:solidFill>
                  <a:srgbClr val="E8BC62"/>
                </a:solidFill>
                <a:latin typeface="Inter"/>
                <a:ea typeface="Inter"/>
                <a:cs typeface="Inter"/>
              </a:defRPr>
            </a:lvl9pPr>
          </a:lstStyle>
          <a:p xmlns:a="http://schemas.openxmlformats.org/drawingml/2006/main">
            <a:pPr>
              <a:defRPr sz="4275" b="1">
                <a:solidFill>
                  <a:srgbClr val="E8BC62"/>
                </a:solidFill>
                <a:latin typeface="Inter"/>
                <a:ea typeface="Inter"/>
                <a:cs typeface="Inter"/>
              </a:defRPr>
            </a:pPr>
            <a:r>
              <a:rPr sz="4275" b="1">
                <a:solidFill>
                  <a:srgbClr val="E8BC62"/>
                </a:solidFill>
                <a:latin typeface="Inter"/>
                <a:ea typeface="Inter"/>
                <a:cs typeface="Inter"/>
              </a:rPr>
              <a:t>1</a:t>
            </a:r>
          </a:p>
        </p:txBody>
      </p:sp>
      <p:sp>
        <p:nvSpPr>
          <p:cNvPr id="7" name="copy-25">
            <a:extLst xmlns:a="http://schemas.openxmlformats.org/drawingml/2006/main">
              <a:ext uri="{FF2B5EF4-FFF2-40B4-BE49-F238E27FC236}">
                <a16:creationId xmlns:a16="http://schemas.microsoft.com/office/drawing/2014/main" id="{ABE1A80D-E182-4F28-9F0D-348C64852064}"/>
              </a:ext>
            </a:extLst>
          </p:cNvPr>
          <p:cNvSpPr>
            <a:spLocks xmlns:a="http://schemas.openxmlformats.org/drawingml/2006/main" noGrp="1"/>
          </p:cNvSpPr>
          <p:nvPr/>
        </p:nvSpPr>
        <p:spPr>
          <a:xfrm xmlns:a="http://schemas.openxmlformats.org/drawingml/2006/main">
            <a:off x="8991600" y="43719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FFFFFF"/>
                </a:solidFill>
                <a:latin typeface="Inter"/>
                <a:ea typeface="Inter"/>
                <a:cs typeface="Inter"/>
              </a:defRPr>
            </a:defPPr>
            <a:lvl1pPr>
              <a:defRPr sz="1875" b="0">
                <a:solidFill>
                  <a:srgbClr val="FFFFFF"/>
                </a:solidFill>
                <a:latin typeface="Inter"/>
                <a:ea typeface="Inter"/>
                <a:cs typeface="Inter"/>
              </a:defRPr>
            </a:lvl1pPr>
            <a:lvl2pPr>
              <a:defRPr sz="1875" b="0">
                <a:solidFill>
                  <a:srgbClr val="FFFFFF"/>
                </a:solidFill>
                <a:latin typeface="Inter"/>
                <a:ea typeface="Inter"/>
                <a:cs typeface="Inter"/>
              </a:defRPr>
            </a:lvl2pPr>
            <a:lvl3pPr>
              <a:defRPr sz="1875" b="0">
                <a:solidFill>
                  <a:srgbClr val="FFFFFF"/>
                </a:solidFill>
                <a:latin typeface="Inter"/>
                <a:ea typeface="Inter"/>
                <a:cs typeface="Inter"/>
              </a:defRPr>
            </a:lvl3pPr>
            <a:lvl4pPr>
              <a:defRPr sz="1875" b="0">
                <a:solidFill>
                  <a:srgbClr val="FFFFFF"/>
                </a:solidFill>
                <a:latin typeface="Inter"/>
                <a:ea typeface="Inter"/>
                <a:cs typeface="Inter"/>
              </a:defRPr>
            </a:lvl4pPr>
            <a:lvl5pPr>
              <a:defRPr sz="1875" b="0">
                <a:solidFill>
                  <a:srgbClr val="FFFFFF"/>
                </a:solidFill>
                <a:latin typeface="Inter"/>
                <a:ea typeface="Inter"/>
                <a:cs typeface="Inter"/>
              </a:defRPr>
            </a:lvl5pPr>
            <a:lvl6pPr>
              <a:defRPr sz="1875" b="0">
                <a:solidFill>
                  <a:srgbClr val="FFFFFF"/>
                </a:solidFill>
                <a:latin typeface="Inter"/>
                <a:ea typeface="Inter"/>
                <a:cs typeface="Inter"/>
              </a:defRPr>
            </a:lvl6pPr>
            <a:lvl7pPr>
              <a:defRPr sz="1875" b="0">
                <a:solidFill>
                  <a:srgbClr val="FFFFFF"/>
                </a:solidFill>
                <a:latin typeface="Inter"/>
                <a:ea typeface="Inter"/>
                <a:cs typeface="Inter"/>
              </a:defRPr>
            </a:lvl7pPr>
            <a:lvl8pPr>
              <a:defRPr sz="1875" b="0">
                <a:solidFill>
                  <a:srgbClr val="FFFFFF"/>
                </a:solidFill>
                <a:latin typeface="Inter"/>
                <a:ea typeface="Inter"/>
                <a:cs typeface="Inter"/>
              </a:defRPr>
            </a:lvl8pPr>
            <a:lvl9pPr>
              <a:defRPr sz="1875" b="0">
                <a:solidFill>
                  <a:srgbClr val="FFFFFF"/>
                </a:solidFill>
                <a:latin typeface="Inter"/>
                <a:ea typeface="Inter"/>
                <a:cs typeface="Inter"/>
              </a:defRPr>
            </a:lvl9pPr>
          </a:lstStyle>
          <a:p xmlns:a="http://schemas.openxmlformats.org/drawingml/2006/main">
            <a:pPr>
              <a:defRPr sz="1875" b="0">
                <a:solidFill>
                  <a:srgbClr val="FFFFFF"/>
                </a:solidFill>
                <a:latin typeface="Inter"/>
                <a:ea typeface="Inter"/>
                <a:cs typeface="Inter"/>
              </a:defRPr>
            </a:pPr>
            <a:r>
              <a:rPr sz="1875" b="0">
                <a:solidFill>
                  <a:srgbClr val="FFFFFF"/>
                </a:solidFill>
                <a:latin typeface="Inter"/>
                <a:ea typeface="Inter"/>
                <a:cs typeface="Inter"/>
              </a:rPr>
              <a:t>ambiguous</a:t>
            </a:r>
          </a:p>
        </p:txBody>
      </p:sp>
      <p:sp>
        <p:nvSpPr>
          <p:cNvPr id="8" name="copy-26">
            <a:extLst xmlns:a="http://schemas.openxmlformats.org/drawingml/2006/main">
              <a:ext uri="{FF2B5EF4-FFF2-40B4-BE49-F238E27FC236}">
                <a16:creationId xmlns:a16="http://schemas.microsoft.com/office/drawing/2014/main" id="{F9C7A2DC-DF2A-4539-B332-08AA8BCC73DD}"/>
              </a:ext>
            </a:extLst>
          </p:cNvPr>
          <p:cNvSpPr>
            <a:spLocks xmlns:a="http://schemas.openxmlformats.org/drawingml/2006/main" noGrp="1"/>
          </p:cNvSpPr>
          <p:nvPr/>
        </p:nvSpPr>
        <p:spPr>
          <a:xfrm xmlns:a="http://schemas.openxmlformats.org/drawingml/2006/main">
            <a:off x="8096250" y="50387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5" b="1">
                <a:solidFill>
                  <a:srgbClr val="B8C1BA"/>
                </a:solidFill>
                <a:latin typeface="Inter"/>
                <a:ea typeface="Inter"/>
                <a:cs typeface="Inter"/>
              </a:defRPr>
            </a:defPPr>
            <a:lvl1pPr>
              <a:defRPr sz="4275" b="1">
                <a:solidFill>
                  <a:srgbClr val="B8C1BA"/>
                </a:solidFill>
                <a:latin typeface="Inter"/>
                <a:ea typeface="Inter"/>
                <a:cs typeface="Inter"/>
              </a:defRPr>
            </a:lvl1pPr>
            <a:lvl2pPr>
              <a:defRPr sz="4275" b="1">
                <a:solidFill>
                  <a:srgbClr val="B8C1BA"/>
                </a:solidFill>
                <a:latin typeface="Inter"/>
                <a:ea typeface="Inter"/>
                <a:cs typeface="Inter"/>
              </a:defRPr>
            </a:lvl2pPr>
            <a:lvl3pPr>
              <a:defRPr sz="4275" b="1">
                <a:solidFill>
                  <a:srgbClr val="B8C1BA"/>
                </a:solidFill>
                <a:latin typeface="Inter"/>
                <a:ea typeface="Inter"/>
                <a:cs typeface="Inter"/>
              </a:defRPr>
            </a:lvl3pPr>
            <a:lvl4pPr>
              <a:defRPr sz="4275" b="1">
                <a:solidFill>
                  <a:srgbClr val="B8C1BA"/>
                </a:solidFill>
                <a:latin typeface="Inter"/>
                <a:ea typeface="Inter"/>
                <a:cs typeface="Inter"/>
              </a:defRPr>
            </a:lvl4pPr>
            <a:lvl5pPr>
              <a:defRPr sz="4275" b="1">
                <a:solidFill>
                  <a:srgbClr val="B8C1BA"/>
                </a:solidFill>
                <a:latin typeface="Inter"/>
                <a:ea typeface="Inter"/>
                <a:cs typeface="Inter"/>
              </a:defRPr>
            </a:lvl5pPr>
            <a:lvl6pPr>
              <a:defRPr sz="4275" b="1">
                <a:solidFill>
                  <a:srgbClr val="B8C1BA"/>
                </a:solidFill>
                <a:latin typeface="Inter"/>
                <a:ea typeface="Inter"/>
                <a:cs typeface="Inter"/>
              </a:defRPr>
            </a:lvl6pPr>
            <a:lvl7pPr>
              <a:defRPr sz="4275" b="1">
                <a:solidFill>
                  <a:srgbClr val="B8C1BA"/>
                </a:solidFill>
                <a:latin typeface="Inter"/>
                <a:ea typeface="Inter"/>
                <a:cs typeface="Inter"/>
              </a:defRPr>
            </a:lvl7pPr>
            <a:lvl8pPr>
              <a:defRPr sz="4275" b="1">
                <a:solidFill>
                  <a:srgbClr val="B8C1BA"/>
                </a:solidFill>
                <a:latin typeface="Inter"/>
                <a:ea typeface="Inter"/>
                <a:cs typeface="Inter"/>
              </a:defRPr>
            </a:lvl8pPr>
            <a:lvl9pPr>
              <a:defRPr sz="4275" b="1">
                <a:solidFill>
                  <a:srgbClr val="B8C1BA"/>
                </a:solidFill>
                <a:latin typeface="Inter"/>
                <a:ea typeface="Inter"/>
                <a:cs typeface="Inter"/>
              </a:defRPr>
            </a:lvl9pPr>
          </a:lstStyle>
          <a:p xmlns:a="http://schemas.openxmlformats.org/drawingml/2006/main">
            <a:pPr>
              <a:defRPr sz="4275" b="1">
                <a:solidFill>
                  <a:srgbClr val="B8C1BA"/>
                </a:solidFill>
                <a:latin typeface="Inter"/>
                <a:ea typeface="Inter"/>
                <a:cs typeface="Inter"/>
              </a:defRPr>
            </a:pPr>
            <a:r>
              <a:rPr sz="4275" b="1">
                <a:solidFill>
                  <a:srgbClr val="B8C1BA"/>
                </a:solidFill>
                <a:latin typeface="Inter"/>
                <a:ea typeface="Inter"/>
                <a:cs typeface="Inter"/>
              </a:rPr>
              <a:t>4</a:t>
            </a:r>
          </a:p>
        </p:txBody>
      </p:sp>
      <p:sp>
        <p:nvSpPr>
          <p:cNvPr id="9" name="copy-27">
            <a:extLst xmlns:a="http://schemas.openxmlformats.org/drawingml/2006/main">
              <a:ext uri="{FF2B5EF4-FFF2-40B4-BE49-F238E27FC236}">
                <a16:creationId xmlns:a16="http://schemas.microsoft.com/office/drawing/2014/main" id="{746D417E-9FD0-438E-ADE5-B341D450BD2D}"/>
              </a:ext>
            </a:extLst>
          </p:cNvPr>
          <p:cNvSpPr>
            <a:spLocks xmlns:a="http://schemas.openxmlformats.org/drawingml/2006/main" noGrp="1"/>
          </p:cNvSpPr>
          <p:nvPr/>
        </p:nvSpPr>
        <p:spPr>
          <a:xfrm xmlns:a="http://schemas.openxmlformats.org/drawingml/2006/main">
            <a:off x="8991600" y="52673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FFFFFF"/>
                </a:solidFill>
                <a:latin typeface="Inter"/>
                <a:ea typeface="Inter"/>
                <a:cs typeface="Inter"/>
              </a:defRPr>
            </a:defPPr>
            <a:lvl1pPr>
              <a:defRPr sz="1875" b="0">
                <a:solidFill>
                  <a:srgbClr val="FFFFFF"/>
                </a:solidFill>
                <a:latin typeface="Inter"/>
                <a:ea typeface="Inter"/>
                <a:cs typeface="Inter"/>
              </a:defRPr>
            </a:lvl1pPr>
            <a:lvl2pPr>
              <a:defRPr sz="1875" b="0">
                <a:solidFill>
                  <a:srgbClr val="FFFFFF"/>
                </a:solidFill>
                <a:latin typeface="Inter"/>
                <a:ea typeface="Inter"/>
                <a:cs typeface="Inter"/>
              </a:defRPr>
            </a:lvl2pPr>
            <a:lvl3pPr>
              <a:defRPr sz="1875" b="0">
                <a:solidFill>
                  <a:srgbClr val="FFFFFF"/>
                </a:solidFill>
                <a:latin typeface="Inter"/>
                <a:ea typeface="Inter"/>
                <a:cs typeface="Inter"/>
              </a:defRPr>
            </a:lvl3pPr>
            <a:lvl4pPr>
              <a:defRPr sz="1875" b="0">
                <a:solidFill>
                  <a:srgbClr val="FFFFFF"/>
                </a:solidFill>
                <a:latin typeface="Inter"/>
                <a:ea typeface="Inter"/>
                <a:cs typeface="Inter"/>
              </a:defRPr>
            </a:lvl4pPr>
            <a:lvl5pPr>
              <a:defRPr sz="1875" b="0">
                <a:solidFill>
                  <a:srgbClr val="FFFFFF"/>
                </a:solidFill>
                <a:latin typeface="Inter"/>
                <a:ea typeface="Inter"/>
                <a:cs typeface="Inter"/>
              </a:defRPr>
            </a:lvl5pPr>
            <a:lvl6pPr>
              <a:defRPr sz="1875" b="0">
                <a:solidFill>
                  <a:srgbClr val="FFFFFF"/>
                </a:solidFill>
                <a:latin typeface="Inter"/>
                <a:ea typeface="Inter"/>
                <a:cs typeface="Inter"/>
              </a:defRPr>
            </a:lvl6pPr>
            <a:lvl7pPr>
              <a:defRPr sz="1875" b="0">
                <a:solidFill>
                  <a:srgbClr val="FFFFFF"/>
                </a:solidFill>
                <a:latin typeface="Inter"/>
                <a:ea typeface="Inter"/>
                <a:cs typeface="Inter"/>
              </a:defRPr>
            </a:lvl7pPr>
            <a:lvl8pPr>
              <a:defRPr sz="1875" b="0">
                <a:solidFill>
                  <a:srgbClr val="FFFFFF"/>
                </a:solidFill>
                <a:latin typeface="Inter"/>
                <a:ea typeface="Inter"/>
                <a:cs typeface="Inter"/>
              </a:defRPr>
            </a:lvl8pPr>
            <a:lvl9pPr>
              <a:defRPr sz="1875" b="0">
                <a:solidFill>
                  <a:srgbClr val="FFFFFF"/>
                </a:solidFill>
                <a:latin typeface="Inter"/>
                <a:ea typeface="Inter"/>
                <a:cs typeface="Inter"/>
              </a:defRPr>
            </a:lvl9pPr>
          </a:lstStyle>
          <a:p xmlns:a="http://schemas.openxmlformats.org/drawingml/2006/main">
            <a:pPr>
              <a:defRPr sz="1875" b="0">
                <a:solidFill>
                  <a:srgbClr val="FFFFFF"/>
                </a:solidFill>
                <a:latin typeface="Inter"/>
                <a:ea typeface="Inter"/>
                <a:cs typeface="Inter"/>
              </a:defRPr>
            </a:pPr>
            <a:r>
              <a:rPr sz="1875" b="0">
                <a:solidFill>
                  <a:srgbClr val="FFFFFF"/>
                </a:solidFill>
                <a:latin typeface="Inter"/>
                <a:ea typeface="Inter"/>
                <a:cs typeface="Inter"/>
              </a:rPr>
              <a:t>unresolved</a:t>
            </a:r>
          </a:p>
        </p:txBody>
      </p:sp>
    </p:spTree>
    <p:extLst>
      <p:ext uri="{BB962C8B-B14F-4D97-AF65-F5344CB8AC3E}">
        <p14:creationId xmlns:p14="http://schemas.microsoft.com/office/powerpoint/2010/main" val="5931736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py-28">
            <a:extLst xmlns:a="http://schemas.openxmlformats.org/drawingml/2006/main">
              <a:ext uri="{FF2B5EF4-FFF2-40B4-BE49-F238E27FC236}">
                <a16:creationId xmlns:a16="http://schemas.microsoft.com/office/drawing/2014/main" id="{63395097-35D7-4223-BE65-9C72138EAB7A}"/>
              </a:ext>
            </a:extLst>
          </p:cNvPr>
          <p:cNvSpPr>
            <a:spLocks xmlns:a="http://schemas.openxmlformats.org/drawingml/2006/main" noGrp="1"/>
          </p:cNvSpPr>
          <p:nvPr/>
        </p:nvSpPr>
        <p:spPr>
          <a:xfrm xmlns:a="http://schemas.openxmlformats.org/drawingml/2006/main">
            <a:off x="571500" y="685800"/>
            <a:ext cx="685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00" b="1">
                <a:solidFill>
                  <a:srgbClr val="111111"/>
                </a:solidFill>
                <a:latin typeface="Inter"/>
                <a:ea typeface="Inter"/>
                <a:cs typeface="Inter"/>
              </a:defRPr>
            </a:defPPr>
            <a:lvl1pPr>
              <a:defRPr sz="4800" b="1">
                <a:solidFill>
                  <a:srgbClr val="111111"/>
                </a:solidFill>
                <a:latin typeface="Inter"/>
                <a:ea typeface="Inter"/>
                <a:cs typeface="Inter"/>
              </a:defRPr>
            </a:lvl1pPr>
            <a:lvl2pPr>
              <a:defRPr sz="4800" b="1">
                <a:solidFill>
                  <a:srgbClr val="111111"/>
                </a:solidFill>
                <a:latin typeface="Inter"/>
                <a:ea typeface="Inter"/>
                <a:cs typeface="Inter"/>
              </a:defRPr>
            </a:lvl2pPr>
            <a:lvl3pPr>
              <a:defRPr sz="4800" b="1">
                <a:solidFill>
                  <a:srgbClr val="111111"/>
                </a:solidFill>
                <a:latin typeface="Inter"/>
                <a:ea typeface="Inter"/>
                <a:cs typeface="Inter"/>
              </a:defRPr>
            </a:lvl3pPr>
            <a:lvl4pPr>
              <a:defRPr sz="4800" b="1">
                <a:solidFill>
                  <a:srgbClr val="111111"/>
                </a:solidFill>
                <a:latin typeface="Inter"/>
                <a:ea typeface="Inter"/>
                <a:cs typeface="Inter"/>
              </a:defRPr>
            </a:lvl4pPr>
            <a:lvl5pPr>
              <a:defRPr sz="4800" b="1">
                <a:solidFill>
                  <a:srgbClr val="111111"/>
                </a:solidFill>
                <a:latin typeface="Inter"/>
                <a:ea typeface="Inter"/>
                <a:cs typeface="Inter"/>
              </a:defRPr>
            </a:lvl5pPr>
            <a:lvl6pPr>
              <a:defRPr sz="4800" b="1">
                <a:solidFill>
                  <a:srgbClr val="111111"/>
                </a:solidFill>
                <a:latin typeface="Inter"/>
                <a:ea typeface="Inter"/>
                <a:cs typeface="Inter"/>
              </a:defRPr>
            </a:lvl6pPr>
            <a:lvl7pPr>
              <a:defRPr sz="4800" b="1">
                <a:solidFill>
                  <a:srgbClr val="111111"/>
                </a:solidFill>
                <a:latin typeface="Inter"/>
                <a:ea typeface="Inter"/>
                <a:cs typeface="Inter"/>
              </a:defRPr>
            </a:lvl7pPr>
            <a:lvl8pPr>
              <a:defRPr sz="4800" b="1">
                <a:solidFill>
                  <a:srgbClr val="111111"/>
                </a:solidFill>
                <a:latin typeface="Inter"/>
                <a:ea typeface="Inter"/>
                <a:cs typeface="Inter"/>
              </a:defRPr>
            </a:lvl8pPr>
            <a:lvl9pPr>
              <a:defRPr sz="4800" b="1">
                <a:solidFill>
                  <a:srgbClr val="111111"/>
                </a:solidFill>
                <a:latin typeface="Inter"/>
                <a:ea typeface="Inter"/>
                <a:cs typeface="Inter"/>
              </a:defRPr>
            </a:lvl9pPr>
          </a:lstStyle>
          <a:p xmlns:a="http://schemas.openxmlformats.org/drawingml/2006/main">
            <a:pPr>
              <a:defRPr sz="4800" b="1">
                <a:solidFill>
                  <a:srgbClr val="111111"/>
                </a:solidFill>
                <a:latin typeface="Inter"/>
                <a:ea typeface="Inter"/>
                <a:cs typeface="Inter"/>
              </a:defRPr>
            </a:pPr>
            <a:r>
              <a:rPr sz="4800" b="1">
                <a:solidFill>
                  <a:srgbClr val="111111"/>
                </a:solidFill>
                <a:latin typeface="Inter"/>
                <a:ea typeface="Inter"/>
                <a:cs typeface="Inter"/>
              </a:rPr>
              <a:t>Why Root hair?</a:t>
            </a:r>
          </a:p>
        </p:txBody>
      </p:sp>
      <p:sp>
        <p:nvSpPr>
          <p:cNvPr id="2" name="copy-29">
            <a:extLst xmlns:a="http://schemas.openxmlformats.org/drawingml/2006/main">
              <a:ext uri="{FF2B5EF4-FFF2-40B4-BE49-F238E27FC236}">
                <a16:creationId xmlns:a16="http://schemas.microsoft.com/office/drawing/2014/main" id="{BC2FD9A5-A713-40F2-B15B-53C57D3075C3}"/>
              </a:ext>
            </a:extLst>
          </p:cNvPr>
          <p:cNvSpPr>
            <a:spLocks xmlns:a="http://schemas.openxmlformats.org/drawingml/2006/main" noGrp="1"/>
          </p:cNvSpPr>
          <p:nvPr/>
        </p:nvSpPr>
        <p:spPr>
          <a:xfrm xmlns:a="http://schemas.openxmlformats.org/drawingml/2006/main">
            <a:off x="609600" y="2085975"/>
            <a:ext cx="6000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1">
                <a:solidFill>
                  <a:srgbClr val="1B5E20"/>
                </a:solidFill>
                <a:latin typeface="Inter"/>
                <a:ea typeface="Inter"/>
                <a:cs typeface="Inter"/>
              </a:defRPr>
            </a:defPPr>
            <a:lvl1pPr>
              <a:defRPr sz="4050" b="1">
                <a:solidFill>
                  <a:srgbClr val="1B5E20"/>
                </a:solidFill>
                <a:latin typeface="Inter"/>
                <a:ea typeface="Inter"/>
                <a:cs typeface="Inter"/>
              </a:defRPr>
            </a:lvl1pPr>
            <a:lvl2pPr>
              <a:defRPr sz="4050" b="1">
                <a:solidFill>
                  <a:srgbClr val="1B5E20"/>
                </a:solidFill>
                <a:latin typeface="Inter"/>
                <a:ea typeface="Inter"/>
                <a:cs typeface="Inter"/>
              </a:defRPr>
            </a:lvl2pPr>
            <a:lvl3pPr>
              <a:defRPr sz="4050" b="1">
                <a:solidFill>
                  <a:srgbClr val="1B5E20"/>
                </a:solidFill>
                <a:latin typeface="Inter"/>
                <a:ea typeface="Inter"/>
                <a:cs typeface="Inter"/>
              </a:defRPr>
            </a:lvl3pPr>
            <a:lvl4pPr>
              <a:defRPr sz="4050" b="1">
                <a:solidFill>
                  <a:srgbClr val="1B5E20"/>
                </a:solidFill>
                <a:latin typeface="Inter"/>
                <a:ea typeface="Inter"/>
                <a:cs typeface="Inter"/>
              </a:defRPr>
            </a:lvl4pPr>
            <a:lvl5pPr>
              <a:defRPr sz="4050" b="1">
                <a:solidFill>
                  <a:srgbClr val="1B5E20"/>
                </a:solidFill>
                <a:latin typeface="Inter"/>
                <a:ea typeface="Inter"/>
                <a:cs typeface="Inter"/>
              </a:defRPr>
            </a:lvl5pPr>
            <a:lvl6pPr>
              <a:defRPr sz="4050" b="1">
                <a:solidFill>
                  <a:srgbClr val="1B5E20"/>
                </a:solidFill>
                <a:latin typeface="Inter"/>
                <a:ea typeface="Inter"/>
                <a:cs typeface="Inter"/>
              </a:defRPr>
            </a:lvl6pPr>
            <a:lvl7pPr>
              <a:defRPr sz="4050" b="1">
                <a:solidFill>
                  <a:srgbClr val="1B5E20"/>
                </a:solidFill>
                <a:latin typeface="Inter"/>
                <a:ea typeface="Inter"/>
                <a:cs typeface="Inter"/>
              </a:defRPr>
            </a:lvl7pPr>
            <a:lvl8pPr>
              <a:defRPr sz="4050" b="1">
                <a:solidFill>
                  <a:srgbClr val="1B5E20"/>
                </a:solidFill>
                <a:latin typeface="Inter"/>
                <a:ea typeface="Inter"/>
                <a:cs typeface="Inter"/>
              </a:defRPr>
            </a:lvl8pPr>
            <a:lvl9pPr>
              <a:defRPr sz="4050" b="1">
                <a:solidFill>
                  <a:srgbClr val="1B5E20"/>
                </a:solidFill>
                <a:latin typeface="Inter"/>
                <a:ea typeface="Inter"/>
                <a:cs typeface="Inter"/>
              </a:defRPr>
            </a:lvl9pPr>
          </a:lstStyle>
          <a:p xmlns:a="http://schemas.openxmlformats.org/drawingml/2006/main">
            <a:pPr>
              <a:defRPr sz="4050" b="1">
                <a:solidFill>
                  <a:srgbClr val="1B5E20"/>
                </a:solidFill>
                <a:latin typeface="Inter"/>
                <a:ea typeface="Inter"/>
                <a:cs typeface="Inter"/>
              </a:defRPr>
            </a:pPr>
            <a:r>
              <a:rPr sz="4050" b="1">
                <a:solidFill>
                  <a:srgbClr val="1B5E20"/>
                </a:solidFill>
                <a:latin typeface="Inter"/>
                <a:ea typeface="Inter"/>
                <a:cs typeface="Inter"/>
              </a:rPr>
              <a:t>388 nuclei</a:t>
            </a:r>
          </a:p>
        </p:txBody>
      </p:sp>
      <p:sp>
        <p:nvSpPr>
          <p:cNvPr id="3" name="copy-30">
            <a:extLst xmlns:a="http://schemas.openxmlformats.org/drawingml/2006/main">
              <a:ext uri="{FF2B5EF4-FFF2-40B4-BE49-F238E27FC236}">
                <a16:creationId xmlns:a16="http://schemas.microsoft.com/office/drawing/2014/main" id="{73083B11-6AEA-4EA7-8E03-E43D40C115F0}"/>
              </a:ext>
            </a:extLst>
          </p:cNvPr>
          <p:cNvSpPr>
            <a:spLocks xmlns:a="http://schemas.openxmlformats.org/drawingml/2006/main" noGrp="1"/>
          </p:cNvSpPr>
          <p:nvPr/>
        </p:nvSpPr>
        <p:spPr>
          <a:xfrm xmlns:a="http://schemas.openxmlformats.org/drawingml/2006/main">
            <a:off x="609600" y="298132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1111"/>
                </a:solidFill>
                <a:latin typeface="Inter"/>
                <a:ea typeface="Inter"/>
                <a:cs typeface="Inter"/>
              </a:defRPr>
            </a:defPPr>
            <a:lvl1pPr>
              <a:defRPr sz="2250" b="1">
                <a:solidFill>
                  <a:srgbClr val="111111"/>
                </a:solidFill>
                <a:latin typeface="Inter"/>
                <a:ea typeface="Inter"/>
                <a:cs typeface="Inter"/>
              </a:defRPr>
            </a:lvl1pPr>
            <a:lvl2pPr>
              <a:defRPr sz="2250" b="1">
                <a:solidFill>
                  <a:srgbClr val="111111"/>
                </a:solidFill>
                <a:latin typeface="Inter"/>
                <a:ea typeface="Inter"/>
                <a:cs typeface="Inter"/>
              </a:defRPr>
            </a:lvl2pPr>
            <a:lvl3pPr>
              <a:defRPr sz="2250" b="1">
                <a:solidFill>
                  <a:srgbClr val="111111"/>
                </a:solidFill>
                <a:latin typeface="Inter"/>
                <a:ea typeface="Inter"/>
                <a:cs typeface="Inter"/>
              </a:defRPr>
            </a:lvl3pPr>
            <a:lvl4pPr>
              <a:defRPr sz="2250" b="1">
                <a:solidFill>
                  <a:srgbClr val="111111"/>
                </a:solidFill>
                <a:latin typeface="Inter"/>
                <a:ea typeface="Inter"/>
                <a:cs typeface="Inter"/>
              </a:defRPr>
            </a:lvl4pPr>
            <a:lvl5pPr>
              <a:defRPr sz="2250" b="1">
                <a:solidFill>
                  <a:srgbClr val="111111"/>
                </a:solidFill>
                <a:latin typeface="Inter"/>
                <a:ea typeface="Inter"/>
                <a:cs typeface="Inter"/>
              </a:defRPr>
            </a:lvl5pPr>
            <a:lvl6pPr>
              <a:defRPr sz="2250" b="1">
                <a:solidFill>
                  <a:srgbClr val="111111"/>
                </a:solidFill>
                <a:latin typeface="Inter"/>
                <a:ea typeface="Inter"/>
                <a:cs typeface="Inter"/>
              </a:defRPr>
            </a:lvl6pPr>
            <a:lvl7pPr>
              <a:defRPr sz="2250" b="1">
                <a:solidFill>
                  <a:srgbClr val="111111"/>
                </a:solidFill>
                <a:latin typeface="Inter"/>
                <a:ea typeface="Inter"/>
                <a:cs typeface="Inter"/>
              </a:defRPr>
            </a:lvl7pPr>
            <a:lvl8pPr>
              <a:defRPr sz="2250" b="1">
                <a:solidFill>
                  <a:srgbClr val="111111"/>
                </a:solidFill>
                <a:latin typeface="Inter"/>
                <a:ea typeface="Inter"/>
                <a:cs typeface="Inter"/>
              </a:defRPr>
            </a:lvl8pPr>
            <a:lvl9pPr>
              <a:defRPr sz="2250" b="1">
                <a:solidFill>
                  <a:srgbClr val="111111"/>
                </a:solidFill>
                <a:latin typeface="Inter"/>
                <a:ea typeface="Inter"/>
                <a:cs typeface="Inter"/>
              </a:defRPr>
            </a:lvl9pPr>
          </a:lstStyle>
          <a:p xmlns:a="http://schemas.openxmlformats.org/drawingml/2006/main">
            <a:pPr>
              <a:defRPr sz="2250" b="1">
                <a:solidFill>
                  <a:srgbClr val="111111"/>
                </a:solidFill>
                <a:latin typeface="Inter"/>
                <a:ea typeface="Inter"/>
                <a:cs typeface="Inter"/>
              </a:defRPr>
            </a:pPr>
            <a:r>
              <a:rPr sz="2250" b="1">
                <a:solidFill>
                  <a:srgbClr val="111111"/>
                </a:solidFill>
                <a:latin typeface="Inter"/>
                <a:ea typeface="Inter"/>
                <a:cs typeface="Inter"/>
              </a:rPr>
              <a:t>Two supporting marker genes</a:t>
            </a:r>
          </a:p>
        </p:txBody>
      </p:sp>
      <p:sp>
        <p:nvSpPr>
          <p:cNvPr id="4" name="copy-31">
            <a:extLst xmlns:a="http://schemas.openxmlformats.org/drawingml/2006/main">
              <a:ext uri="{FF2B5EF4-FFF2-40B4-BE49-F238E27FC236}">
                <a16:creationId xmlns:a16="http://schemas.microsoft.com/office/drawing/2014/main" id="{33236683-6BB7-4B26-8766-1BA86E209F84}"/>
              </a:ext>
            </a:extLst>
          </p:cNvPr>
          <p:cNvSpPr>
            <a:spLocks xmlns:a="http://schemas.openxmlformats.org/drawingml/2006/main" noGrp="1"/>
          </p:cNvSpPr>
          <p:nvPr/>
        </p:nvSpPr>
        <p:spPr>
          <a:xfrm xmlns:a="http://schemas.openxmlformats.org/drawingml/2006/main">
            <a:off x="609600" y="3790950"/>
            <a:ext cx="6191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666666"/>
                </a:solidFill>
                <a:latin typeface="Inter"/>
                <a:ea typeface="Inter"/>
                <a:cs typeface="Inter"/>
              </a:defRPr>
            </a:defPPr>
            <a:lvl1pPr>
              <a:defRPr sz="2175" b="0">
                <a:solidFill>
                  <a:srgbClr val="666666"/>
                </a:solidFill>
                <a:latin typeface="Inter"/>
                <a:ea typeface="Inter"/>
                <a:cs typeface="Inter"/>
              </a:defRPr>
            </a:lvl1pPr>
            <a:lvl2pPr>
              <a:defRPr sz="2175" b="0">
                <a:solidFill>
                  <a:srgbClr val="666666"/>
                </a:solidFill>
                <a:latin typeface="Inter"/>
                <a:ea typeface="Inter"/>
                <a:cs typeface="Inter"/>
              </a:defRPr>
            </a:lvl2pPr>
            <a:lvl3pPr>
              <a:defRPr sz="2175" b="0">
                <a:solidFill>
                  <a:srgbClr val="666666"/>
                </a:solidFill>
                <a:latin typeface="Inter"/>
                <a:ea typeface="Inter"/>
                <a:cs typeface="Inter"/>
              </a:defRPr>
            </a:lvl3pPr>
            <a:lvl4pPr>
              <a:defRPr sz="2175" b="0">
                <a:solidFill>
                  <a:srgbClr val="666666"/>
                </a:solidFill>
                <a:latin typeface="Inter"/>
                <a:ea typeface="Inter"/>
                <a:cs typeface="Inter"/>
              </a:defRPr>
            </a:lvl4pPr>
            <a:lvl5pPr>
              <a:defRPr sz="2175" b="0">
                <a:solidFill>
                  <a:srgbClr val="666666"/>
                </a:solidFill>
                <a:latin typeface="Inter"/>
                <a:ea typeface="Inter"/>
                <a:cs typeface="Inter"/>
              </a:defRPr>
            </a:lvl5pPr>
            <a:lvl6pPr>
              <a:defRPr sz="2175" b="0">
                <a:solidFill>
                  <a:srgbClr val="666666"/>
                </a:solidFill>
                <a:latin typeface="Inter"/>
                <a:ea typeface="Inter"/>
                <a:cs typeface="Inter"/>
              </a:defRPr>
            </a:lvl6pPr>
            <a:lvl7pPr>
              <a:defRPr sz="2175" b="0">
                <a:solidFill>
                  <a:srgbClr val="666666"/>
                </a:solidFill>
                <a:latin typeface="Inter"/>
                <a:ea typeface="Inter"/>
                <a:cs typeface="Inter"/>
              </a:defRPr>
            </a:lvl7pPr>
            <a:lvl8pPr>
              <a:defRPr sz="2175" b="0">
                <a:solidFill>
                  <a:srgbClr val="666666"/>
                </a:solidFill>
                <a:latin typeface="Inter"/>
                <a:ea typeface="Inter"/>
                <a:cs typeface="Inter"/>
              </a:defRPr>
            </a:lvl8pPr>
            <a:lvl9pPr>
              <a:defRPr sz="2175" b="0">
                <a:solidFill>
                  <a:srgbClr val="666666"/>
                </a:solidFill>
                <a:latin typeface="Inter"/>
                <a:ea typeface="Inter"/>
                <a:cs typeface="Inter"/>
              </a:defRPr>
            </a:lvl9pPr>
          </a:lstStyle>
          <a:p xmlns:a="http://schemas.openxmlformats.org/drawingml/2006/main">
            <a:pPr>
              <a:defRPr sz="2175" b="0">
                <a:solidFill>
                  <a:srgbClr val="666666"/>
                </a:solidFill>
                <a:latin typeface="Inter"/>
                <a:ea typeface="Inter"/>
                <a:cs typeface="Inter"/>
              </a:defRPr>
            </a:pPr>
            <a:r>
              <a:rPr sz="2175" b="0">
                <a:solidFill>
                  <a:srgbClr val="666666"/>
                </a:solidFill>
                <a:latin typeface="Inter"/>
                <a:ea typeface="Inter"/>
                <a:cs typeface="Inter"/>
              </a:rPr>
              <a:t>Glyma.01G224900</a:t>
            </a:r>
          </a:p>
          <a:p xmlns:a="http://schemas.openxmlformats.org/drawingml/2006/main">
            <a:pPr>
              <a:defRPr sz="2175" b="0">
                <a:solidFill>
                  <a:srgbClr val="666666"/>
                </a:solidFill>
                <a:latin typeface="Inter"/>
                <a:ea typeface="Inter"/>
                <a:cs typeface="Inter"/>
              </a:defRPr>
            </a:pPr>
            <a:r>
              <a:rPr sz="2175" b="0">
                <a:solidFill>
                  <a:srgbClr val="666666"/>
                </a:solidFill>
                <a:latin typeface="Inter"/>
                <a:ea typeface="Inter"/>
                <a:cs typeface="Inter"/>
              </a:rPr>
              <a:t>Glyma.17G030700</a:t>
            </a:r>
          </a:p>
        </p:txBody>
      </p:sp>
      <p:sp>
        <p:nvSpPr>
          <p:cNvPr id="5" name="copy-32">
            <a:extLst xmlns:a="http://schemas.openxmlformats.org/drawingml/2006/main">
              <a:ext uri="{FF2B5EF4-FFF2-40B4-BE49-F238E27FC236}">
                <a16:creationId xmlns:a16="http://schemas.microsoft.com/office/drawing/2014/main" id="{E5A54999-4C84-4B96-B4D0-4BA9C289EB87}"/>
              </a:ext>
            </a:extLst>
          </p:cNvPr>
          <p:cNvSpPr>
            <a:spLocks xmlns:a="http://schemas.openxmlformats.org/drawingml/2006/main" noGrp="1"/>
          </p:cNvSpPr>
          <p:nvPr/>
        </p:nvSpPr>
        <p:spPr>
          <a:xfrm xmlns:a="http://schemas.openxmlformats.org/drawingml/2006/main">
            <a:off x="609600" y="5257800"/>
            <a:ext cx="609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11111"/>
                </a:solidFill>
                <a:latin typeface="Inter"/>
                <a:ea typeface="Inter"/>
                <a:cs typeface="Inter"/>
              </a:defRPr>
            </a:defPPr>
            <a:lvl1pPr>
              <a:defRPr sz="2325" b="0">
                <a:solidFill>
                  <a:srgbClr val="111111"/>
                </a:solidFill>
                <a:latin typeface="Inter"/>
                <a:ea typeface="Inter"/>
                <a:cs typeface="Inter"/>
              </a:defRPr>
            </a:lvl1pPr>
            <a:lvl2pPr>
              <a:defRPr sz="2325" b="0">
                <a:solidFill>
                  <a:srgbClr val="111111"/>
                </a:solidFill>
                <a:latin typeface="Inter"/>
                <a:ea typeface="Inter"/>
                <a:cs typeface="Inter"/>
              </a:defRPr>
            </a:lvl2pPr>
            <a:lvl3pPr>
              <a:defRPr sz="2325" b="0">
                <a:solidFill>
                  <a:srgbClr val="111111"/>
                </a:solidFill>
                <a:latin typeface="Inter"/>
                <a:ea typeface="Inter"/>
                <a:cs typeface="Inter"/>
              </a:defRPr>
            </a:lvl3pPr>
            <a:lvl4pPr>
              <a:defRPr sz="2325" b="0">
                <a:solidFill>
                  <a:srgbClr val="111111"/>
                </a:solidFill>
                <a:latin typeface="Inter"/>
                <a:ea typeface="Inter"/>
                <a:cs typeface="Inter"/>
              </a:defRPr>
            </a:lvl4pPr>
            <a:lvl5pPr>
              <a:defRPr sz="2325" b="0">
                <a:solidFill>
                  <a:srgbClr val="111111"/>
                </a:solidFill>
                <a:latin typeface="Inter"/>
                <a:ea typeface="Inter"/>
                <a:cs typeface="Inter"/>
              </a:defRPr>
            </a:lvl5pPr>
            <a:lvl6pPr>
              <a:defRPr sz="2325" b="0">
                <a:solidFill>
                  <a:srgbClr val="111111"/>
                </a:solidFill>
                <a:latin typeface="Inter"/>
                <a:ea typeface="Inter"/>
                <a:cs typeface="Inter"/>
              </a:defRPr>
            </a:lvl6pPr>
            <a:lvl7pPr>
              <a:defRPr sz="2325" b="0">
                <a:solidFill>
                  <a:srgbClr val="111111"/>
                </a:solidFill>
                <a:latin typeface="Inter"/>
                <a:ea typeface="Inter"/>
                <a:cs typeface="Inter"/>
              </a:defRPr>
            </a:lvl7pPr>
            <a:lvl8pPr>
              <a:defRPr sz="2325" b="0">
                <a:solidFill>
                  <a:srgbClr val="111111"/>
                </a:solidFill>
                <a:latin typeface="Inter"/>
                <a:ea typeface="Inter"/>
                <a:cs typeface="Inter"/>
              </a:defRPr>
            </a:lvl8pPr>
            <a:lvl9pPr>
              <a:defRPr sz="2325" b="0">
                <a:solidFill>
                  <a:srgbClr val="111111"/>
                </a:solidFill>
                <a:latin typeface="Inter"/>
                <a:ea typeface="Inter"/>
                <a:cs typeface="Inter"/>
              </a:defRPr>
            </a:lvl9pPr>
          </a:lstStyle>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Inspect the measurements,</a:t>
            </a:r>
          </a:p>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then open the source.</a:t>
            </a:r>
          </a:p>
        </p:txBody>
      </p:sp>
      <p:pic>
        <p:nvPicPr>
          <p:cNvPr id="6" name="">
            <a:extLst xmlns:a="http://schemas.openxmlformats.org/drawingml/2006/main">
              <a:ext uri="{FF2B5EF4-FFF2-40B4-BE49-F238E27FC236}">
                <a16:creationId xmlns:a16="http://schemas.microsoft.com/office/drawing/2014/main" id="{5CBD411F-94FC-40E9-8A04-D49AECBCB0E4}"/>
              </a:ext>
            </a:extLst>
          </p:cNvPr>
          <p:cNvPicPr>
            <a:picLocks xmlns:a="http://schemas.openxmlformats.org/drawingml/2006/main" noChangeAspect="1"/>
          </p:cNvPicPr>
          <p:nvPr/>
        </p:nvPicPr>
        <p:blipFill>
          <a:blip xmlns:r="http://schemas.openxmlformats.org/officeDocument/2006/relationships" xmlns:a="http://schemas.openxmlformats.org/drawingml/2006/main" r:embed="R8fb34ba9a5d64ea9"/>
          <a:stretch xmlns:a="http://schemas.openxmlformats.org/drawingml/2006/main"/>
        </p:blipFill>
        <p:spPr>
          <a:xfrm xmlns:a="http://schemas.openxmlformats.org/drawingml/2006/main">
            <a:off x="7603919" y="600075"/>
            <a:ext cx="4166011" cy="5838825"/>
          </a:xfrm>
          <a:prstGeom xmlns:a="http://schemas.openxmlformats.org/drawingml/2006/main" prst="rect">
            <a:avLst/>
          </a:prstGeom>
        </p:spPr>
      </p:pic>
      <p:sp>
        <p:nvSpPr>
          <p:cNvPr id="7" name="arrow-33">
            <a:extLst xmlns:a="http://schemas.openxmlformats.org/drawingml/2006/main">
              <a:ext uri="{FF2B5EF4-FFF2-40B4-BE49-F238E27FC236}">
                <a16:creationId xmlns:a16="http://schemas.microsoft.com/office/drawing/2014/main" id="{DBAECB2D-9EB5-4FCC-93C7-55055C6ABDD6}"/>
              </a:ext>
            </a:extLst>
          </p:cNvPr>
          <p:cNvSpPr>
            <a:spLocks xmlns:a="http://schemas.openxmlformats.org/drawingml/2006/main" noGrp="1"/>
          </p:cNvSpPr>
          <p:nvPr/>
        </p:nvSpPr>
        <p:spPr>
          <a:xfrm xmlns:a="http://schemas.openxmlformats.org/drawingml/2006/main">
            <a:off x="7029450" y="4276725"/>
            <a:ext cx="400050" cy="152400"/>
          </a:xfrm>
          <a:prstGeom xmlns:a="http://schemas.openxmlformats.org/drawingml/2006/main" prst="rightArrow">
            <a:avLst/>
          </a:prstGeom>
          <a:solidFill xmlns:a="http://schemas.openxmlformats.org/drawingml/2006/main">
            <a:srgbClr val="1B5E20"/>
          </a:solidFill>
          <a:ln xmlns:a="http://schemas.openxmlformats.org/drawingml/2006/main" w="0">
            <a:noFill/>
          </a:ln>
        </p:spPr>
      </p:sp>
      <p:sp>
        <p:nvSpPr>
          <p:cNvPr id="8" name="copy-34">
            <a:extLst xmlns:a="http://schemas.openxmlformats.org/drawingml/2006/main">
              <a:ext uri="{FF2B5EF4-FFF2-40B4-BE49-F238E27FC236}">
                <a16:creationId xmlns:a16="http://schemas.microsoft.com/office/drawing/2014/main" id="{A7964047-8E77-4007-B448-2A699E2C9419}"/>
              </a:ext>
            </a:extLst>
          </p:cNvPr>
          <p:cNvSpPr>
            <a:spLocks xmlns:a="http://schemas.openxmlformats.org/drawingml/2006/main" noGrp="1"/>
          </p:cNvSpPr>
          <p:nvPr/>
        </p:nvSpPr>
        <p:spPr>
          <a:xfrm xmlns:a="http://schemas.openxmlformats.org/drawingml/2006/main">
            <a:off x="7019925" y="648652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66666"/>
                </a:solidFill>
                <a:latin typeface="Inter"/>
                <a:ea typeface="Inter"/>
                <a:cs typeface="Inter"/>
              </a:defRPr>
            </a:defPPr>
            <a:lvl1pPr>
              <a:defRPr sz="1050" b="0">
                <a:solidFill>
                  <a:srgbClr val="666666"/>
                </a:solidFill>
                <a:latin typeface="Inter"/>
                <a:ea typeface="Inter"/>
                <a:cs typeface="Inter"/>
              </a:defRPr>
            </a:lvl1pPr>
            <a:lvl2pPr>
              <a:defRPr sz="1050" b="0">
                <a:solidFill>
                  <a:srgbClr val="666666"/>
                </a:solidFill>
                <a:latin typeface="Inter"/>
                <a:ea typeface="Inter"/>
                <a:cs typeface="Inter"/>
              </a:defRPr>
            </a:lvl2pPr>
            <a:lvl3pPr>
              <a:defRPr sz="1050" b="0">
                <a:solidFill>
                  <a:srgbClr val="666666"/>
                </a:solidFill>
                <a:latin typeface="Inter"/>
                <a:ea typeface="Inter"/>
                <a:cs typeface="Inter"/>
              </a:defRPr>
            </a:lvl3pPr>
            <a:lvl4pPr>
              <a:defRPr sz="1050" b="0">
                <a:solidFill>
                  <a:srgbClr val="666666"/>
                </a:solidFill>
                <a:latin typeface="Inter"/>
                <a:ea typeface="Inter"/>
                <a:cs typeface="Inter"/>
              </a:defRPr>
            </a:lvl4pPr>
            <a:lvl5pPr>
              <a:defRPr sz="1050" b="0">
                <a:solidFill>
                  <a:srgbClr val="666666"/>
                </a:solidFill>
                <a:latin typeface="Inter"/>
                <a:ea typeface="Inter"/>
                <a:cs typeface="Inter"/>
              </a:defRPr>
            </a:lvl5pPr>
            <a:lvl6pPr>
              <a:defRPr sz="1050" b="0">
                <a:solidFill>
                  <a:srgbClr val="666666"/>
                </a:solidFill>
                <a:latin typeface="Inter"/>
                <a:ea typeface="Inter"/>
                <a:cs typeface="Inter"/>
              </a:defRPr>
            </a:lvl6pPr>
            <a:lvl7pPr>
              <a:defRPr sz="1050" b="0">
                <a:solidFill>
                  <a:srgbClr val="666666"/>
                </a:solidFill>
                <a:latin typeface="Inter"/>
                <a:ea typeface="Inter"/>
                <a:cs typeface="Inter"/>
              </a:defRPr>
            </a:lvl7pPr>
            <a:lvl8pPr>
              <a:defRPr sz="1050" b="0">
                <a:solidFill>
                  <a:srgbClr val="666666"/>
                </a:solidFill>
                <a:latin typeface="Inter"/>
                <a:ea typeface="Inter"/>
                <a:cs typeface="Inter"/>
              </a:defRPr>
            </a:lvl8pPr>
            <a:lvl9pPr>
              <a:defRPr sz="1050" b="0">
                <a:solidFill>
                  <a:srgbClr val="666666"/>
                </a:solidFill>
                <a:latin typeface="Inter"/>
                <a:ea typeface="Inter"/>
                <a:cs typeface="Inter"/>
              </a:defRPr>
            </a:lvl9pPr>
          </a:lstStyle>
          <a:p xmlns:a="http://schemas.openxmlformats.org/drawingml/2006/main">
            <a:pPr>
              <a:defRPr sz="1050" b="0">
                <a:solidFill>
                  <a:srgbClr val="666666"/>
                </a:solidFill>
                <a:latin typeface="Inter"/>
                <a:ea typeface="Inter"/>
                <a:cs typeface="Inter"/>
              </a:defRPr>
            </a:pPr>
            <a:r>
              <a:rPr sz="1050" b="0">
                <a:solidFill>
                  <a:srgbClr val="666666"/>
                </a:solidFill>
                <a:latin typeface="Inter"/>
                <a:ea typeface="Inter"/>
                <a:cs typeface="Inter"/>
              </a:rPr>
              <a:t>Dot size: fraction expressing · color: mean expression</a:t>
            </a:r>
          </a:p>
        </p:txBody>
      </p:sp>
    </p:spTree>
    <p:extLst>
      <p:ext uri="{BB962C8B-B14F-4D97-AF65-F5344CB8AC3E}">
        <p14:creationId xmlns:p14="http://schemas.microsoft.com/office/powerpoint/2010/main" val="1598896057"/>
      </p:ext>
    </p:extLst>
  </p:cSld>
</p:sld>
</file>

<file path=ppt/slides/slide5.xml><?xml version="1.0" encoding="utf-8"?>
<p:sld xmlns:p="http://schemas.openxmlformats.org/presentationml/2006/main">
  <p:cSld>
    <p:bg>
      <p:bgPr>
        <a:solidFill xmlns:a="http://schemas.openxmlformats.org/drawingml/2006/main">
          <a:srgbClr val="1B5E20"/>
        </a:solidFill>
      </p:bgPr>
    </p:bg>
    <p:spTree>
      <p:nvGrpSpPr>
        <p:cNvPr id="1" name=""/>
        <p:cNvGrpSpPr/>
        <p:nvPr/>
      </p:nvGrpSpPr>
      <p:grpSpPr>
        <a:xfrm xmlns:a="http://schemas.openxmlformats.org/drawingml/2006/main"/>
      </p:grpSpPr>
      <p:sp>
        <p:nvSpPr>
          <p:cNvPr id="6" name="copy-35">
            <a:extLst xmlns:a="http://schemas.openxmlformats.org/drawingml/2006/main">
              <a:ext uri="{FF2B5EF4-FFF2-40B4-BE49-F238E27FC236}">
                <a16:creationId xmlns:a16="http://schemas.microsoft.com/office/drawing/2014/main" id="{616D4466-5B5C-48A2-9527-DB30333223FA}"/>
              </a:ext>
            </a:extLst>
          </p:cNvPr>
          <p:cNvSpPr>
            <a:spLocks xmlns:a="http://schemas.openxmlformats.org/drawingml/2006/main" noGrp="1"/>
          </p:cNvSpPr>
          <p:nvPr/>
        </p:nvSpPr>
        <p:spPr>
          <a:xfrm xmlns:a="http://schemas.openxmlformats.org/drawingml/2006/main">
            <a:off x="571500" y="685800"/>
            <a:ext cx="7334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75" b="1">
                <a:solidFill>
                  <a:srgbClr val="FFFFFF"/>
                </a:solidFill>
                <a:latin typeface="Inter"/>
                <a:ea typeface="Inter"/>
                <a:cs typeface="Inter"/>
              </a:defRPr>
            </a:defPPr>
            <a:lvl1pPr>
              <a:defRPr sz="4875" b="1">
                <a:solidFill>
                  <a:srgbClr val="FFFFFF"/>
                </a:solidFill>
                <a:latin typeface="Inter"/>
                <a:ea typeface="Inter"/>
                <a:cs typeface="Inter"/>
              </a:defRPr>
            </a:lvl1pPr>
            <a:lvl2pPr>
              <a:defRPr sz="4875" b="1">
                <a:solidFill>
                  <a:srgbClr val="FFFFFF"/>
                </a:solidFill>
                <a:latin typeface="Inter"/>
                <a:ea typeface="Inter"/>
                <a:cs typeface="Inter"/>
              </a:defRPr>
            </a:lvl2pPr>
            <a:lvl3pPr>
              <a:defRPr sz="4875" b="1">
                <a:solidFill>
                  <a:srgbClr val="FFFFFF"/>
                </a:solidFill>
                <a:latin typeface="Inter"/>
                <a:ea typeface="Inter"/>
                <a:cs typeface="Inter"/>
              </a:defRPr>
            </a:lvl3pPr>
            <a:lvl4pPr>
              <a:defRPr sz="4875" b="1">
                <a:solidFill>
                  <a:srgbClr val="FFFFFF"/>
                </a:solidFill>
                <a:latin typeface="Inter"/>
                <a:ea typeface="Inter"/>
                <a:cs typeface="Inter"/>
              </a:defRPr>
            </a:lvl4pPr>
            <a:lvl5pPr>
              <a:defRPr sz="4875" b="1">
                <a:solidFill>
                  <a:srgbClr val="FFFFFF"/>
                </a:solidFill>
                <a:latin typeface="Inter"/>
                <a:ea typeface="Inter"/>
                <a:cs typeface="Inter"/>
              </a:defRPr>
            </a:lvl5pPr>
            <a:lvl6pPr>
              <a:defRPr sz="4875" b="1">
                <a:solidFill>
                  <a:srgbClr val="FFFFFF"/>
                </a:solidFill>
                <a:latin typeface="Inter"/>
                <a:ea typeface="Inter"/>
                <a:cs typeface="Inter"/>
              </a:defRPr>
            </a:lvl6pPr>
            <a:lvl7pPr>
              <a:defRPr sz="4875" b="1">
                <a:solidFill>
                  <a:srgbClr val="FFFFFF"/>
                </a:solidFill>
                <a:latin typeface="Inter"/>
                <a:ea typeface="Inter"/>
                <a:cs typeface="Inter"/>
              </a:defRPr>
            </a:lvl7pPr>
            <a:lvl8pPr>
              <a:defRPr sz="4875" b="1">
                <a:solidFill>
                  <a:srgbClr val="FFFFFF"/>
                </a:solidFill>
                <a:latin typeface="Inter"/>
                <a:ea typeface="Inter"/>
                <a:cs typeface="Inter"/>
              </a:defRPr>
            </a:lvl8pPr>
            <a:lvl9pPr>
              <a:defRPr sz="4875" b="1">
                <a:solidFill>
                  <a:srgbClr val="FFFFFF"/>
                </a:solidFill>
                <a:latin typeface="Inter"/>
                <a:ea typeface="Inter"/>
                <a:cs typeface="Inter"/>
              </a:defRPr>
            </a:lvl9pPr>
          </a:lstStyle>
          <a:p xmlns:a="http://schemas.openxmlformats.org/drawingml/2006/main">
            <a:pPr>
              <a:defRPr sz="4875" b="1">
                <a:solidFill>
                  <a:srgbClr val="FFFFFF"/>
                </a:solidFill>
                <a:latin typeface="Inter"/>
                <a:ea typeface="Inter"/>
                <a:cs typeface="Inter"/>
              </a:defRPr>
            </a:pPr>
            <a:r>
              <a:rPr sz="4875" b="1">
                <a:solidFill>
                  <a:srgbClr val="FFFFFF"/>
                </a:solidFill>
                <a:latin typeface="Inter"/>
                <a:ea typeface="Inter"/>
                <a:cs typeface="Inter"/>
              </a:rPr>
              <a:t>Every suggestion</a:t>
            </a:r>
          </a:p>
          <a:p xmlns:a="http://schemas.openxmlformats.org/drawingml/2006/main">
            <a:pPr>
              <a:defRPr sz="4875" b="1">
                <a:solidFill>
                  <a:srgbClr val="FFFFFF"/>
                </a:solidFill>
                <a:latin typeface="Inter"/>
                <a:ea typeface="Inter"/>
                <a:cs typeface="Inter"/>
              </a:defRPr>
            </a:pPr>
            <a:r>
              <a:rPr sz="4875" b="1">
                <a:solidFill>
                  <a:srgbClr val="FFFFFF"/>
                </a:solidFill>
                <a:latin typeface="Inter"/>
                <a:ea typeface="Inter"/>
                <a:cs typeface="Inter"/>
              </a:rPr>
              <a:t>comes with</a:t>
            </a:r>
          </a:p>
          <a:p xmlns:a="http://schemas.openxmlformats.org/drawingml/2006/main">
            <a:pPr>
              <a:defRPr sz="4875" b="1">
                <a:solidFill>
                  <a:srgbClr val="FFFFFF"/>
                </a:solidFill>
                <a:latin typeface="Inter"/>
                <a:ea typeface="Inter"/>
                <a:cs typeface="Inter"/>
              </a:defRPr>
            </a:pPr>
            <a:r>
              <a:rPr sz="4875" b="1">
                <a:solidFill>
                  <a:srgbClr val="FFFFFF"/>
                </a:solidFill>
                <a:latin typeface="Inter"/>
                <a:ea typeface="Inter"/>
                <a:cs typeface="Inter"/>
              </a:rPr>
              <a:t>a source.</a:t>
            </a:r>
          </a:p>
        </p:txBody>
      </p:sp>
      <p:sp>
        <p:nvSpPr>
          <p:cNvPr id="2" name="copy-36">
            <a:extLst xmlns:a="http://schemas.openxmlformats.org/drawingml/2006/main">
              <a:ext uri="{FF2B5EF4-FFF2-40B4-BE49-F238E27FC236}">
                <a16:creationId xmlns:a16="http://schemas.microsoft.com/office/drawing/2014/main" id="{B44DA7C5-BF09-45CA-B651-939C72A962EA}"/>
              </a:ext>
            </a:extLst>
          </p:cNvPr>
          <p:cNvSpPr>
            <a:spLocks xmlns:a="http://schemas.openxmlformats.org/drawingml/2006/main" noGrp="1"/>
          </p:cNvSpPr>
          <p:nvPr/>
        </p:nvSpPr>
        <p:spPr>
          <a:xfrm xmlns:a="http://schemas.openxmlformats.org/drawingml/2006/main">
            <a:off x="8486775" y="866775"/>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825" b="1">
                <a:solidFill>
                  <a:srgbClr val="FFFFFF"/>
                </a:solidFill>
                <a:latin typeface="Inter"/>
                <a:ea typeface="Inter"/>
                <a:cs typeface="Inter"/>
              </a:defRPr>
            </a:defPPr>
            <a:lvl1pPr>
              <a:defRPr sz="3825" b="1">
                <a:solidFill>
                  <a:srgbClr val="FFFFFF"/>
                </a:solidFill>
                <a:latin typeface="Inter"/>
                <a:ea typeface="Inter"/>
                <a:cs typeface="Inter"/>
              </a:defRPr>
            </a:lvl1pPr>
            <a:lvl2pPr>
              <a:defRPr sz="3825" b="1">
                <a:solidFill>
                  <a:srgbClr val="FFFFFF"/>
                </a:solidFill>
                <a:latin typeface="Inter"/>
                <a:ea typeface="Inter"/>
                <a:cs typeface="Inter"/>
              </a:defRPr>
            </a:lvl2pPr>
            <a:lvl3pPr>
              <a:defRPr sz="3825" b="1">
                <a:solidFill>
                  <a:srgbClr val="FFFFFF"/>
                </a:solidFill>
                <a:latin typeface="Inter"/>
                <a:ea typeface="Inter"/>
                <a:cs typeface="Inter"/>
              </a:defRPr>
            </a:lvl3pPr>
            <a:lvl4pPr>
              <a:defRPr sz="3825" b="1">
                <a:solidFill>
                  <a:srgbClr val="FFFFFF"/>
                </a:solidFill>
                <a:latin typeface="Inter"/>
                <a:ea typeface="Inter"/>
                <a:cs typeface="Inter"/>
              </a:defRPr>
            </a:lvl4pPr>
            <a:lvl5pPr>
              <a:defRPr sz="3825" b="1">
                <a:solidFill>
                  <a:srgbClr val="FFFFFF"/>
                </a:solidFill>
                <a:latin typeface="Inter"/>
                <a:ea typeface="Inter"/>
                <a:cs typeface="Inter"/>
              </a:defRPr>
            </a:lvl5pPr>
            <a:lvl6pPr>
              <a:defRPr sz="3825" b="1">
                <a:solidFill>
                  <a:srgbClr val="FFFFFF"/>
                </a:solidFill>
                <a:latin typeface="Inter"/>
                <a:ea typeface="Inter"/>
                <a:cs typeface="Inter"/>
              </a:defRPr>
            </a:lvl6pPr>
            <a:lvl7pPr>
              <a:defRPr sz="3825" b="1">
                <a:solidFill>
                  <a:srgbClr val="FFFFFF"/>
                </a:solidFill>
                <a:latin typeface="Inter"/>
                <a:ea typeface="Inter"/>
                <a:cs typeface="Inter"/>
              </a:defRPr>
            </a:lvl7pPr>
            <a:lvl8pPr>
              <a:defRPr sz="3825" b="1">
                <a:solidFill>
                  <a:srgbClr val="FFFFFF"/>
                </a:solidFill>
                <a:latin typeface="Inter"/>
                <a:ea typeface="Inter"/>
                <a:cs typeface="Inter"/>
              </a:defRPr>
            </a:lvl8pPr>
            <a:lvl9pPr>
              <a:defRPr sz="3825" b="1">
                <a:solidFill>
                  <a:srgbClr val="FFFFFF"/>
                </a:solidFill>
                <a:latin typeface="Inter"/>
                <a:ea typeface="Inter"/>
                <a:cs typeface="Inter"/>
              </a:defRPr>
            </a:lvl9pPr>
          </a:lstStyle>
          <a:p xmlns:a="http://schemas.openxmlformats.org/drawingml/2006/main">
            <a:pPr>
              <a:defRPr sz="3825" b="1">
                <a:solidFill>
                  <a:srgbClr val="FFFFFF"/>
                </a:solidFill>
                <a:latin typeface="Inter"/>
                <a:ea typeface="Inter"/>
                <a:cs typeface="Inter"/>
              </a:defRPr>
            </a:pPr>
            <a:r>
              <a:rPr sz="3825" b="1">
                <a:solidFill>
                  <a:srgbClr val="FFFFFF"/>
                </a:solidFill>
                <a:latin typeface="Inter"/>
                <a:ea typeface="Inter"/>
                <a:cs typeface="Inter"/>
              </a:rPr>
              <a:t>Zetaris</a:t>
            </a:r>
          </a:p>
        </p:txBody>
      </p:sp>
      <p:sp>
        <p:nvSpPr>
          <p:cNvPr id="3" name="copy-37">
            <a:extLst xmlns:a="http://schemas.openxmlformats.org/drawingml/2006/main">
              <a:ext uri="{FF2B5EF4-FFF2-40B4-BE49-F238E27FC236}">
                <a16:creationId xmlns:a16="http://schemas.microsoft.com/office/drawing/2014/main" id="{B0AA290B-BE29-483B-A7A3-A414EB984A73}"/>
              </a:ext>
            </a:extLst>
          </p:cNvPr>
          <p:cNvSpPr>
            <a:spLocks xmlns:a="http://schemas.openxmlformats.org/drawingml/2006/main" noGrp="1"/>
          </p:cNvSpPr>
          <p:nvPr/>
        </p:nvSpPr>
        <p:spPr>
          <a:xfrm xmlns:a="http://schemas.openxmlformats.org/drawingml/2006/main">
            <a:off x="8486775" y="2057400"/>
            <a:ext cx="3143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E4EEDF"/>
                </a:solidFill>
                <a:latin typeface="Inter"/>
                <a:ea typeface="Inter"/>
                <a:cs typeface="Inter"/>
              </a:defRPr>
            </a:defPPr>
            <a:lvl1pPr>
              <a:defRPr sz="1875" b="0">
                <a:solidFill>
                  <a:srgbClr val="E4EEDF"/>
                </a:solidFill>
                <a:latin typeface="Inter"/>
                <a:ea typeface="Inter"/>
                <a:cs typeface="Inter"/>
              </a:defRPr>
            </a:lvl1pPr>
            <a:lvl2pPr>
              <a:defRPr sz="1875" b="0">
                <a:solidFill>
                  <a:srgbClr val="E4EEDF"/>
                </a:solidFill>
                <a:latin typeface="Inter"/>
                <a:ea typeface="Inter"/>
                <a:cs typeface="Inter"/>
              </a:defRPr>
            </a:lvl2pPr>
            <a:lvl3pPr>
              <a:defRPr sz="1875" b="0">
                <a:solidFill>
                  <a:srgbClr val="E4EEDF"/>
                </a:solidFill>
                <a:latin typeface="Inter"/>
                <a:ea typeface="Inter"/>
                <a:cs typeface="Inter"/>
              </a:defRPr>
            </a:lvl3pPr>
            <a:lvl4pPr>
              <a:defRPr sz="1875" b="0">
                <a:solidFill>
                  <a:srgbClr val="E4EEDF"/>
                </a:solidFill>
                <a:latin typeface="Inter"/>
                <a:ea typeface="Inter"/>
                <a:cs typeface="Inter"/>
              </a:defRPr>
            </a:lvl4pPr>
            <a:lvl5pPr>
              <a:defRPr sz="1875" b="0">
                <a:solidFill>
                  <a:srgbClr val="E4EEDF"/>
                </a:solidFill>
                <a:latin typeface="Inter"/>
                <a:ea typeface="Inter"/>
                <a:cs typeface="Inter"/>
              </a:defRPr>
            </a:lvl5pPr>
            <a:lvl6pPr>
              <a:defRPr sz="1875" b="0">
                <a:solidFill>
                  <a:srgbClr val="E4EEDF"/>
                </a:solidFill>
                <a:latin typeface="Inter"/>
                <a:ea typeface="Inter"/>
                <a:cs typeface="Inter"/>
              </a:defRPr>
            </a:lvl6pPr>
            <a:lvl7pPr>
              <a:defRPr sz="1875" b="0">
                <a:solidFill>
                  <a:srgbClr val="E4EEDF"/>
                </a:solidFill>
                <a:latin typeface="Inter"/>
                <a:ea typeface="Inter"/>
                <a:cs typeface="Inter"/>
              </a:defRPr>
            </a:lvl7pPr>
            <a:lvl8pPr>
              <a:defRPr sz="1875" b="0">
                <a:solidFill>
                  <a:srgbClr val="E4EEDF"/>
                </a:solidFill>
                <a:latin typeface="Inter"/>
                <a:ea typeface="Inter"/>
                <a:cs typeface="Inter"/>
              </a:defRPr>
            </a:lvl8pPr>
            <a:lvl9pPr>
              <a:defRPr sz="1875" b="0">
                <a:solidFill>
                  <a:srgbClr val="E4EEDF"/>
                </a:solidFill>
                <a:latin typeface="Inter"/>
                <a:ea typeface="Inter"/>
                <a:cs typeface="Inter"/>
              </a:defRPr>
            </a:lvl9pPr>
          </a:lstStyle>
          <a:p xmlns:a="http://schemas.openxmlformats.org/drawingml/2006/main">
            <a:pPr>
              <a:defRPr sz="1875" b="0">
                <a:solidFill>
                  <a:srgbClr val="E4EEDF"/>
                </a:solidFill>
                <a:latin typeface="Inter"/>
                <a:ea typeface="Inter"/>
                <a:cs typeface="Inter"/>
              </a:defRPr>
            </a:pPr>
            <a:r>
              <a:rPr sz="1875" b="0">
                <a:solidFill>
                  <a:srgbClr val="E4EEDF"/>
                </a:solidFill>
                <a:latin typeface="Inter"/>
                <a:ea typeface="Inter"/>
                <a:cs typeface="Inter"/>
              </a:rPr>
              <a:t>Published marker panel</a:t>
            </a:r>
          </a:p>
          <a:p xmlns:a="http://schemas.openxmlformats.org/drawingml/2006/main">
            <a:pPr>
              <a:defRPr sz="1875" b="0">
                <a:solidFill>
                  <a:srgbClr val="E4EEDF"/>
                </a:solidFill>
                <a:latin typeface="Inter"/>
                <a:ea typeface="Inter"/>
                <a:cs typeface="Inter"/>
              </a:defRPr>
            </a:pPr>
            <a:r>
              <a:rPr sz="1875" b="0">
                <a:solidFill>
                  <a:srgbClr val="E4EEDF"/>
                </a:solidFill>
                <a:latin typeface="Inter"/>
                <a:ea typeface="Inter"/>
                <a:cs typeface="Inter"/>
              </a:rPr>
              <a:t>↓</a:t>
            </a:r>
          </a:p>
          <a:p xmlns:a="http://schemas.openxmlformats.org/drawingml/2006/main">
            <a:pPr>
              <a:defRPr sz="1875" b="0">
                <a:solidFill>
                  <a:srgbClr val="E4EEDF"/>
                </a:solidFill>
                <a:latin typeface="Inter"/>
                <a:ea typeface="Inter"/>
                <a:cs typeface="Inter"/>
              </a:defRPr>
            </a:pPr>
            <a:r>
              <a:rPr sz="1875" b="0">
                <a:solidFill>
                  <a:srgbClr val="E4EEDF"/>
                </a:solidFill>
                <a:latin typeface="Inter"/>
                <a:ea typeface="Inter"/>
                <a:cs typeface="Inter"/>
              </a:rPr>
              <a:t>Versioned reference query</a:t>
            </a:r>
          </a:p>
          <a:p xmlns:a="http://schemas.openxmlformats.org/drawingml/2006/main">
            <a:pPr>
              <a:defRPr sz="1875" b="0">
                <a:solidFill>
                  <a:srgbClr val="E4EEDF"/>
                </a:solidFill>
                <a:latin typeface="Inter"/>
                <a:ea typeface="Inter"/>
                <a:cs typeface="Inter"/>
              </a:defRPr>
            </a:pPr>
            <a:r>
              <a:rPr sz="1875" b="0">
                <a:solidFill>
                  <a:srgbClr val="E4EEDF"/>
                </a:solidFill>
                <a:latin typeface="Inter"/>
                <a:ea typeface="Inter"/>
                <a:cs typeface="Inter"/>
              </a:rPr>
              <a:t>↓</a:t>
            </a:r>
          </a:p>
          <a:p xmlns:a="http://schemas.openxmlformats.org/drawingml/2006/main">
            <a:pPr>
              <a:defRPr sz="1875" b="0">
                <a:solidFill>
                  <a:srgbClr val="E4EEDF"/>
                </a:solidFill>
                <a:latin typeface="Inter"/>
                <a:ea typeface="Inter"/>
                <a:cs typeface="Inter"/>
              </a:defRPr>
            </a:pPr>
            <a:r>
              <a:rPr sz="1875" b="0">
                <a:solidFill>
                  <a:srgbClr val="E4EEDF"/>
                </a:solidFill>
                <a:latin typeface="Inter"/>
                <a:ea typeface="Inter"/>
                <a:cs typeface="Inter"/>
              </a:rPr>
              <a:t>Saved analysis receipt</a:t>
            </a:r>
          </a:p>
        </p:txBody>
      </p:sp>
      <p:sp>
        <p:nvSpPr>
          <p:cNvPr id="4" name="copy-38">
            <a:extLst xmlns:a="http://schemas.openxmlformats.org/drawingml/2006/main">
              <a:ext uri="{FF2B5EF4-FFF2-40B4-BE49-F238E27FC236}">
                <a16:creationId xmlns:a16="http://schemas.microsoft.com/office/drawing/2014/main" id="{2BC1FC00-342D-4084-9866-59681A45F1A4}"/>
              </a:ext>
            </a:extLst>
          </p:cNvPr>
          <p:cNvSpPr>
            <a:spLocks xmlns:a="http://schemas.openxmlformats.org/drawingml/2006/main" noGrp="1"/>
          </p:cNvSpPr>
          <p:nvPr/>
        </p:nvSpPr>
        <p:spPr>
          <a:xfrm xmlns:a="http://schemas.openxmlformats.org/drawingml/2006/main">
            <a:off x="609600" y="3990975"/>
            <a:ext cx="7181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E4EEDF"/>
                </a:solidFill>
                <a:latin typeface="Inter"/>
                <a:ea typeface="Inter"/>
                <a:cs typeface="Inter"/>
              </a:defRPr>
            </a:defPPr>
            <a:lvl1pPr>
              <a:defRPr sz="2100" b="0">
                <a:solidFill>
                  <a:srgbClr val="E4EEDF"/>
                </a:solidFill>
                <a:latin typeface="Inter"/>
                <a:ea typeface="Inter"/>
                <a:cs typeface="Inter"/>
              </a:defRPr>
            </a:lvl1pPr>
            <a:lvl2pPr>
              <a:defRPr sz="2100" b="0">
                <a:solidFill>
                  <a:srgbClr val="E4EEDF"/>
                </a:solidFill>
                <a:latin typeface="Inter"/>
                <a:ea typeface="Inter"/>
                <a:cs typeface="Inter"/>
              </a:defRPr>
            </a:lvl2pPr>
            <a:lvl3pPr>
              <a:defRPr sz="2100" b="0">
                <a:solidFill>
                  <a:srgbClr val="E4EEDF"/>
                </a:solidFill>
                <a:latin typeface="Inter"/>
                <a:ea typeface="Inter"/>
                <a:cs typeface="Inter"/>
              </a:defRPr>
            </a:lvl3pPr>
            <a:lvl4pPr>
              <a:defRPr sz="2100" b="0">
                <a:solidFill>
                  <a:srgbClr val="E4EEDF"/>
                </a:solidFill>
                <a:latin typeface="Inter"/>
                <a:ea typeface="Inter"/>
                <a:cs typeface="Inter"/>
              </a:defRPr>
            </a:lvl4pPr>
            <a:lvl5pPr>
              <a:defRPr sz="2100" b="0">
                <a:solidFill>
                  <a:srgbClr val="E4EEDF"/>
                </a:solidFill>
                <a:latin typeface="Inter"/>
                <a:ea typeface="Inter"/>
                <a:cs typeface="Inter"/>
              </a:defRPr>
            </a:lvl5pPr>
            <a:lvl6pPr>
              <a:defRPr sz="2100" b="0">
                <a:solidFill>
                  <a:srgbClr val="E4EEDF"/>
                </a:solidFill>
                <a:latin typeface="Inter"/>
                <a:ea typeface="Inter"/>
                <a:cs typeface="Inter"/>
              </a:defRPr>
            </a:lvl6pPr>
            <a:lvl7pPr>
              <a:defRPr sz="2100" b="0">
                <a:solidFill>
                  <a:srgbClr val="E4EEDF"/>
                </a:solidFill>
                <a:latin typeface="Inter"/>
                <a:ea typeface="Inter"/>
                <a:cs typeface="Inter"/>
              </a:defRPr>
            </a:lvl7pPr>
            <a:lvl8pPr>
              <a:defRPr sz="2100" b="0">
                <a:solidFill>
                  <a:srgbClr val="E4EEDF"/>
                </a:solidFill>
                <a:latin typeface="Inter"/>
                <a:ea typeface="Inter"/>
                <a:cs typeface="Inter"/>
              </a:defRPr>
            </a:lvl8pPr>
            <a:lvl9pPr>
              <a:defRPr sz="2100" b="0">
                <a:solidFill>
                  <a:srgbClr val="E4EEDF"/>
                </a:solidFill>
                <a:latin typeface="Inter"/>
                <a:ea typeface="Inter"/>
                <a:cs typeface="Inter"/>
              </a:defRPr>
            </a:lvl9pPr>
          </a:lstStyle>
          <a:p xmlns:a="http://schemas.openxmlformats.org/drawingml/2006/main">
            <a:pPr>
              <a:defRPr sz="2100" b="0">
                <a:solidFill>
                  <a:srgbClr val="E4EEDF"/>
                </a:solidFill>
                <a:latin typeface="Inter"/>
                <a:ea typeface="Inter"/>
                <a:cs typeface="Inter"/>
              </a:defRPr>
            </a:pPr>
            <a:r>
              <a:rPr sz="2100" b="0">
                <a:solidFill>
                  <a:srgbClr val="E4EEDF"/>
                </a:solidFill>
                <a:latin typeface="Inter"/>
                <a:ea typeface="Inter"/>
                <a:cs typeface="Inter"/>
              </a:rPr>
              <a:t>42 associations, checked against</a:t>
            </a:r>
          </a:p>
          <a:p xmlns:a="http://schemas.openxmlformats.org/drawingml/2006/main">
            <a:pPr>
              <a:defRPr sz="2100" b="0">
                <a:solidFill>
                  <a:srgbClr val="E4EEDF"/>
                </a:solidFill>
                <a:latin typeface="Inter"/>
                <a:ea typeface="Inter"/>
                <a:cs typeface="Inter"/>
              </a:defRPr>
            </a:pPr>
            <a:r>
              <a:rPr sz="2100" b="0">
                <a:solidFill>
                  <a:srgbClr val="E4EEDF"/>
                </a:solidFill>
                <a:latin typeface="Inter"/>
                <a:ea typeface="Inter"/>
                <a:cs typeface="Inter"/>
              </a:rPr>
              <a:t>the reference used in the analysis.</a:t>
            </a:r>
          </a:p>
        </p:txBody>
      </p:sp>
      <p:pic>
        <p:nvPicPr>
          <p:cNvPr id="5" name="">
            <a:extLst xmlns:a="http://schemas.openxmlformats.org/drawingml/2006/main">
              <a:ext uri="{FF2B5EF4-FFF2-40B4-BE49-F238E27FC236}">
                <a16:creationId xmlns:a16="http://schemas.microsoft.com/office/drawing/2014/main" id="{0A36F621-B364-4071-B90E-418D5722EB58}"/>
              </a:ext>
            </a:extLst>
          </p:cNvPr>
          <p:cNvPicPr>
            <a:picLocks xmlns:a="http://schemas.openxmlformats.org/drawingml/2006/main" noChangeAspect="1"/>
          </p:cNvPicPr>
          <p:nvPr/>
        </p:nvPicPr>
        <p:blipFill>
          <a:blip xmlns:r="http://schemas.openxmlformats.org/officeDocument/2006/relationships" xmlns:a="http://schemas.openxmlformats.org/drawingml/2006/main" r:embed="R95cee54010fb4d61"/>
          <a:srcRect xmlns:a="http://schemas.openxmlformats.org/drawingml/2006/main" l="26389" t="13000" r="26389" b="80000"/>
          <a:stretch xmlns:a="http://schemas.openxmlformats.org/drawingml/2006/main"/>
        </p:blipFill>
        <p:spPr>
          <a:xfrm xmlns:a="http://schemas.openxmlformats.org/drawingml/2006/main">
            <a:off x="571500" y="5276850"/>
            <a:ext cx="11049000" cy="1133475"/>
          </a:xfrm>
          <a:prstGeom xmlns:a="http://schemas.openxmlformats.org/drawingml/2006/main" prst="rect">
            <a:avLst/>
          </a:prstGeom>
        </p:spPr>
      </p:pic>
    </p:spTree>
    <p:extLst>
      <p:ext uri="{BB962C8B-B14F-4D97-AF65-F5344CB8AC3E}">
        <p14:creationId xmlns:p14="http://schemas.microsoft.com/office/powerpoint/2010/main" val="20377630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py-39">
            <a:extLst xmlns:a="http://schemas.openxmlformats.org/drawingml/2006/main">
              <a:ext uri="{FF2B5EF4-FFF2-40B4-BE49-F238E27FC236}">
                <a16:creationId xmlns:a16="http://schemas.microsoft.com/office/drawing/2014/main" id="{AB268ED4-87EF-41F8-88BB-AD01E6E37305}"/>
              </a:ext>
            </a:extLst>
          </p:cNvPr>
          <p:cNvSpPr>
            <a:spLocks xmlns:a="http://schemas.openxmlformats.org/drawingml/2006/main" noGrp="1"/>
          </p:cNvSpPr>
          <p:nvPr/>
        </p:nvSpPr>
        <p:spPr>
          <a:xfrm xmlns:a="http://schemas.openxmlformats.org/drawingml/2006/main">
            <a:off x="571500" y="523875"/>
            <a:ext cx="11049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350" b="1">
                <a:solidFill>
                  <a:srgbClr val="111111"/>
                </a:solidFill>
                <a:latin typeface="Inter"/>
                <a:ea typeface="Inter"/>
                <a:cs typeface="Inter"/>
              </a:defRPr>
            </a:defPPr>
            <a:lvl1pPr>
              <a:defRPr sz="4350" b="1">
                <a:solidFill>
                  <a:srgbClr val="111111"/>
                </a:solidFill>
                <a:latin typeface="Inter"/>
                <a:ea typeface="Inter"/>
                <a:cs typeface="Inter"/>
              </a:defRPr>
            </a:lvl1pPr>
            <a:lvl2pPr>
              <a:defRPr sz="4350" b="1">
                <a:solidFill>
                  <a:srgbClr val="111111"/>
                </a:solidFill>
                <a:latin typeface="Inter"/>
                <a:ea typeface="Inter"/>
                <a:cs typeface="Inter"/>
              </a:defRPr>
            </a:lvl2pPr>
            <a:lvl3pPr>
              <a:defRPr sz="4350" b="1">
                <a:solidFill>
                  <a:srgbClr val="111111"/>
                </a:solidFill>
                <a:latin typeface="Inter"/>
                <a:ea typeface="Inter"/>
                <a:cs typeface="Inter"/>
              </a:defRPr>
            </a:lvl3pPr>
            <a:lvl4pPr>
              <a:defRPr sz="4350" b="1">
                <a:solidFill>
                  <a:srgbClr val="111111"/>
                </a:solidFill>
                <a:latin typeface="Inter"/>
                <a:ea typeface="Inter"/>
                <a:cs typeface="Inter"/>
              </a:defRPr>
            </a:lvl4pPr>
            <a:lvl5pPr>
              <a:defRPr sz="4350" b="1">
                <a:solidFill>
                  <a:srgbClr val="111111"/>
                </a:solidFill>
                <a:latin typeface="Inter"/>
                <a:ea typeface="Inter"/>
                <a:cs typeface="Inter"/>
              </a:defRPr>
            </a:lvl5pPr>
            <a:lvl6pPr>
              <a:defRPr sz="4350" b="1">
                <a:solidFill>
                  <a:srgbClr val="111111"/>
                </a:solidFill>
                <a:latin typeface="Inter"/>
                <a:ea typeface="Inter"/>
                <a:cs typeface="Inter"/>
              </a:defRPr>
            </a:lvl6pPr>
            <a:lvl7pPr>
              <a:defRPr sz="4350" b="1">
                <a:solidFill>
                  <a:srgbClr val="111111"/>
                </a:solidFill>
                <a:latin typeface="Inter"/>
                <a:ea typeface="Inter"/>
                <a:cs typeface="Inter"/>
              </a:defRPr>
            </a:lvl7pPr>
            <a:lvl8pPr>
              <a:defRPr sz="4350" b="1">
                <a:solidFill>
                  <a:srgbClr val="111111"/>
                </a:solidFill>
                <a:latin typeface="Inter"/>
                <a:ea typeface="Inter"/>
                <a:cs typeface="Inter"/>
              </a:defRPr>
            </a:lvl8pPr>
            <a:lvl9pPr>
              <a:defRPr sz="4350" b="1">
                <a:solidFill>
                  <a:srgbClr val="111111"/>
                </a:solidFill>
                <a:latin typeface="Inter"/>
                <a:ea typeface="Inter"/>
                <a:cs typeface="Inter"/>
              </a:defRPr>
            </a:lvl9pPr>
          </a:lstStyle>
          <a:p xmlns:a="http://schemas.openxmlformats.org/drawingml/2006/main">
            <a:pPr>
              <a:defRPr sz="4350" b="1">
                <a:solidFill>
                  <a:srgbClr val="111111"/>
                </a:solidFill>
                <a:latin typeface="Inter"/>
                <a:ea typeface="Inter"/>
                <a:cs typeface="Inter"/>
              </a:defRPr>
            </a:pPr>
            <a:r>
              <a:rPr sz="4350" b="1">
                <a:solidFill>
                  <a:srgbClr val="111111"/>
                </a:solidFill>
                <a:latin typeface="Inter"/>
                <a:ea typeface="Inter"/>
                <a:cs typeface="Inter"/>
              </a:rPr>
              <a:t>Research changes.</a:t>
            </a:r>
          </a:p>
          <a:p xmlns:a="http://schemas.openxmlformats.org/drawingml/2006/main">
            <a:pPr>
              <a:defRPr sz="4350" b="1">
                <a:solidFill>
                  <a:srgbClr val="111111"/>
                </a:solidFill>
                <a:latin typeface="Inter"/>
                <a:ea typeface="Inter"/>
                <a:cs typeface="Inter"/>
              </a:defRPr>
            </a:pPr>
            <a:r>
              <a:rPr sz="4350" b="1">
                <a:solidFill>
                  <a:srgbClr val="111111"/>
                </a:solidFill>
                <a:latin typeface="Inter"/>
                <a:ea typeface="Inter"/>
                <a:cs typeface="Inter"/>
              </a:rPr>
              <a:t>Memory should keep up.</a:t>
            </a:r>
          </a:p>
        </p:txBody>
      </p:sp>
      <p:sp>
        <p:nvSpPr>
          <p:cNvPr id="2" name="copy-40">
            <a:extLst xmlns:a="http://schemas.openxmlformats.org/drawingml/2006/main">
              <a:ext uri="{FF2B5EF4-FFF2-40B4-BE49-F238E27FC236}">
                <a16:creationId xmlns:a16="http://schemas.microsoft.com/office/drawing/2014/main" id="{16833752-6900-4C58-A27D-1B0ADA8D9AE5}"/>
              </a:ext>
            </a:extLst>
          </p:cNvPr>
          <p:cNvSpPr>
            <a:spLocks xmlns:a="http://schemas.openxmlformats.org/drawingml/2006/main" noGrp="1"/>
          </p:cNvSpPr>
          <p:nvPr/>
        </p:nvSpPr>
        <p:spPr>
          <a:xfrm xmlns:a="http://schemas.openxmlformats.org/drawingml/2006/main">
            <a:off x="609600" y="24193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66666"/>
                </a:solidFill>
                <a:latin typeface="Inter"/>
                <a:ea typeface="Inter"/>
                <a:cs typeface="Inter"/>
              </a:defRPr>
            </a:defPPr>
            <a:lvl1pPr>
              <a:defRPr sz="1725" b="0">
                <a:solidFill>
                  <a:srgbClr val="666666"/>
                </a:solidFill>
                <a:latin typeface="Inter"/>
                <a:ea typeface="Inter"/>
                <a:cs typeface="Inter"/>
              </a:defRPr>
            </a:lvl1pPr>
            <a:lvl2pPr>
              <a:defRPr sz="1725" b="0">
                <a:solidFill>
                  <a:srgbClr val="666666"/>
                </a:solidFill>
                <a:latin typeface="Inter"/>
                <a:ea typeface="Inter"/>
                <a:cs typeface="Inter"/>
              </a:defRPr>
            </a:lvl2pPr>
            <a:lvl3pPr>
              <a:defRPr sz="1725" b="0">
                <a:solidFill>
                  <a:srgbClr val="666666"/>
                </a:solidFill>
                <a:latin typeface="Inter"/>
                <a:ea typeface="Inter"/>
                <a:cs typeface="Inter"/>
              </a:defRPr>
            </a:lvl3pPr>
            <a:lvl4pPr>
              <a:defRPr sz="1725" b="0">
                <a:solidFill>
                  <a:srgbClr val="666666"/>
                </a:solidFill>
                <a:latin typeface="Inter"/>
                <a:ea typeface="Inter"/>
                <a:cs typeface="Inter"/>
              </a:defRPr>
            </a:lvl4pPr>
            <a:lvl5pPr>
              <a:defRPr sz="1725" b="0">
                <a:solidFill>
                  <a:srgbClr val="666666"/>
                </a:solidFill>
                <a:latin typeface="Inter"/>
                <a:ea typeface="Inter"/>
                <a:cs typeface="Inter"/>
              </a:defRPr>
            </a:lvl5pPr>
            <a:lvl6pPr>
              <a:defRPr sz="1725" b="0">
                <a:solidFill>
                  <a:srgbClr val="666666"/>
                </a:solidFill>
                <a:latin typeface="Inter"/>
                <a:ea typeface="Inter"/>
                <a:cs typeface="Inter"/>
              </a:defRPr>
            </a:lvl6pPr>
            <a:lvl7pPr>
              <a:defRPr sz="1725" b="0">
                <a:solidFill>
                  <a:srgbClr val="666666"/>
                </a:solidFill>
                <a:latin typeface="Inter"/>
                <a:ea typeface="Inter"/>
                <a:cs typeface="Inter"/>
              </a:defRPr>
            </a:lvl7pPr>
            <a:lvl8pPr>
              <a:defRPr sz="1725" b="0">
                <a:solidFill>
                  <a:srgbClr val="666666"/>
                </a:solidFill>
                <a:latin typeface="Inter"/>
                <a:ea typeface="Inter"/>
                <a:cs typeface="Inter"/>
              </a:defRPr>
            </a:lvl8pPr>
            <a:lvl9pPr>
              <a:defRPr sz="1725" b="0">
                <a:solidFill>
                  <a:srgbClr val="666666"/>
                </a:solidFill>
                <a:latin typeface="Inter"/>
                <a:ea typeface="Inter"/>
                <a:cs typeface="Inter"/>
              </a:defRPr>
            </a:lvl9pPr>
          </a:lstStyle>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Computed candidate</a:t>
            </a:r>
          </a:p>
        </p:txBody>
      </p:sp>
      <p:sp>
        <p:nvSpPr>
          <p:cNvPr id="3" name="copy-41">
            <a:extLst xmlns:a="http://schemas.openxmlformats.org/drawingml/2006/main">
              <a:ext uri="{FF2B5EF4-FFF2-40B4-BE49-F238E27FC236}">
                <a16:creationId xmlns:a16="http://schemas.microsoft.com/office/drawing/2014/main" id="{6E491BAF-85BD-4DFB-ABFC-8A9D02FC5981}"/>
              </a:ext>
            </a:extLst>
          </p:cNvPr>
          <p:cNvSpPr>
            <a:spLocks xmlns:a="http://schemas.openxmlformats.org/drawingml/2006/main" noGrp="1"/>
          </p:cNvSpPr>
          <p:nvPr/>
        </p:nvSpPr>
        <p:spPr>
          <a:xfrm xmlns:a="http://schemas.openxmlformats.org/drawingml/2006/main">
            <a:off x="609600" y="29051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750" b="1">
                <a:solidFill>
                  <a:srgbClr val="111111"/>
                </a:solidFill>
                <a:latin typeface="Inter"/>
                <a:ea typeface="Inter"/>
                <a:cs typeface="Inter"/>
              </a:defRPr>
            </a:defPPr>
            <a:lvl1pPr>
              <a:defRPr sz="3750" b="1">
                <a:solidFill>
                  <a:srgbClr val="111111"/>
                </a:solidFill>
                <a:latin typeface="Inter"/>
                <a:ea typeface="Inter"/>
                <a:cs typeface="Inter"/>
              </a:defRPr>
            </a:lvl1pPr>
            <a:lvl2pPr>
              <a:defRPr sz="3750" b="1">
                <a:solidFill>
                  <a:srgbClr val="111111"/>
                </a:solidFill>
                <a:latin typeface="Inter"/>
                <a:ea typeface="Inter"/>
                <a:cs typeface="Inter"/>
              </a:defRPr>
            </a:lvl2pPr>
            <a:lvl3pPr>
              <a:defRPr sz="3750" b="1">
                <a:solidFill>
                  <a:srgbClr val="111111"/>
                </a:solidFill>
                <a:latin typeface="Inter"/>
                <a:ea typeface="Inter"/>
                <a:cs typeface="Inter"/>
              </a:defRPr>
            </a:lvl3pPr>
            <a:lvl4pPr>
              <a:defRPr sz="3750" b="1">
                <a:solidFill>
                  <a:srgbClr val="111111"/>
                </a:solidFill>
                <a:latin typeface="Inter"/>
                <a:ea typeface="Inter"/>
                <a:cs typeface="Inter"/>
              </a:defRPr>
            </a:lvl4pPr>
            <a:lvl5pPr>
              <a:defRPr sz="3750" b="1">
                <a:solidFill>
                  <a:srgbClr val="111111"/>
                </a:solidFill>
                <a:latin typeface="Inter"/>
                <a:ea typeface="Inter"/>
                <a:cs typeface="Inter"/>
              </a:defRPr>
            </a:lvl5pPr>
            <a:lvl6pPr>
              <a:defRPr sz="3750" b="1">
                <a:solidFill>
                  <a:srgbClr val="111111"/>
                </a:solidFill>
                <a:latin typeface="Inter"/>
                <a:ea typeface="Inter"/>
                <a:cs typeface="Inter"/>
              </a:defRPr>
            </a:lvl6pPr>
            <a:lvl7pPr>
              <a:defRPr sz="3750" b="1">
                <a:solidFill>
                  <a:srgbClr val="111111"/>
                </a:solidFill>
                <a:latin typeface="Inter"/>
                <a:ea typeface="Inter"/>
                <a:cs typeface="Inter"/>
              </a:defRPr>
            </a:lvl7pPr>
            <a:lvl8pPr>
              <a:defRPr sz="3750" b="1">
                <a:solidFill>
                  <a:srgbClr val="111111"/>
                </a:solidFill>
                <a:latin typeface="Inter"/>
                <a:ea typeface="Inter"/>
                <a:cs typeface="Inter"/>
              </a:defRPr>
            </a:lvl8pPr>
            <a:lvl9pPr>
              <a:defRPr sz="3750" b="1">
                <a:solidFill>
                  <a:srgbClr val="111111"/>
                </a:solidFill>
                <a:latin typeface="Inter"/>
                <a:ea typeface="Inter"/>
                <a:cs typeface="Inter"/>
              </a:defRPr>
            </a:lvl9pPr>
          </a:lstStyle>
          <a:p xmlns:a="http://schemas.openxmlformats.org/drawingml/2006/main">
            <a:pPr>
              <a:defRPr sz="3750" b="1">
                <a:solidFill>
                  <a:srgbClr val="111111"/>
                </a:solidFill>
                <a:latin typeface="Inter"/>
                <a:ea typeface="Inter"/>
                <a:cs typeface="Inter"/>
              </a:defRPr>
            </a:pPr>
            <a:r>
              <a:rPr sz="3750" b="1">
                <a:solidFill>
                  <a:srgbClr val="111111"/>
                </a:solidFill>
                <a:latin typeface="Inter"/>
                <a:ea typeface="Inter"/>
                <a:cs typeface="Inter"/>
              </a:rPr>
              <a:t>Root hair</a:t>
            </a:r>
          </a:p>
        </p:txBody>
      </p:sp>
      <p:sp>
        <p:nvSpPr>
          <p:cNvPr id="4" name="copy-42">
            <a:extLst xmlns:a="http://schemas.openxmlformats.org/drawingml/2006/main">
              <a:ext uri="{FF2B5EF4-FFF2-40B4-BE49-F238E27FC236}">
                <a16:creationId xmlns:a16="http://schemas.microsoft.com/office/drawing/2014/main" id="{0C2D6C2F-52AE-42C5-85E0-83D84658271E}"/>
              </a:ext>
            </a:extLst>
          </p:cNvPr>
          <p:cNvSpPr>
            <a:spLocks xmlns:a="http://schemas.openxmlformats.org/drawingml/2006/main" noGrp="1"/>
          </p:cNvSpPr>
          <p:nvPr/>
        </p:nvSpPr>
        <p:spPr>
          <a:xfrm xmlns:a="http://schemas.openxmlformats.org/drawingml/2006/main">
            <a:off x="6686550" y="2419350"/>
            <a:ext cx="4895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66666"/>
                </a:solidFill>
                <a:latin typeface="Inter"/>
                <a:ea typeface="Inter"/>
                <a:cs typeface="Inter"/>
              </a:defRPr>
            </a:defPPr>
            <a:lvl1pPr>
              <a:defRPr sz="1725" b="0">
                <a:solidFill>
                  <a:srgbClr val="666666"/>
                </a:solidFill>
                <a:latin typeface="Inter"/>
                <a:ea typeface="Inter"/>
                <a:cs typeface="Inter"/>
              </a:defRPr>
            </a:lvl1pPr>
            <a:lvl2pPr>
              <a:defRPr sz="1725" b="0">
                <a:solidFill>
                  <a:srgbClr val="666666"/>
                </a:solidFill>
                <a:latin typeface="Inter"/>
                <a:ea typeface="Inter"/>
                <a:cs typeface="Inter"/>
              </a:defRPr>
            </a:lvl2pPr>
            <a:lvl3pPr>
              <a:defRPr sz="1725" b="0">
                <a:solidFill>
                  <a:srgbClr val="666666"/>
                </a:solidFill>
                <a:latin typeface="Inter"/>
                <a:ea typeface="Inter"/>
                <a:cs typeface="Inter"/>
              </a:defRPr>
            </a:lvl3pPr>
            <a:lvl4pPr>
              <a:defRPr sz="1725" b="0">
                <a:solidFill>
                  <a:srgbClr val="666666"/>
                </a:solidFill>
                <a:latin typeface="Inter"/>
                <a:ea typeface="Inter"/>
                <a:cs typeface="Inter"/>
              </a:defRPr>
            </a:lvl4pPr>
            <a:lvl5pPr>
              <a:defRPr sz="1725" b="0">
                <a:solidFill>
                  <a:srgbClr val="666666"/>
                </a:solidFill>
                <a:latin typeface="Inter"/>
                <a:ea typeface="Inter"/>
                <a:cs typeface="Inter"/>
              </a:defRPr>
            </a:lvl5pPr>
            <a:lvl6pPr>
              <a:defRPr sz="1725" b="0">
                <a:solidFill>
                  <a:srgbClr val="666666"/>
                </a:solidFill>
                <a:latin typeface="Inter"/>
                <a:ea typeface="Inter"/>
                <a:cs typeface="Inter"/>
              </a:defRPr>
            </a:lvl6pPr>
            <a:lvl7pPr>
              <a:defRPr sz="1725" b="0">
                <a:solidFill>
                  <a:srgbClr val="666666"/>
                </a:solidFill>
                <a:latin typeface="Inter"/>
                <a:ea typeface="Inter"/>
                <a:cs typeface="Inter"/>
              </a:defRPr>
            </a:lvl7pPr>
            <a:lvl8pPr>
              <a:defRPr sz="1725" b="0">
                <a:solidFill>
                  <a:srgbClr val="666666"/>
                </a:solidFill>
                <a:latin typeface="Inter"/>
                <a:ea typeface="Inter"/>
                <a:cs typeface="Inter"/>
              </a:defRPr>
            </a:lvl8pPr>
            <a:lvl9pPr>
              <a:defRPr sz="1725" b="0">
                <a:solidFill>
                  <a:srgbClr val="666666"/>
                </a:solidFill>
                <a:latin typeface="Inter"/>
                <a:ea typeface="Inter"/>
                <a:cs typeface="Inter"/>
              </a:defRPr>
            </a:lvl9pPr>
          </a:lstStyle>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Researcher’s latest decision</a:t>
            </a:r>
          </a:p>
        </p:txBody>
      </p:sp>
      <p:sp>
        <p:nvSpPr>
          <p:cNvPr id="5" name="copy-43">
            <a:extLst xmlns:a="http://schemas.openxmlformats.org/drawingml/2006/main">
              <a:ext uri="{FF2B5EF4-FFF2-40B4-BE49-F238E27FC236}">
                <a16:creationId xmlns:a16="http://schemas.microsoft.com/office/drawing/2014/main" id="{F0FA2D3A-6024-440A-A349-E0637979BB1E}"/>
              </a:ext>
            </a:extLst>
          </p:cNvPr>
          <p:cNvSpPr>
            <a:spLocks xmlns:a="http://schemas.openxmlformats.org/drawingml/2006/main" noGrp="1"/>
          </p:cNvSpPr>
          <p:nvPr/>
        </p:nvSpPr>
        <p:spPr>
          <a:xfrm xmlns:a="http://schemas.openxmlformats.org/drawingml/2006/main">
            <a:off x="6686550" y="2905125"/>
            <a:ext cx="4895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750" b="1">
                <a:solidFill>
                  <a:srgbClr val="1B5E20"/>
                </a:solidFill>
                <a:latin typeface="Inter"/>
                <a:ea typeface="Inter"/>
                <a:cs typeface="Inter"/>
              </a:defRPr>
            </a:defPPr>
            <a:lvl1pPr>
              <a:defRPr sz="3750" b="1">
                <a:solidFill>
                  <a:srgbClr val="1B5E20"/>
                </a:solidFill>
                <a:latin typeface="Inter"/>
                <a:ea typeface="Inter"/>
                <a:cs typeface="Inter"/>
              </a:defRPr>
            </a:lvl1pPr>
            <a:lvl2pPr>
              <a:defRPr sz="3750" b="1">
                <a:solidFill>
                  <a:srgbClr val="1B5E20"/>
                </a:solidFill>
                <a:latin typeface="Inter"/>
                <a:ea typeface="Inter"/>
                <a:cs typeface="Inter"/>
              </a:defRPr>
            </a:lvl2pPr>
            <a:lvl3pPr>
              <a:defRPr sz="3750" b="1">
                <a:solidFill>
                  <a:srgbClr val="1B5E20"/>
                </a:solidFill>
                <a:latin typeface="Inter"/>
                <a:ea typeface="Inter"/>
                <a:cs typeface="Inter"/>
              </a:defRPr>
            </a:lvl3pPr>
            <a:lvl4pPr>
              <a:defRPr sz="3750" b="1">
                <a:solidFill>
                  <a:srgbClr val="1B5E20"/>
                </a:solidFill>
                <a:latin typeface="Inter"/>
                <a:ea typeface="Inter"/>
                <a:cs typeface="Inter"/>
              </a:defRPr>
            </a:lvl4pPr>
            <a:lvl5pPr>
              <a:defRPr sz="3750" b="1">
                <a:solidFill>
                  <a:srgbClr val="1B5E20"/>
                </a:solidFill>
                <a:latin typeface="Inter"/>
                <a:ea typeface="Inter"/>
                <a:cs typeface="Inter"/>
              </a:defRPr>
            </a:lvl5pPr>
            <a:lvl6pPr>
              <a:defRPr sz="3750" b="1">
                <a:solidFill>
                  <a:srgbClr val="1B5E20"/>
                </a:solidFill>
                <a:latin typeface="Inter"/>
                <a:ea typeface="Inter"/>
                <a:cs typeface="Inter"/>
              </a:defRPr>
            </a:lvl6pPr>
            <a:lvl7pPr>
              <a:defRPr sz="3750" b="1">
                <a:solidFill>
                  <a:srgbClr val="1B5E20"/>
                </a:solidFill>
                <a:latin typeface="Inter"/>
                <a:ea typeface="Inter"/>
                <a:cs typeface="Inter"/>
              </a:defRPr>
            </a:lvl7pPr>
            <a:lvl8pPr>
              <a:defRPr sz="3750" b="1">
                <a:solidFill>
                  <a:srgbClr val="1B5E20"/>
                </a:solidFill>
                <a:latin typeface="Inter"/>
                <a:ea typeface="Inter"/>
                <a:cs typeface="Inter"/>
              </a:defRPr>
            </a:lvl8pPr>
            <a:lvl9pPr>
              <a:defRPr sz="3750" b="1">
                <a:solidFill>
                  <a:srgbClr val="1B5E20"/>
                </a:solidFill>
                <a:latin typeface="Inter"/>
                <a:ea typeface="Inter"/>
                <a:cs typeface="Inter"/>
              </a:defRPr>
            </a:lvl9pPr>
          </a:lstStyle>
          <a:p xmlns:a="http://schemas.openxmlformats.org/drawingml/2006/main">
            <a:pPr>
              <a:defRPr sz="3750" b="1">
                <a:solidFill>
                  <a:srgbClr val="1B5E20"/>
                </a:solidFill>
                <a:latin typeface="Inter"/>
                <a:ea typeface="Inter"/>
                <a:cs typeface="Inter"/>
              </a:defRPr>
            </a:pPr>
            <a:r>
              <a:rPr sz="3750" b="1">
                <a:solidFill>
                  <a:srgbClr val="1B5E20"/>
                </a:solidFill>
                <a:latin typeface="Inter"/>
                <a:ea typeface="Inter"/>
                <a:cs typeface="Inter"/>
              </a:rPr>
              <a:t>Unresolved</a:t>
            </a:r>
          </a:p>
        </p:txBody>
      </p:sp>
      <p:sp>
        <p:nvSpPr>
          <p:cNvPr id="6" name="arrow-44">
            <a:extLst xmlns:a="http://schemas.openxmlformats.org/drawingml/2006/main">
              <a:ext uri="{FF2B5EF4-FFF2-40B4-BE49-F238E27FC236}">
                <a16:creationId xmlns:a16="http://schemas.microsoft.com/office/drawing/2014/main" id="{4C404E59-0569-4019-905E-CDC90E92E7BF}"/>
              </a:ext>
            </a:extLst>
          </p:cNvPr>
          <p:cNvSpPr>
            <a:spLocks xmlns:a="http://schemas.openxmlformats.org/drawingml/2006/main" noGrp="1"/>
          </p:cNvSpPr>
          <p:nvPr/>
        </p:nvSpPr>
        <p:spPr>
          <a:xfrm xmlns:a="http://schemas.openxmlformats.org/drawingml/2006/main">
            <a:off x="5629275" y="3181350"/>
            <a:ext cx="561975" cy="152400"/>
          </a:xfrm>
          <a:prstGeom xmlns:a="http://schemas.openxmlformats.org/drawingml/2006/main" prst="rightArrow">
            <a:avLst/>
          </a:prstGeom>
          <a:solidFill xmlns:a="http://schemas.openxmlformats.org/drawingml/2006/main">
            <a:srgbClr val="666666"/>
          </a:solidFill>
          <a:ln xmlns:a="http://schemas.openxmlformats.org/drawingml/2006/main" w="0">
            <a:noFill/>
          </a:ln>
        </p:spPr>
      </p:sp>
      <p:sp>
        <p:nvSpPr>
          <p:cNvPr id="7" name="copy-45">
            <a:extLst xmlns:a="http://schemas.openxmlformats.org/drawingml/2006/main">
              <a:ext uri="{FF2B5EF4-FFF2-40B4-BE49-F238E27FC236}">
                <a16:creationId xmlns:a16="http://schemas.microsoft.com/office/drawing/2014/main" id="{4322C966-0DE6-404E-9575-B6F9FE3BE3D0}"/>
              </a:ext>
            </a:extLst>
          </p:cNvPr>
          <p:cNvSpPr>
            <a:spLocks xmlns:a="http://schemas.openxmlformats.org/drawingml/2006/main" noGrp="1"/>
          </p:cNvSpPr>
          <p:nvPr/>
        </p:nvSpPr>
        <p:spPr>
          <a:xfrm xmlns:a="http://schemas.openxmlformats.org/drawingml/2006/main">
            <a:off x="609600" y="39147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11111"/>
                </a:solidFill>
                <a:latin typeface="Inter"/>
                <a:ea typeface="Inter"/>
                <a:cs typeface="Inter"/>
              </a:defRPr>
            </a:defPPr>
            <a:lvl1pPr>
              <a:defRPr sz="2025" b="1">
                <a:solidFill>
                  <a:srgbClr val="111111"/>
                </a:solidFill>
                <a:latin typeface="Inter"/>
                <a:ea typeface="Inter"/>
                <a:cs typeface="Inter"/>
              </a:defRPr>
            </a:lvl1pPr>
            <a:lvl2pPr>
              <a:defRPr sz="2025" b="1">
                <a:solidFill>
                  <a:srgbClr val="111111"/>
                </a:solidFill>
                <a:latin typeface="Inter"/>
                <a:ea typeface="Inter"/>
                <a:cs typeface="Inter"/>
              </a:defRPr>
            </a:lvl2pPr>
            <a:lvl3pPr>
              <a:defRPr sz="2025" b="1">
                <a:solidFill>
                  <a:srgbClr val="111111"/>
                </a:solidFill>
                <a:latin typeface="Inter"/>
                <a:ea typeface="Inter"/>
                <a:cs typeface="Inter"/>
              </a:defRPr>
            </a:lvl3pPr>
            <a:lvl4pPr>
              <a:defRPr sz="2025" b="1">
                <a:solidFill>
                  <a:srgbClr val="111111"/>
                </a:solidFill>
                <a:latin typeface="Inter"/>
                <a:ea typeface="Inter"/>
                <a:cs typeface="Inter"/>
              </a:defRPr>
            </a:lvl4pPr>
            <a:lvl5pPr>
              <a:defRPr sz="2025" b="1">
                <a:solidFill>
                  <a:srgbClr val="111111"/>
                </a:solidFill>
                <a:latin typeface="Inter"/>
                <a:ea typeface="Inter"/>
                <a:cs typeface="Inter"/>
              </a:defRPr>
            </a:lvl5pPr>
            <a:lvl6pPr>
              <a:defRPr sz="2025" b="1">
                <a:solidFill>
                  <a:srgbClr val="111111"/>
                </a:solidFill>
                <a:latin typeface="Inter"/>
                <a:ea typeface="Inter"/>
                <a:cs typeface="Inter"/>
              </a:defRPr>
            </a:lvl6pPr>
            <a:lvl7pPr>
              <a:defRPr sz="2025" b="1">
                <a:solidFill>
                  <a:srgbClr val="111111"/>
                </a:solidFill>
                <a:latin typeface="Inter"/>
                <a:ea typeface="Inter"/>
                <a:cs typeface="Inter"/>
              </a:defRPr>
            </a:lvl7pPr>
            <a:lvl8pPr>
              <a:defRPr sz="2025" b="1">
                <a:solidFill>
                  <a:srgbClr val="111111"/>
                </a:solidFill>
                <a:latin typeface="Inter"/>
                <a:ea typeface="Inter"/>
                <a:cs typeface="Inter"/>
              </a:defRPr>
            </a:lvl8pPr>
            <a:lvl9pPr>
              <a:defRPr sz="2025" b="1">
                <a:solidFill>
                  <a:srgbClr val="111111"/>
                </a:solidFill>
                <a:latin typeface="Inter"/>
                <a:ea typeface="Inter"/>
                <a:cs typeface="Inter"/>
              </a:defRPr>
            </a:lvl9pPr>
          </a:lstStyle>
          <a:p xmlns:a="http://schemas.openxmlformats.org/drawingml/2006/main">
            <a:pPr>
              <a:defRPr sz="2025" b="1">
                <a:solidFill>
                  <a:srgbClr val="111111"/>
                </a:solidFill>
                <a:latin typeface="Inter"/>
                <a:ea typeface="Inter"/>
                <a:cs typeface="Inter"/>
              </a:defRPr>
            </a:pPr>
            <a:r>
              <a:rPr sz="2025" b="1">
                <a:solidFill>
                  <a:srgbClr val="111111"/>
                </a:solidFill>
                <a:latin typeface="Inter"/>
                <a:ea typeface="Inter"/>
                <a:cs typeface="Inter"/>
              </a:rPr>
              <a:t>Meterless H-MEM recalls the decision, its reason and its source.</a:t>
            </a:r>
          </a:p>
        </p:txBody>
      </p:sp>
      <p:pic>
        <p:nvPicPr>
          <p:cNvPr id="8" name="">
            <a:extLst xmlns:a="http://schemas.openxmlformats.org/drawingml/2006/main">
              <a:ext uri="{FF2B5EF4-FFF2-40B4-BE49-F238E27FC236}">
                <a16:creationId xmlns:a16="http://schemas.microsoft.com/office/drawing/2014/main" id="{A89701B6-C74B-434E-9F14-405A8C56645F}"/>
              </a:ext>
            </a:extLst>
          </p:cNvPr>
          <p:cNvPicPr>
            <a:picLocks xmlns:a="http://schemas.openxmlformats.org/drawingml/2006/main" noChangeAspect="1"/>
          </p:cNvPicPr>
          <p:nvPr/>
        </p:nvPicPr>
        <p:blipFill>
          <a:blip xmlns:r="http://schemas.openxmlformats.org/officeDocument/2006/relationships" xmlns:a="http://schemas.openxmlformats.org/drawingml/2006/main" r:embed="R6f6c5fe6c26b4b0b"/>
          <a:srcRect xmlns:a="http://schemas.openxmlformats.org/drawingml/2006/main" l="25347" t="30700" r="25347" b="55300"/>
          <a:stretch xmlns:a="http://schemas.openxmlformats.org/drawingml/2006/main"/>
        </p:blipFill>
        <p:spPr>
          <a:xfrm xmlns:a="http://schemas.openxmlformats.org/drawingml/2006/main">
            <a:off x="609600" y="4524375"/>
            <a:ext cx="10972800" cy="2163604"/>
          </a:xfrm>
          <a:prstGeom xmlns:a="http://schemas.openxmlformats.org/drawingml/2006/main" prst="rect">
            <a:avLst/>
          </a:prstGeom>
        </p:spPr>
      </p:pic>
    </p:spTree>
    <p:extLst>
      <p:ext uri="{BB962C8B-B14F-4D97-AF65-F5344CB8AC3E}">
        <p14:creationId xmlns:p14="http://schemas.microsoft.com/office/powerpoint/2010/main" val="6892452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py-46">
            <a:extLst xmlns:a="http://schemas.openxmlformats.org/drawingml/2006/main">
              <a:ext uri="{FF2B5EF4-FFF2-40B4-BE49-F238E27FC236}">
                <a16:creationId xmlns:a16="http://schemas.microsoft.com/office/drawing/2014/main" id="{B99BA0F6-D98D-4F1C-8D82-824B4F5353DC}"/>
              </a:ext>
            </a:extLst>
          </p:cNvPr>
          <p:cNvSpPr>
            <a:spLocks xmlns:a="http://schemas.openxmlformats.org/drawingml/2006/main" noGrp="1"/>
          </p:cNvSpPr>
          <p:nvPr/>
        </p:nvSpPr>
        <p:spPr>
          <a:xfrm xmlns:a="http://schemas.openxmlformats.org/drawingml/2006/main">
            <a:off x="571500" y="581025"/>
            <a:ext cx="11049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1">
                <a:solidFill>
                  <a:srgbClr val="111111"/>
                </a:solidFill>
                <a:latin typeface="Inter"/>
                <a:ea typeface="Inter"/>
                <a:cs typeface="Inter"/>
              </a:defRPr>
            </a:defPPr>
            <a:lvl1pPr>
              <a:defRPr sz="4050" b="1">
                <a:solidFill>
                  <a:srgbClr val="111111"/>
                </a:solidFill>
                <a:latin typeface="Inter"/>
                <a:ea typeface="Inter"/>
                <a:cs typeface="Inter"/>
              </a:defRPr>
            </a:lvl1pPr>
            <a:lvl2pPr>
              <a:defRPr sz="4050" b="1">
                <a:solidFill>
                  <a:srgbClr val="111111"/>
                </a:solidFill>
                <a:latin typeface="Inter"/>
                <a:ea typeface="Inter"/>
                <a:cs typeface="Inter"/>
              </a:defRPr>
            </a:lvl2pPr>
            <a:lvl3pPr>
              <a:defRPr sz="4050" b="1">
                <a:solidFill>
                  <a:srgbClr val="111111"/>
                </a:solidFill>
                <a:latin typeface="Inter"/>
                <a:ea typeface="Inter"/>
                <a:cs typeface="Inter"/>
              </a:defRPr>
            </a:lvl3pPr>
            <a:lvl4pPr>
              <a:defRPr sz="4050" b="1">
                <a:solidFill>
                  <a:srgbClr val="111111"/>
                </a:solidFill>
                <a:latin typeface="Inter"/>
                <a:ea typeface="Inter"/>
                <a:cs typeface="Inter"/>
              </a:defRPr>
            </a:lvl4pPr>
            <a:lvl5pPr>
              <a:defRPr sz="4050" b="1">
                <a:solidFill>
                  <a:srgbClr val="111111"/>
                </a:solidFill>
                <a:latin typeface="Inter"/>
                <a:ea typeface="Inter"/>
                <a:cs typeface="Inter"/>
              </a:defRPr>
            </a:lvl5pPr>
            <a:lvl6pPr>
              <a:defRPr sz="4050" b="1">
                <a:solidFill>
                  <a:srgbClr val="111111"/>
                </a:solidFill>
                <a:latin typeface="Inter"/>
                <a:ea typeface="Inter"/>
                <a:cs typeface="Inter"/>
              </a:defRPr>
            </a:lvl6pPr>
            <a:lvl7pPr>
              <a:defRPr sz="4050" b="1">
                <a:solidFill>
                  <a:srgbClr val="111111"/>
                </a:solidFill>
                <a:latin typeface="Inter"/>
                <a:ea typeface="Inter"/>
                <a:cs typeface="Inter"/>
              </a:defRPr>
            </a:lvl7pPr>
            <a:lvl8pPr>
              <a:defRPr sz="4050" b="1">
                <a:solidFill>
                  <a:srgbClr val="111111"/>
                </a:solidFill>
                <a:latin typeface="Inter"/>
                <a:ea typeface="Inter"/>
                <a:cs typeface="Inter"/>
              </a:defRPr>
            </a:lvl8pPr>
            <a:lvl9pPr>
              <a:defRPr sz="4050" b="1">
                <a:solidFill>
                  <a:srgbClr val="111111"/>
                </a:solidFill>
                <a:latin typeface="Inter"/>
                <a:ea typeface="Inter"/>
                <a:cs typeface="Inter"/>
              </a:defRPr>
            </a:lvl9pPr>
          </a:lstStyle>
          <a:p xmlns:a="http://schemas.openxmlformats.org/drawingml/2006/main">
            <a:pPr>
              <a:defRPr sz="4050" b="1">
                <a:solidFill>
                  <a:srgbClr val="111111"/>
                </a:solidFill>
                <a:latin typeface="Inter"/>
                <a:ea typeface="Inter"/>
                <a:cs typeface="Inter"/>
              </a:defRPr>
            </a:pPr>
            <a:r>
              <a:rPr sz="4050" b="1">
                <a:solidFill>
                  <a:srgbClr val="111111"/>
                </a:solidFill>
                <a:latin typeface="Inter"/>
                <a:ea typeface="Inter"/>
                <a:cs typeface="Inter"/>
              </a:rPr>
              <a:t>The agent does the work.</a:t>
            </a:r>
          </a:p>
          <a:p xmlns:a="http://schemas.openxmlformats.org/drawingml/2006/main">
            <a:pPr>
              <a:defRPr sz="4050" b="1">
                <a:solidFill>
                  <a:srgbClr val="111111"/>
                </a:solidFill>
                <a:latin typeface="Inter"/>
                <a:ea typeface="Inter"/>
                <a:cs typeface="Inter"/>
              </a:defRPr>
            </a:pPr>
            <a:r>
              <a:rPr sz="4050" b="1">
                <a:solidFill>
                  <a:srgbClr val="111111"/>
                </a:solidFill>
                <a:latin typeface="Inter"/>
                <a:ea typeface="Inter"/>
                <a:cs typeface="Inter"/>
              </a:rPr>
              <a:t>The researcher makes the call.</a:t>
            </a:r>
          </a:p>
        </p:txBody>
      </p:sp>
      <p:sp>
        <p:nvSpPr>
          <p:cNvPr id="2" name="copy-47">
            <a:extLst xmlns:a="http://schemas.openxmlformats.org/drawingml/2006/main">
              <a:ext uri="{FF2B5EF4-FFF2-40B4-BE49-F238E27FC236}">
                <a16:creationId xmlns:a16="http://schemas.microsoft.com/office/drawing/2014/main" id="{98A45E89-CFE1-49EB-BD92-6B10B791642D}"/>
              </a:ext>
            </a:extLst>
          </p:cNvPr>
          <p:cNvSpPr>
            <a:spLocks xmlns:a="http://schemas.openxmlformats.org/drawingml/2006/main" noGrp="1"/>
          </p:cNvSpPr>
          <p:nvPr/>
        </p:nvSpPr>
        <p:spPr>
          <a:xfrm xmlns:a="http://schemas.openxmlformats.org/drawingml/2006/main">
            <a:off x="571500" y="2771775"/>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111111"/>
                </a:solidFill>
                <a:latin typeface="Inter"/>
                <a:ea typeface="Inter"/>
                <a:cs typeface="Inter"/>
              </a:defRPr>
            </a:defPPr>
            <a:lvl1pPr>
              <a:defRPr sz="2475" b="1">
                <a:solidFill>
                  <a:srgbClr val="111111"/>
                </a:solidFill>
                <a:latin typeface="Inter"/>
                <a:ea typeface="Inter"/>
                <a:cs typeface="Inter"/>
              </a:defRPr>
            </a:lvl1pPr>
            <a:lvl2pPr>
              <a:defRPr sz="2475" b="1">
                <a:solidFill>
                  <a:srgbClr val="111111"/>
                </a:solidFill>
                <a:latin typeface="Inter"/>
                <a:ea typeface="Inter"/>
                <a:cs typeface="Inter"/>
              </a:defRPr>
            </a:lvl2pPr>
            <a:lvl3pPr>
              <a:defRPr sz="2475" b="1">
                <a:solidFill>
                  <a:srgbClr val="111111"/>
                </a:solidFill>
                <a:latin typeface="Inter"/>
                <a:ea typeface="Inter"/>
                <a:cs typeface="Inter"/>
              </a:defRPr>
            </a:lvl3pPr>
            <a:lvl4pPr>
              <a:defRPr sz="2475" b="1">
                <a:solidFill>
                  <a:srgbClr val="111111"/>
                </a:solidFill>
                <a:latin typeface="Inter"/>
                <a:ea typeface="Inter"/>
                <a:cs typeface="Inter"/>
              </a:defRPr>
            </a:lvl4pPr>
            <a:lvl5pPr>
              <a:defRPr sz="2475" b="1">
                <a:solidFill>
                  <a:srgbClr val="111111"/>
                </a:solidFill>
                <a:latin typeface="Inter"/>
                <a:ea typeface="Inter"/>
                <a:cs typeface="Inter"/>
              </a:defRPr>
            </a:lvl5pPr>
            <a:lvl6pPr>
              <a:defRPr sz="2475" b="1">
                <a:solidFill>
                  <a:srgbClr val="111111"/>
                </a:solidFill>
                <a:latin typeface="Inter"/>
                <a:ea typeface="Inter"/>
                <a:cs typeface="Inter"/>
              </a:defRPr>
            </a:lvl6pPr>
            <a:lvl7pPr>
              <a:defRPr sz="2475" b="1">
                <a:solidFill>
                  <a:srgbClr val="111111"/>
                </a:solidFill>
                <a:latin typeface="Inter"/>
                <a:ea typeface="Inter"/>
                <a:cs typeface="Inter"/>
              </a:defRPr>
            </a:lvl7pPr>
            <a:lvl8pPr>
              <a:defRPr sz="2475" b="1">
                <a:solidFill>
                  <a:srgbClr val="111111"/>
                </a:solidFill>
                <a:latin typeface="Inter"/>
                <a:ea typeface="Inter"/>
                <a:cs typeface="Inter"/>
              </a:defRPr>
            </a:lvl8pPr>
            <a:lvl9pPr>
              <a:defRPr sz="2475" b="1">
                <a:solidFill>
                  <a:srgbClr val="111111"/>
                </a:solidFill>
                <a:latin typeface="Inter"/>
                <a:ea typeface="Inter"/>
                <a:cs typeface="Inter"/>
              </a:defRPr>
            </a:lvl9pPr>
          </a:lstStyle>
          <a:p xmlns:a="http://schemas.openxmlformats.org/drawingml/2006/main">
            <a:pPr>
              <a:defRPr sz="2475" b="1">
                <a:solidFill>
                  <a:srgbClr val="111111"/>
                </a:solidFill>
                <a:latin typeface="Inter"/>
                <a:ea typeface="Inter"/>
                <a:cs typeface="Inter"/>
              </a:defRPr>
            </a:pPr>
            <a:r>
              <a:rPr sz="2475" b="1">
                <a:solidFill>
                  <a:srgbClr val="111111"/>
                </a:solidFill>
                <a:latin typeface="Inter"/>
                <a:ea typeface="Inter"/>
                <a:cs typeface="Inter"/>
              </a:rPr>
              <a:t>Researcher</a:t>
            </a:r>
          </a:p>
        </p:txBody>
      </p:sp>
      <p:sp>
        <p:nvSpPr>
          <p:cNvPr id="3" name="copy-48">
            <a:extLst xmlns:a="http://schemas.openxmlformats.org/drawingml/2006/main">
              <a:ext uri="{FF2B5EF4-FFF2-40B4-BE49-F238E27FC236}">
                <a16:creationId xmlns:a16="http://schemas.microsoft.com/office/drawing/2014/main" id="{07029CF0-7837-4DBF-AFDC-D696DF220B86}"/>
              </a:ext>
            </a:extLst>
          </p:cNvPr>
          <p:cNvSpPr>
            <a:spLocks xmlns:a="http://schemas.openxmlformats.org/drawingml/2006/main" noGrp="1"/>
          </p:cNvSpPr>
          <p:nvPr/>
        </p:nvSpPr>
        <p:spPr>
          <a:xfrm xmlns:a="http://schemas.openxmlformats.org/drawingml/2006/main">
            <a:off x="571500" y="33813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66666"/>
                </a:solidFill>
                <a:latin typeface="Inter"/>
                <a:ea typeface="Inter"/>
                <a:cs typeface="Inter"/>
              </a:defRPr>
            </a:defPPr>
            <a:lvl1pPr>
              <a:defRPr sz="1875" b="0">
                <a:solidFill>
                  <a:srgbClr val="666666"/>
                </a:solidFill>
                <a:latin typeface="Inter"/>
                <a:ea typeface="Inter"/>
                <a:cs typeface="Inter"/>
              </a:defRPr>
            </a:lvl1pPr>
            <a:lvl2pPr>
              <a:defRPr sz="1875" b="0">
                <a:solidFill>
                  <a:srgbClr val="666666"/>
                </a:solidFill>
                <a:latin typeface="Inter"/>
                <a:ea typeface="Inter"/>
                <a:cs typeface="Inter"/>
              </a:defRPr>
            </a:lvl2pPr>
            <a:lvl3pPr>
              <a:defRPr sz="1875" b="0">
                <a:solidFill>
                  <a:srgbClr val="666666"/>
                </a:solidFill>
                <a:latin typeface="Inter"/>
                <a:ea typeface="Inter"/>
                <a:cs typeface="Inter"/>
              </a:defRPr>
            </a:lvl3pPr>
            <a:lvl4pPr>
              <a:defRPr sz="1875" b="0">
                <a:solidFill>
                  <a:srgbClr val="666666"/>
                </a:solidFill>
                <a:latin typeface="Inter"/>
                <a:ea typeface="Inter"/>
                <a:cs typeface="Inter"/>
              </a:defRPr>
            </a:lvl4pPr>
            <a:lvl5pPr>
              <a:defRPr sz="1875" b="0">
                <a:solidFill>
                  <a:srgbClr val="666666"/>
                </a:solidFill>
                <a:latin typeface="Inter"/>
                <a:ea typeface="Inter"/>
                <a:cs typeface="Inter"/>
              </a:defRPr>
            </a:lvl5pPr>
            <a:lvl6pPr>
              <a:defRPr sz="1875" b="0">
                <a:solidFill>
                  <a:srgbClr val="666666"/>
                </a:solidFill>
                <a:latin typeface="Inter"/>
                <a:ea typeface="Inter"/>
                <a:cs typeface="Inter"/>
              </a:defRPr>
            </a:lvl6pPr>
            <a:lvl7pPr>
              <a:defRPr sz="1875" b="0">
                <a:solidFill>
                  <a:srgbClr val="666666"/>
                </a:solidFill>
                <a:latin typeface="Inter"/>
                <a:ea typeface="Inter"/>
                <a:cs typeface="Inter"/>
              </a:defRPr>
            </a:lvl7pPr>
            <a:lvl8pPr>
              <a:defRPr sz="1875" b="0">
                <a:solidFill>
                  <a:srgbClr val="666666"/>
                </a:solidFill>
                <a:latin typeface="Inter"/>
                <a:ea typeface="Inter"/>
                <a:cs typeface="Inter"/>
              </a:defRPr>
            </a:lvl8pPr>
            <a:lvl9pPr>
              <a:defRPr sz="1875" b="0">
                <a:solidFill>
                  <a:srgbClr val="666666"/>
                </a:solidFill>
                <a:latin typeface="Inter"/>
                <a:ea typeface="Inter"/>
                <a:cs typeface="Inter"/>
              </a:defRPr>
            </a:lvl9pPr>
          </a:lstStyle>
          <a:p xmlns:a="http://schemas.openxmlformats.org/drawingml/2006/main">
            <a:pPr>
              <a:defRPr sz="1875" b="0">
                <a:solidFill>
                  <a:srgbClr val="666666"/>
                </a:solidFill>
                <a:latin typeface="Inter"/>
                <a:ea typeface="Inter"/>
                <a:cs typeface="Inter"/>
              </a:defRPr>
            </a:pPr>
            <a:r>
              <a:rPr sz="1875" b="0">
                <a:solidFill>
                  <a:srgbClr val="666666"/>
                </a:solidFill>
                <a:latin typeface="Inter"/>
                <a:ea typeface="Inter"/>
                <a:cs typeface="Inter"/>
              </a:rPr>
              <a:t>Ask a question</a:t>
            </a:r>
          </a:p>
          <a:p xmlns:a="http://schemas.openxmlformats.org/drawingml/2006/main">
            <a:pPr>
              <a:defRPr sz="1875" b="0">
                <a:solidFill>
                  <a:srgbClr val="666666"/>
                </a:solidFill>
                <a:latin typeface="Inter"/>
                <a:ea typeface="Inter"/>
                <a:cs typeface="Inter"/>
              </a:defRPr>
            </a:pPr>
            <a:r>
              <a:rPr sz="1875" b="0">
                <a:solidFill>
                  <a:srgbClr val="666666"/>
                </a:solidFill>
                <a:latin typeface="Inter"/>
                <a:ea typeface="Inter"/>
                <a:cs typeface="Inter"/>
              </a:rPr>
              <a:t>or review a result.</a:t>
            </a:r>
          </a:p>
        </p:txBody>
      </p:sp>
      <p:sp>
        <p:nvSpPr>
          <p:cNvPr id="4" name="arrow-49">
            <a:extLst xmlns:a="http://schemas.openxmlformats.org/drawingml/2006/main">
              <a:ext uri="{FF2B5EF4-FFF2-40B4-BE49-F238E27FC236}">
                <a16:creationId xmlns:a16="http://schemas.microsoft.com/office/drawing/2014/main" id="{BF74C3AD-70F0-4A19-9F64-1828CEF98215}"/>
              </a:ext>
            </a:extLst>
          </p:cNvPr>
          <p:cNvSpPr>
            <a:spLocks xmlns:a="http://schemas.openxmlformats.org/drawingml/2006/main" noGrp="1"/>
          </p:cNvSpPr>
          <p:nvPr/>
        </p:nvSpPr>
        <p:spPr>
          <a:xfrm xmlns:a="http://schemas.openxmlformats.org/drawingml/2006/main">
            <a:off x="3352800" y="3286125"/>
            <a:ext cx="428625" cy="152400"/>
          </a:xfrm>
          <a:prstGeom xmlns:a="http://schemas.openxmlformats.org/drawingml/2006/main" prst="rightArrow">
            <a:avLst/>
          </a:prstGeom>
          <a:solidFill xmlns:a="http://schemas.openxmlformats.org/drawingml/2006/main">
            <a:srgbClr val="1B5E20"/>
          </a:solidFill>
          <a:ln xmlns:a="http://schemas.openxmlformats.org/drawingml/2006/main" w="0">
            <a:noFill/>
          </a:ln>
        </p:spPr>
      </p:sp>
      <p:sp>
        <p:nvSpPr>
          <p:cNvPr id="5" name="block-50">
            <a:extLst xmlns:a="http://schemas.openxmlformats.org/drawingml/2006/main">
              <a:ext uri="{FF2B5EF4-FFF2-40B4-BE49-F238E27FC236}">
                <a16:creationId xmlns:a16="http://schemas.microsoft.com/office/drawing/2014/main" id="{E7B7D1D8-0F26-4FE2-B80F-8AB3B735D363}"/>
              </a:ext>
            </a:extLst>
          </p:cNvPr>
          <p:cNvSpPr>
            <a:spLocks xmlns:a="http://schemas.openxmlformats.org/drawingml/2006/main" noGrp="1"/>
          </p:cNvSpPr>
          <p:nvPr/>
        </p:nvSpPr>
        <p:spPr>
          <a:xfrm xmlns:a="http://schemas.openxmlformats.org/drawingml/2006/main">
            <a:off x="4086225" y="2562225"/>
            <a:ext cx="3629025" cy="2181225"/>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6" name="copy-51">
            <a:extLst xmlns:a="http://schemas.openxmlformats.org/drawingml/2006/main">
              <a:ext uri="{FF2B5EF4-FFF2-40B4-BE49-F238E27FC236}">
                <a16:creationId xmlns:a16="http://schemas.microsoft.com/office/drawing/2014/main" id="{295D0B07-6691-41B5-9B7A-FB819A00D62E}"/>
              </a:ext>
            </a:extLst>
          </p:cNvPr>
          <p:cNvSpPr>
            <a:spLocks xmlns:a="http://schemas.openxmlformats.org/drawingml/2006/main" noGrp="1"/>
          </p:cNvSpPr>
          <p:nvPr/>
        </p:nvSpPr>
        <p:spPr>
          <a:xfrm xmlns:a="http://schemas.openxmlformats.org/drawingml/2006/main">
            <a:off x="4352925" y="28575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FFFFFF"/>
                </a:solidFill>
                <a:latin typeface="Inter"/>
                <a:ea typeface="Inter"/>
                <a:cs typeface="Inter"/>
              </a:defRPr>
            </a:defPPr>
            <a:lvl1pPr>
              <a:defRPr sz="2850" b="1">
                <a:solidFill>
                  <a:srgbClr val="FFFFFF"/>
                </a:solidFill>
                <a:latin typeface="Inter"/>
                <a:ea typeface="Inter"/>
                <a:cs typeface="Inter"/>
              </a:defRPr>
            </a:lvl1pPr>
            <a:lvl2pPr>
              <a:defRPr sz="2850" b="1">
                <a:solidFill>
                  <a:srgbClr val="FFFFFF"/>
                </a:solidFill>
                <a:latin typeface="Inter"/>
                <a:ea typeface="Inter"/>
                <a:cs typeface="Inter"/>
              </a:defRPr>
            </a:lvl2pPr>
            <a:lvl3pPr>
              <a:defRPr sz="2850" b="1">
                <a:solidFill>
                  <a:srgbClr val="FFFFFF"/>
                </a:solidFill>
                <a:latin typeface="Inter"/>
                <a:ea typeface="Inter"/>
                <a:cs typeface="Inter"/>
              </a:defRPr>
            </a:lvl3pPr>
            <a:lvl4pPr>
              <a:defRPr sz="2850" b="1">
                <a:solidFill>
                  <a:srgbClr val="FFFFFF"/>
                </a:solidFill>
                <a:latin typeface="Inter"/>
                <a:ea typeface="Inter"/>
                <a:cs typeface="Inter"/>
              </a:defRPr>
            </a:lvl4pPr>
            <a:lvl5pPr>
              <a:defRPr sz="2850" b="1">
                <a:solidFill>
                  <a:srgbClr val="FFFFFF"/>
                </a:solidFill>
                <a:latin typeface="Inter"/>
                <a:ea typeface="Inter"/>
                <a:cs typeface="Inter"/>
              </a:defRPr>
            </a:lvl5pPr>
            <a:lvl6pPr>
              <a:defRPr sz="2850" b="1">
                <a:solidFill>
                  <a:srgbClr val="FFFFFF"/>
                </a:solidFill>
                <a:latin typeface="Inter"/>
                <a:ea typeface="Inter"/>
                <a:cs typeface="Inter"/>
              </a:defRPr>
            </a:lvl6pPr>
            <a:lvl7pPr>
              <a:defRPr sz="2850" b="1">
                <a:solidFill>
                  <a:srgbClr val="FFFFFF"/>
                </a:solidFill>
                <a:latin typeface="Inter"/>
                <a:ea typeface="Inter"/>
                <a:cs typeface="Inter"/>
              </a:defRPr>
            </a:lvl7pPr>
            <a:lvl8pPr>
              <a:defRPr sz="2850" b="1">
                <a:solidFill>
                  <a:srgbClr val="FFFFFF"/>
                </a:solidFill>
                <a:latin typeface="Inter"/>
                <a:ea typeface="Inter"/>
                <a:cs typeface="Inter"/>
              </a:defRPr>
            </a:lvl8pPr>
            <a:lvl9pPr>
              <a:defRPr sz="2850" b="1">
                <a:solidFill>
                  <a:srgbClr val="FFFFFF"/>
                </a:solidFill>
                <a:latin typeface="Inter"/>
                <a:ea typeface="Inter"/>
                <a:cs typeface="Inter"/>
              </a:defRPr>
            </a:lvl9pPr>
          </a:lstStyle>
          <a:p xmlns:a="http://schemas.openxmlformats.org/drawingml/2006/main">
            <a:pPr>
              <a:defRPr sz="2850" b="1">
                <a:solidFill>
                  <a:srgbClr val="FFFFFF"/>
                </a:solidFill>
                <a:latin typeface="Inter"/>
                <a:ea typeface="Inter"/>
                <a:cs typeface="Inter"/>
              </a:defRPr>
            </a:pPr>
            <a:r>
              <a:rPr sz="2850" b="1">
                <a:solidFill>
                  <a:srgbClr val="FFFFFF"/>
                </a:solidFill>
                <a:latin typeface="Inter"/>
                <a:ea typeface="Inter"/>
                <a:cs typeface="Inter"/>
              </a:rPr>
              <a:t>Celloras agent</a:t>
            </a:r>
          </a:p>
        </p:txBody>
      </p:sp>
      <p:sp>
        <p:nvSpPr>
          <p:cNvPr id="7" name="copy-52">
            <a:extLst xmlns:a="http://schemas.openxmlformats.org/drawingml/2006/main">
              <a:ext uri="{FF2B5EF4-FFF2-40B4-BE49-F238E27FC236}">
                <a16:creationId xmlns:a16="http://schemas.microsoft.com/office/drawing/2014/main" id="{2D6B2A59-89BC-4A79-8953-52BF4B8FDE8D}"/>
              </a:ext>
            </a:extLst>
          </p:cNvPr>
          <p:cNvSpPr>
            <a:spLocks xmlns:a="http://schemas.openxmlformats.org/drawingml/2006/main" noGrp="1"/>
          </p:cNvSpPr>
          <p:nvPr/>
        </p:nvSpPr>
        <p:spPr>
          <a:xfrm xmlns:a="http://schemas.openxmlformats.org/drawingml/2006/main">
            <a:off x="4352925" y="3695700"/>
            <a:ext cx="3095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DFE4DC"/>
                </a:solidFill>
                <a:latin typeface="Inter"/>
                <a:ea typeface="Inter"/>
                <a:cs typeface="Inter"/>
              </a:defRPr>
            </a:defPPr>
            <a:lvl1pPr>
              <a:defRPr sz="1800" b="0">
                <a:solidFill>
                  <a:srgbClr val="DFE4DC"/>
                </a:solidFill>
                <a:latin typeface="Inter"/>
                <a:ea typeface="Inter"/>
                <a:cs typeface="Inter"/>
              </a:defRPr>
            </a:lvl1pPr>
            <a:lvl2pPr>
              <a:defRPr sz="1800" b="0">
                <a:solidFill>
                  <a:srgbClr val="DFE4DC"/>
                </a:solidFill>
                <a:latin typeface="Inter"/>
                <a:ea typeface="Inter"/>
                <a:cs typeface="Inter"/>
              </a:defRPr>
            </a:lvl2pPr>
            <a:lvl3pPr>
              <a:defRPr sz="1800" b="0">
                <a:solidFill>
                  <a:srgbClr val="DFE4DC"/>
                </a:solidFill>
                <a:latin typeface="Inter"/>
                <a:ea typeface="Inter"/>
                <a:cs typeface="Inter"/>
              </a:defRPr>
            </a:lvl3pPr>
            <a:lvl4pPr>
              <a:defRPr sz="1800" b="0">
                <a:solidFill>
                  <a:srgbClr val="DFE4DC"/>
                </a:solidFill>
                <a:latin typeface="Inter"/>
                <a:ea typeface="Inter"/>
                <a:cs typeface="Inter"/>
              </a:defRPr>
            </a:lvl4pPr>
            <a:lvl5pPr>
              <a:defRPr sz="1800" b="0">
                <a:solidFill>
                  <a:srgbClr val="DFE4DC"/>
                </a:solidFill>
                <a:latin typeface="Inter"/>
                <a:ea typeface="Inter"/>
                <a:cs typeface="Inter"/>
              </a:defRPr>
            </a:lvl5pPr>
            <a:lvl6pPr>
              <a:defRPr sz="1800" b="0">
                <a:solidFill>
                  <a:srgbClr val="DFE4DC"/>
                </a:solidFill>
                <a:latin typeface="Inter"/>
                <a:ea typeface="Inter"/>
                <a:cs typeface="Inter"/>
              </a:defRPr>
            </a:lvl6pPr>
            <a:lvl7pPr>
              <a:defRPr sz="1800" b="0">
                <a:solidFill>
                  <a:srgbClr val="DFE4DC"/>
                </a:solidFill>
                <a:latin typeface="Inter"/>
                <a:ea typeface="Inter"/>
                <a:cs typeface="Inter"/>
              </a:defRPr>
            </a:lvl7pPr>
            <a:lvl8pPr>
              <a:defRPr sz="1800" b="0">
                <a:solidFill>
                  <a:srgbClr val="DFE4DC"/>
                </a:solidFill>
                <a:latin typeface="Inter"/>
                <a:ea typeface="Inter"/>
                <a:cs typeface="Inter"/>
              </a:defRPr>
            </a:lvl8pPr>
            <a:lvl9pPr>
              <a:defRPr sz="1800" b="0">
                <a:solidFill>
                  <a:srgbClr val="DFE4DC"/>
                </a:solidFill>
                <a:latin typeface="Inter"/>
                <a:ea typeface="Inter"/>
                <a:cs typeface="Inter"/>
              </a:defRPr>
            </a:lvl9pPr>
          </a:lstStyle>
          <a:p xmlns:a="http://schemas.openxmlformats.org/drawingml/2006/main">
            <a:pPr>
              <a:defRPr sz="1800" b="0">
                <a:solidFill>
                  <a:srgbClr val="DFE4DC"/>
                </a:solidFill>
                <a:latin typeface="Inter"/>
                <a:ea typeface="Inter"/>
                <a:cs typeface="Inter"/>
              </a:defRPr>
            </a:pPr>
            <a:r>
              <a:rPr sz="1800" b="0">
                <a:solidFill>
                  <a:srgbClr val="DFE4DC"/>
                </a:solidFill>
                <a:latin typeface="Inter"/>
                <a:ea typeface="Inter"/>
                <a:cs typeface="Inter"/>
              </a:rPr>
              <a:t>OpenShell / Codex</a:t>
            </a:r>
          </a:p>
          <a:p xmlns:a="http://schemas.openxmlformats.org/drawingml/2006/main">
            <a:pPr>
              <a:defRPr sz="1800" b="0">
                <a:solidFill>
                  <a:srgbClr val="DFE4DC"/>
                </a:solidFill>
                <a:latin typeface="Inter"/>
                <a:ea typeface="Inter"/>
                <a:cs typeface="Inter"/>
              </a:defRPr>
            </a:pPr>
            <a:r>
              <a:rPr sz="1800" b="0">
                <a:solidFill>
                  <a:srgbClr val="DFE4DC"/>
                </a:solidFill>
                <a:latin typeface="Inter"/>
                <a:ea typeface="Inter"/>
                <a:cs typeface="Inter"/>
              </a:rPr>
              <a:t>Scientific analysis tools</a:t>
            </a:r>
          </a:p>
        </p:txBody>
      </p:sp>
      <p:sp>
        <p:nvSpPr>
          <p:cNvPr id="8" name="block-53">
            <a:extLst xmlns:a="http://schemas.openxmlformats.org/drawingml/2006/main">
              <a:ext uri="{FF2B5EF4-FFF2-40B4-BE49-F238E27FC236}">
                <a16:creationId xmlns:a16="http://schemas.microsoft.com/office/drawing/2014/main" id="{923A45EF-B3B4-4394-8A3D-CB5BCD75299E}"/>
              </a:ext>
            </a:extLst>
          </p:cNvPr>
          <p:cNvSpPr>
            <a:spLocks xmlns:a="http://schemas.openxmlformats.org/drawingml/2006/main" noGrp="1"/>
          </p:cNvSpPr>
          <p:nvPr/>
        </p:nvSpPr>
        <p:spPr>
          <a:xfrm xmlns:a="http://schemas.openxmlformats.org/drawingml/2006/main">
            <a:off x="7972425" y="3314700"/>
            <a:ext cx="381000" cy="19050"/>
          </a:xfrm>
          <a:prstGeom xmlns:a="http://schemas.openxmlformats.org/drawingml/2006/main" prst="rect">
            <a:avLst/>
          </a:prstGeom>
          <a:solidFill xmlns:a="http://schemas.openxmlformats.org/drawingml/2006/main">
            <a:srgbClr val="1B5E20"/>
          </a:solidFill>
          <a:ln xmlns:a="http://schemas.openxmlformats.org/drawingml/2006/main" w="0">
            <a:noFill/>
          </a:ln>
        </p:spPr>
      </p:sp>
      <p:sp>
        <p:nvSpPr>
          <p:cNvPr id="9" name="block-54">
            <a:extLst xmlns:a="http://schemas.openxmlformats.org/drawingml/2006/main">
              <a:ext uri="{FF2B5EF4-FFF2-40B4-BE49-F238E27FC236}">
                <a16:creationId xmlns:a16="http://schemas.microsoft.com/office/drawing/2014/main" id="{4ED6F4D8-A43C-4875-950A-AC6D4B593099}"/>
              </a:ext>
            </a:extLst>
          </p:cNvPr>
          <p:cNvSpPr>
            <a:spLocks xmlns:a="http://schemas.openxmlformats.org/drawingml/2006/main" noGrp="1"/>
          </p:cNvSpPr>
          <p:nvPr/>
        </p:nvSpPr>
        <p:spPr>
          <a:xfrm xmlns:a="http://schemas.openxmlformats.org/drawingml/2006/main">
            <a:off x="8343900" y="2847975"/>
            <a:ext cx="19050" cy="2314575"/>
          </a:xfrm>
          <a:prstGeom xmlns:a="http://schemas.openxmlformats.org/drawingml/2006/main" prst="rect">
            <a:avLst/>
          </a:prstGeom>
          <a:solidFill xmlns:a="http://schemas.openxmlformats.org/drawingml/2006/main">
            <a:srgbClr val="1B5E20"/>
          </a:solidFill>
          <a:ln xmlns:a="http://schemas.openxmlformats.org/drawingml/2006/main" w="0">
            <a:noFill/>
          </a:ln>
        </p:spPr>
      </p:sp>
      <p:sp>
        <p:nvSpPr>
          <p:cNvPr id="10" name="arrow-55">
            <a:extLst xmlns:a="http://schemas.openxmlformats.org/drawingml/2006/main">
              <a:ext uri="{FF2B5EF4-FFF2-40B4-BE49-F238E27FC236}">
                <a16:creationId xmlns:a16="http://schemas.microsoft.com/office/drawing/2014/main" id="{311F9E35-A311-434B-A192-250F3EF36BF5}"/>
              </a:ext>
            </a:extLst>
          </p:cNvPr>
          <p:cNvSpPr>
            <a:spLocks xmlns:a="http://schemas.openxmlformats.org/drawingml/2006/main" noGrp="1"/>
          </p:cNvSpPr>
          <p:nvPr/>
        </p:nvSpPr>
        <p:spPr>
          <a:xfrm xmlns:a="http://schemas.openxmlformats.org/drawingml/2006/main">
            <a:off x="8362950" y="2781300"/>
            <a:ext cx="323850" cy="152400"/>
          </a:xfrm>
          <a:prstGeom xmlns:a="http://schemas.openxmlformats.org/drawingml/2006/main" prst="rightArrow">
            <a:avLst/>
          </a:prstGeom>
          <a:solidFill xmlns:a="http://schemas.openxmlformats.org/drawingml/2006/main">
            <a:srgbClr val="1B5E20"/>
          </a:solidFill>
          <a:ln xmlns:a="http://schemas.openxmlformats.org/drawingml/2006/main" w="0">
            <a:noFill/>
          </a:ln>
        </p:spPr>
      </p:sp>
      <p:sp>
        <p:nvSpPr>
          <p:cNvPr id="11" name="arrow-56">
            <a:extLst xmlns:a="http://schemas.openxmlformats.org/drawingml/2006/main">
              <a:ext uri="{FF2B5EF4-FFF2-40B4-BE49-F238E27FC236}">
                <a16:creationId xmlns:a16="http://schemas.microsoft.com/office/drawing/2014/main" id="{43D131FD-5FF6-43CF-8B8C-55ADDAA02C6D}"/>
              </a:ext>
            </a:extLst>
          </p:cNvPr>
          <p:cNvSpPr>
            <a:spLocks xmlns:a="http://schemas.openxmlformats.org/drawingml/2006/main" noGrp="1"/>
          </p:cNvSpPr>
          <p:nvPr/>
        </p:nvSpPr>
        <p:spPr>
          <a:xfrm xmlns:a="http://schemas.openxmlformats.org/drawingml/2006/main">
            <a:off x="8362950" y="5086350"/>
            <a:ext cx="323850" cy="152400"/>
          </a:xfrm>
          <a:prstGeom xmlns:a="http://schemas.openxmlformats.org/drawingml/2006/main" prst="rightArrow">
            <a:avLst/>
          </a:prstGeom>
          <a:solidFill xmlns:a="http://schemas.openxmlformats.org/drawingml/2006/main">
            <a:srgbClr val="1B5E20"/>
          </a:solidFill>
          <a:ln xmlns:a="http://schemas.openxmlformats.org/drawingml/2006/main" w="0">
            <a:noFill/>
          </a:ln>
        </p:spPr>
      </p:sp>
      <p:sp>
        <p:nvSpPr>
          <p:cNvPr id="12" name="copy-57">
            <a:extLst xmlns:a="http://schemas.openxmlformats.org/drawingml/2006/main">
              <a:ext uri="{FF2B5EF4-FFF2-40B4-BE49-F238E27FC236}">
                <a16:creationId xmlns:a16="http://schemas.microsoft.com/office/drawing/2014/main" id="{9766CDB3-215C-4229-AC1D-7C2CEB282F98}"/>
              </a:ext>
            </a:extLst>
          </p:cNvPr>
          <p:cNvSpPr>
            <a:spLocks xmlns:a="http://schemas.openxmlformats.org/drawingml/2006/main" noGrp="1"/>
          </p:cNvSpPr>
          <p:nvPr/>
        </p:nvSpPr>
        <p:spPr>
          <a:xfrm xmlns:a="http://schemas.openxmlformats.org/drawingml/2006/main">
            <a:off x="8953500" y="2543175"/>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B5E20"/>
                </a:solidFill>
                <a:latin typeface="Inter"/>
                <a:ea typeface="Inter"/>
                <a:cs typeface="Inter"/>
              </a:defRPr>
            </a:defPPr>
            <a:lvl1pPr>
              <a:defRPr sz="2550" b="1">
                <a:solidFill>
                  <a:srgbClr val="1B5E20"/>
                </a:solidFill>
                <a:latin typeface="Inter"/>
                <a:ea typeface="Inter"/>
                <a:cs typeface="Inter"/>
              </a:defRPr>
            </a:lvl1pPr>
            <a:lvl2pPr>
              <a:defRPr sz="2550" b="1">
                <a:solidFill>
                  <a:srgbClr val="1B5E20"/>
                </a:solidFill>
                <a:latin typeface="Inter"/>
                <a:ea typeface="Inter"/>
                <a:cs typeface="Inter"/>
              </a:defRPr>
            </a:lvl2pPr>
            <a:lvl3pPr>
              <a:defRPr sz="2550" b="1">
                <a:solidFill>
                  <a:srgbClr val="1B5E20"/>
                </a:solidFill>
                <a:latin typeface="Inter"/>
                <a:ea typeface="Inter"/>
                <a:cs typeface="Inter"/>
              </a:defRPr>
            </a:lvl3pPr>
            <a:lvl4pPr>
              <a:defRPr sz="2550" b="1">
                <a:solidFill>
                  <a:srgbClr val="1B5E20"/>
                </a:solidFill>
                <a:latin typeface="Inter"/>
                <a:ea typeface="Inter"/>
                <a:cs typeface="Inter"/>
              </a:defRPr>
            </a:lvl4pPr>
            <a:lvl5pPr>
              <a:defRPr sz="2550" b="1">
                <a:solidFill>
                  <a:srgbClr val="1B5E20"/>
                </a:solidFill>
                <a:latin typeface="Inter"/>
                <a:ea typeface="Inter"/>
                <a:cs typeface="Inter"/>
              </a:defRPr>
            </a:lvl5pPr>
            <a:lvl6pPr>
              <a:defRPr sz="2550" b="1">
                <a:solidFill>
                  <a:srgbClr val="1B5E20"/>
                </a:solidFill>
                <a:latin typeface="Inter"/>
                <a:ea typeface="Inter"/>
                <a:cs typeface="Inter"/>
              </a:defRPr>
            </a:lvl6pPr>
            <a:lvl7pPr>
              <a:defRPr sz="2550" b="1">
                <a:solidFill>
                  <a:srgbClr val="1B5E20"/>
                </a:solidFill>
                <a:latin typeface="Inter"/>
                <a:ea typeface="Inter"/>
                <a:cs typeface="Inter"/>
              </a:defRPr>
            </a:lvl7pPr>
            <a:lvl8pPr>
              <a:defRPr sz="2550" b="1">
                <a:solidFill>
                  <a:srgbClr val="1B5E20"/>
                </a:solidFill>
                <a:latin typeface="Inter"/>
                <a:ea typeface="Inter"/>
                <a:cs typeface="Inter"/>
              </a:defRPr>
            </a:lvl8pPr>
            <a:lvl9pPr>
              <a:defRPr sz="2550" b="1">
                <a:solidFill>
                  <a:srgbClr val="1B5E20"/>
                </a:solidFill>
                <a:latin typeface="Inter"/>
                <a:ea typeface="Inter"/>
                <a:cs typeface="Inter"/>
              </a:defRPr>
            </a:lvl9pPr>
          </a:lstStyle>
          <a:p xmlns:a="http://schemas.openxmlformats.org/drawingml/2006/main">
            <a:pPr>
              <a:defRPr sz="2550" b="1">
                <a:solidFill>
                  <a:srgbClr val="1B5E20"/>
                </a:solidFill>
                <a:latin typeface="Inter"/>
                <a:ea typeface="Inter"/>
                <a:cs typeface="Inter"/>
              </a:defRPr>
            </a:pPr>
            <a:r>
              <a:rPr sz="2550" b="1">
                <a:solidFill>
                  <a:srgbClr val="1B5E20"/>
                </a:solidFill>
                <a:latin typeface="Inter"/>
                <a:ea typeface="Inter"/>
                <a:cs typeface="Inter"/>
              </a:rPr>
              <a:t>Zetaris</a:t>
            </a:r>
          </a:p>
        </p:txBody>
      </p:sp>
      <p:sp>
        <p:nvSpPr>
          <p:cNvPr id="13" name="copy-58">
            <a:extLst xmlns:a="http://schemas.openxmlformats.org/drawingml/2006/main">
              <a:ext uri="{FF2B5EF4-FFF2-40B4-BE49-F238E27FC236}">
                <a16:creationId xmlns:a16="http://schemas.microsoft.com/office/drawing/2014/main" id="{E1CC7AAC-4CE1-44D3-8636-3479782D07E0}"/>
              </a:ext>
            </a:extLst>
          </p:cNvPr>
          <p:cNvSpPr>
            <a:spLocks xmlns:a="http://schemas.openxmlformats.org/drawingml/2006/main" noGrp="1"/>
          </p:cNvSpPr>
          <p:nvPr/>
        </p:nvSpPr>
        <p:spPr>
          <a:xfrm xmlns:a="http://schemas.openxmlformats.org/drawingml/2006/main">
            <a:off x="8953500" y="3095625"/>
            <a:ext cx="2714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66666"/>
                </a:solidFill>
                <a:latin typeface="Inter"/>
                <a:ea typeface="Inter"/>
                <a:cs typeface="Inter"/>
              </a:defRPr>
            </a:defPPr>
            <a:lvl1pPr>
              <a:defRPr sz="1725" b="0">
                <a:solidFill>
                  <a:srgbClr val="666666"/>
                </a:solidFill>
                <a:latin typeface="Inter"/>
                <a:ea typeface="Inter"/>
                <a:cs typeface="Inter"/>
              </a:defRPr>
            </a:lvl1pPr>
            <a:lvl2pPr>
              <a:defRPr sz="1725" b="0">
                <a:solidFill>
                  <a:srgbClr val="666666"/>
                </a:solidFill>
                <a:latin typeface="Inter"/>
                <a:ea typeface="Inter"/>
                <a:cs typeface="Inter"/>
              </a:defRPr>
            </a:lvl2pPr>
            <a:lvl3pPr>
              <a:defRPr sz="1725" b="0">
                <a:solidFill>
                  <a:srgbClr val="666666"/>
                </a:solidFill>
                <a:latin typeface="Inter"/>
                <a:ea typeface="Inter"/>
                <a:cs typeface="Inter"/>
              </a:defRPr>
            </a:lvl3pPr>
            <a:lvl4pPr>
              <a:defRPr sz="1725" b="0">
                <a:solidFill>
                  <a:srgbClr val="666666"/>
                </a:solidFill>
                <a:latin typeface="Inter"/>
                <a:ea typeface="Inter"/>
                <a:cs typeface="Inter"/>
              </a:defRPr>
            </a:lvl4pPr>
            <a:lvl5pPr>
              <a:defRPr sz="1725" b="0">
                <a:solidFill>
                  <a:srgbClr val="666666"/>
                </a:solidFill>
                <a:latin typeface="Inter"/>
                <a:ea typeface="Inter"/>
                <a:cs typeface="Inter"/>
              </a:defRPr>
            </a:lvl5pPr>
            <a:lvl6pPr>
              <a:defRPr sz="1725" b="0">
                <a:solidFill>
                  <a:srgbClr val="666666"/>
                </a:solidFill>
                <a:latin typeface="Inter"/>
                <a:ea typeface="Inter"/>
                <a:cs typeface="Inter"/>
              </a:defRPr>
            </a:lvl6pPr>
            <a:lvl7pPr>
              <a:defRPr sz="1725" b="0">
                <a:solidFill>
                  <a:srgbClr val="666666"/>
                </a:solidFill>
                <a:latin typeface="Inter"/>
                <a:ea typeface="Inter"/>
                <a:cs typeface="Inter"/>
              </a:defRPr>
            </a:lvl7pPr>
            <a:lvl8pPr>
              <a:defRPr sz="1725" b="0">
                <a:solidFill>
                  <a:srgbClr val="666666"/>
                </a:solidFill>
                <a:latin typeface="Inter"/>
                <a:ea typeface="Inter"/>
                <a:cs typeface="Inter"/>
              </a:defRPr>
            </a:lvl8pPr>
            <a:lvl9pPr>
              <a:defRPr sz="1725" b="0">
                <a:solidFill>
                  <a:srgbClr val="666666"/>
                </a:solidFill>
                <a:latin typeface="Inter"/>
                <a:ea typeface="Inter"/>
                <a:cs typeface="Inter"/>
              </a:defRPr>
            </a:lvl9pPr>
          </a:lstStyle>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Published reference</a:t>
            </a:r>
          </a:p>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with provenance</a:t>
            </a:r>
          </a:p>
        </p:txBody>
      </p:sp>
      <p:sp>
        <p:nvSpPr>
          <p:cNvPr id="14" name="copy-59">
            <a:extLst xmlns:a="http://schemas.openxmlformats.org/drawingml/2006/main">
              <a:ext uri="{FF2B5EF4-FFF2-40B4-BE49-F238E27FC236}">
                <a16:creationId xmlns:a16="http://schemas.microsoft.com/office/drawing/2014/main" id="{0D02E164-1271-4C80-9884-F7A4AA55A5FE}"/>
              </a:ext>
            </a:extLst>
          </p:cNvPr>
          <p:cNvSpPr>
            <a:spLocks xmlns:a="http://schemas.openxmlformats.org/drawingml/2006/main" noGrp="1"/>
          </p:cNvSpPr>
          <p:nvPr/>
        </p:nvSpPr>
        <p:spPr>
          <a:xfrm xmlns:a="http://schemas.openxmlformats.org/drawingml/2006/main">
            <a:off x="8953500" y="46386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B5E20"/>
                </a:solidFill>
                <a:latin typeface="Inter"/>
                <a:ea typeface="Inter"/>
                <a:cs typeface="Inter"/>
              </a:defRPr>
            </a:defPPr>
            <a:lvl1pPr>
              <a:defRPr sz="2175" b="1">
                <a:solidFill>
                  <a:srgbClr val="1B5E20"/>
                </a:solidFill>
                <a:latin typeface="Inter"/>
                <a:ea typeface="Inter"/>
                <a:cs typeface="Inter"/>
              </a:defRPr>
            </a:lvl1pPr>
            <a:lvl2pPr>
              <a:defRPr sz="2175" b="1">
                <a:solidFill>
                  <a:srgbClr val="1B5E20"/>
                </a:solidFill>
                <a:latin typeface="Inter"/>
                <a:ea typeface="Inter"/>
                <a:cs typeface="Inter"/>
              </a:defRPr>
            </a:lvl2pPr>
            <a:lvl3pPr>
              <a:defRPr sz="2175" b="1">
                <a:solidFill>
                  <a:srgbClr val="1B5E20"/>
                </a:solidFill>
                <a:latin typeface="Inter"/>
                <a:ea typeface="Inter"/>
                <a:cs typeface="Inter"/>
              </a:defRPr>
            </a:lvl3pPr>
            <a:lvl4pPr>
              <a:defRPr sz="2175" b="1">
                <a:solidFill>
                  <a:srgbClr val="1B5E20"/>
                </a:solidFill>
                <a:latin typeface="Inter"/>
                <a:ea typeface="Inter"/>
                <a:cs typeface="Inter"/>
              </a:defRPr>
            </a:lvl4pPr>
            <a:lvl5pPr>
              <a:defRPr sz="2175" b="1">
                <a:solidFill>
                  <a:srgbClr val="1B5E20"/>
                </a:solidFill>
                <a:latin typeface="Inter"/>
                <a:ea typeface="Inter"/>
                <a:cs typeface="Inter"/>
              </a:defRPr>
            </a:lvl5pPr>
            <a:lvl6pPr>
              <a:defRPr sz="2175" b="1">
                <a:solidFill>
                  <a:srgbClr val="1B5E20"/>
                </a:solidFill>
                <a:latin typeface="Inter"/>
                <a:ea typeface="Inter"/>
                <a:cs typeface="Inter"/>
              </a:defRPr>
            </a:lvl6pPr>
            <a:lvl7pPr>
              <a:defRPr sz="2175" b="1">
                <a:solidFill>
                  <a:srgbClr val="1B5E20"/>
                </a:solidFill>
                <a:latin typeface="Inter"/>
                <a:ea typeface="Inter"/>
                <a:cs typeface="Inter"/>
              </a:defRPr>
            </a:lvl7pPr>
            <a:lvl8pPr>
              <a:defRPr sz="2175" b="1">
                <a:solidFill>
                  <a:srgbClr val="1B5E20"/>
                </a:solidFill>
                <a:latin typeface="Inter"/>
                <a:ea typeface="Inter"/>
                <a:cs typeface="Inter"/>
              </a:defRPr>
            </a:lvl8pPr>
            <a:lvl9pPr>
              <a:defRPr sz="2175" b="1">
                <a:solidFill>
                  <a:srgbClr val="1B5E20"/>
                </a:solidFill>
                <a:latin typeface="Inter"/>
                <a:ea typeface="Inter"/>
                <a:cs typeface="Inter"/>
              </a:defRPr>
            </a:lvl9pPr>
          </a:lstStyle>
          <a:p xmlns:a="http://schemas.openxmlformats.org/drawingml/2006/main">
            <a:pPr>
              <a:defRPr sz="2175" b="1">
                <a:solidFill>
                  <a:srgbClr val="1B5E20"/>
                </a:solidFill>
                <a:latin typeface="Inter"/>
                <a:ea typeface="Inter"/>
                <a:cs typeface="Inter"/>
              </a:defRPr>
            </a:pPr>
            <a:r>
              <a:rPr sz="2175" b="1">
                <a:solidFill>
                  <a:srgbClr val="1B5E20"/>
                </a:solidFill>
                <a:latin typeface="Inter"/>
                <a:ea typeface="Inter"/>
                <a:cs typeface="Inter"/>
              </a:rPr>
              <a:t>Meterless H-MEM</a:t>
            </a:r>
          </a:p>
        </p:txBody>
      </p:sp>
      <p:sp>
        <p:nvSpPr>
          <p:cNvPr id="15" name="copy-60">
            <a:extLst xmlns:a="http://schemas.openxmlformats.org/drawingml/2006/main">
              <a:ext uri="{FF2B5EF4-FFF2-40B4-BE49-F238E27FC236}">
                <a16:creationId xmlns:a16="http://schemas.microsoft.com/office/drawing/2014/main" id="{70D830EF-F735-4519-A4C5-CF0208C00B28}"/>
              </a:ext>
            </a:extLst>
          </p:cNvPr>
          <p:cNvSpPr>
            <a:spLocks xmlns:a="http://schemas.openxmlformats.org/drawingml/2006/main" noGrp="1"/>
          </p:cNvSpPr>
          <p:nvPr/>
        </p:nvSpPr>
        <p:spPr>
          <a:xfrm xmlns:a="http://schemas.openxmlformats.org/drawingml/2006/main">
            <a:off x="8953500" y="5200650"/>
            <a:ext cx="2714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66666"/>
                </a:solidFill>
                <a:latin typeface="Inter"/>
                <a:ea typeface="Inter"/>
                <a:cs typeface="Inter"/>
              </a:defRPr>
            </a:defPPr>
            <a:lvl1pPr>
              <a:defRPr sz="1725" b="0">
                <a:solidFill>
                  <a:srgbClr val="666666"/>
                </a:solidFill>
                <a:latin typeface="Inter"/>
                <a:ea typeface="Inter"/>
                <a:cs typeface="Inter"/>
              </a:defRPr>
            </a:lvl1pPr>
            <a:lvl2pPr>
              <a:defRPr sz="1725" b="0">
                <a:solidFill>
                  <a:srgbClr val="666666"/>
                </a:solidFill>
                <a:latin typeface="Inter"/>
                <a:ea typeface="Inter"/>
                <a:cs typeface="Inter"/>
              </a:defRPr>
            </a:lvl2pPr>
            <a:lvl3pPr>
              <a:defRPr sz="1725" b="0">
                <a:solidFill>
                  <a:srgbClr val="666666"/>
                </a:solidFill>
                <a:latin typeface="Inter"/>
                <a:ea typeface="Inter"/>
                <a:cs typeface="Inter"/>
              </a:defRPr>
            </a:lvl3pPr>
            <a:lvl4pPr>
              <a:defRPr sz="1725" b="0">
                <a:solidFill>
                  <a:srgbClr val="666666"/>
                </a:solidFill>
                <a:latin typeface="Inter"/>
                <a:ea typeface="Inter"/>
                <a:cs typeface="Inter"/>
              </a:defRPr>
            </a:lvl4pPr>
            <a:lvl5pPr>
              <a:defRPr sz="1725" b="0">
                <a:solidFill>
                  <a:srgbClr val="666666"/>
                </a:solidFill>
                <a:latin typeface="Inter"/>
                <a:ea typeface="Inter"/>
                <a:cs typeface="Inter"/>
              </a:defRPr>
            </a:lvl5pPr>
            <a:lvl6pPr>
              <a:defRPr sz="1725" b="0">
                <a:solidFill>
                  <a:srgbClr val="666666"/>
                </a:solidFill>
                <a:latin typeface="Inter"/>
                <a:ea typeface="Inter"/>
                <a:cs typeface="Inter"/>
              </a:defRPr>
            </a:lvl6pPr>
            <a:lvl7pPr>
              <a:defRPr sz="1725" b="0">
                <a:solidFill>
                  <a:srgbClr val="666666"/>
                </a:solidFill>
                <a:latin typeface="Inter"/>
                <a:ea typeface="Inter"/>
                <a:cs typeface="Inter"/>
              </a:defRPr>
            </a:lvl7pPr>
            <a:lvl8pPr>
              <a:defRPr sz="1725" b="0">
                <a:solidFill>
                  <a:srgbClr val="666666"/>
                </a:solidFill>
                <a:latin typeface="Inter"/>
                <a:ea typeface="Inter"/>
                <a:cs typeface="Inter"/>
              </a:defRPr>
            </a:lvl8pPr>
            <a:lvl9pPr>
              <a:defRPr sz="1725" b="0">
                <a:solidFill>
                  <a:srgbClr val="666666"/>
                </a:solidFill>
                <a:latin typeface="Inter"/>
                <a:ea typeface="Inter"/>
                <a:cs typeface="Inter"/>
              </a:defRPr>
            </a:lvl9pPr>
          </a:lstStyle>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Saved decisions</a:t>
            </a:r>
          </a:p>
          <a:p xmlns:a="http://schemas.openxmlformats.org/drawingml/2006/main">
            <a:pPr>
              <a:defRPr sz="1725" b="0">
                <a:solidFill>
                  <a:srgbClr val="666666"/>
                </a:solidFill>
                <a:latin typeface="Inter"/>
                <a:ea typeface="Inter"/>
                <a:cs typeface="Inter"/>
              </a:defRPr>
            </a:pPr>
            <a:r>
              <a:rPr sz="1725" b="0">
                <a:solidFill>
                  <a:srgbClr val="666666"/>
                </a:solidFill>
                <a:latin typeface="Inter"/>
                <a:ea typeface="Inter"/>
                <a:cs typeface="Inter"/>
              </a:rPr>
              <a:t>with source links</a:t>
            </a:r>
          </a:p>
        </p:txBody>
      </p:sp>
      <p:sp>
        <p:nvSpPr>
          <p:cNvPr id="16" name="copy-61">
            <a:extLst xmlns:a="http://schemas.openxmlformats.org/drawingml/2006/main">
              <a:ext uri="{FF2B5EF4-FFF2-40B4-BE49-F238E27FC236}">
                <a16:creationId xmlns:a16="http://schemas.microsoft.com/office/drawing/2014/main" id="{464A5D0D-C134-4554-B6BB-518909C249AD}"/>
              </a:ext>
            </a:extLst>
          </p:cNvPr>
          <p:cNvSpPr>
            <a:spLocks xmlns:a="http://schemas.openxmlformats.org/drawingml/2006/main" noGrp="1"/>
          </p:cNvSpPr>
          <p:nvPr/>
        </p:nvSpPr>
        <p:spPr>
          <a:xfrm xmlns:a="http://schemas.openxmlformats.org/drawingml/2006/main">
            <a:off x="571500" y="62674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666666"/>
                </a:solidFill>
                <a:latin typeface="Inter"/>
                <a:ea typeface="Inter"/>
                <a:cs typeface="Inter"/>
              </a:defRPr>
            </a:defPPr>
            <a:lvl1pPr>
              <a:defRPr sz="1575" b="0">
                <a:solidFill>
                  <a:srgbClr val="666666"/>
                </a:solidFill>
                <a:latin typeface="Inter"/>
                <a:ea typeface="Inter"/>
                <a:cs typeface="Inter"/>
              </a:defRPr>
            </a:lvl1pPr>
            <a:lvl2pPr>
              <a:defRPr sz="1575" b="0">
                <a:solidFill>
                  <a:srgbClr val="666666"/>
                </a:solidFill>
                <a:latin typeface="Inter"/>
                <a:ea typeface="Inter"/>
                <a:cs typeface="Inter"/>
              </a:defRPr>
            </a:lvl2pPr>
            <a:lvl3pPr>
              <a:defRPr sz="1575" b="0">
                <a:solidFill>
                  <a:srgbClr val="666666"/>
                </a:solidFill>
                <a:latin typeface="Inter"/>
                <a:ea typeface="Inter"/>
                <a:cs typeface="Inter"/>
              </a:defRPr>
            </a:lvl3pPr>
            <a:lvl4pPr>
              <a:defRPr sz="1575" b="0">
                <a:solidFill>
                  <a:srgbClr val="666666"/>
                </a:solidFill>
                <a:latin typeface="Inter"/>
                <a:ea typeface="Inter"/>
                <a:cs typeface="Inter"/>
              </a:defRPr>
            </a:lvl4pPr>
            <a:lvl5pPr>
              <a:defRPr sz="1575" b="0">
                <a:solidFill>
                  <a:srgbClr val="666666"/>
                </a:solidFill>
                <a:latin typeface="Inter"/>
                <a:ea typeface="Inter"/>
                <a:cs typeface="Inter"/>
              </a:defRPr>
            </a:lvl5pPr>
            <a:lvl6pPr>
              <a:defRPr sz="1575" b="0">
                <a:solidFill>
                  <a:srgbClr val="666666"/>
                </a:solidFill>
                <a:latin typeface="Inter"/>
                <a:ea typeface="Inter"/>
                <a:cs typeface="Inter"/>
              </a:defRPr>
            </a:lvl6pPr>
            <a:lvl7pPr>
              <a:defRPr sz="1575" b="0">
                <a:solidFill>
                  <a:srgbClr val="666666"/>
                </a:solidFill>
                <a:latin typeface="Inter"/>
                <a:ea typeface="Inter"/>
                <a:cs typeface="Inter"/>
              </a:defRPr>
            </a:lvl7pPr>
            <a:lvl8pPr>
              <a:defRPr sz="1575" b="0">
                <a:solidFill>
                  <a:srgbClr val="666666"/>
                </a:solidFill>
                <a:latin typeface="Inter"/>
                <a:ea typeface="Inter"/>
                <a:cs typeface="Inter"/>
              </a:defRPr>
            </a:lvl8pPr>
            <a:lvl9pPr>
              <a:defRPr sz="1575" b="0">
                <a:solidFill>
                  <a:srgbClr val="666666"/>
                </a:solidFill>
                <a:latin typeface="Inter"/>
                <a:ea typeface="Inter"/>
                <a:cs typeface="Inter"/>
              </a:defRPr>
            </a:lvl9pPr>
          </a:lstStyle>
          <a:p xmlns:a="http://schemas.openxmlformats.org/drawingml/2006/main">
            <a:pPr>
              <a:defRPr sz="1575" b="0">
                <a:solidFill>
                  <a:srgbClr val="666666"/>
                </a:solidFill>
                <a:latin typeface="Inter"/>
                <a:ea typeface="Inter"/>
                <a:cs typeface="Inter"/>
              </a:defRPr>
            </a:pPr>
            <a:r>
              <a:rPr sz="1575" b="0">
                <a:solidFill>
                  <a:srgbClr val="666666"/>
                </a:solidFill>
                <a:latin typeface="Inter"/>
                <a:ea typeface="Inter"/>
                <a:cs typeface="Inter"/>
              </a:rPr>
              <a:t>Next.js + Keycloak     ·     Project-owned data     ·     PostgreSQL</a:t>
            </a:r>
          </a:p>
        </p:txBody>
      </p:sp>
    </p:spTree>
    <p:extLst>
      <p:ext uri="{BB962C8B-B14F-4D97-AF65-F5344CB8AC3E}">
        <p14:creationId xmlns:p14="http://schemas.microsoft.com/office/powerpoint/2010/main" val="17718475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0AA8FBD-54AC-4957-B977-520FD053F3F2}"/>
              </a:ext>
            </a:extLst>
          </p:cNvPr>
          <p:cNvPicPr>
            <a:picLocks xmlns:a="http://schemas.openxmlformats.org/drawingml/2006/main" noChangeAspect="1"/>
          </p:cNvPicPr>
          <p:nvPr/>
        </p:nvPicPr>
        <p:blipFill>
          <a:blip xmlns:r="http://schemas.openxmlformats.org/officeDocument/2006/relationships" xmlns:a="http://schemas.openxmlformats.org/drawingml/2006/main" r:embed="R17e0734fab214926"/>
          <a:srcRect xmlns:a="http://schemas.openxmlformats.org/drawingml/2006/main" l="10800" t="30500" r="5500" b="33000"/>
          <a:stretch xmlns:a="http://schemas.openxmlformats.org/drawingml/2006/main"/>
        </p:blipFill>
        <p:spPr>
          <a:xfrm xmlns:a="http://schemas.openxmlformats.org/drawingml/2006/main">
            <a:off x="571500" y="428625"/>
            <a:ext cx="2286000" cy="685800"/>
          </a:xfrm>
          <a:prstGeom xmlns:a="http://schemas.openxmlformats.org/drawingml/2006/main" prst="rect">
            <a:avLst/>
          </a:prstGeom>
        </p:spPr>
      </p:pic>
      <p:sp>
        <p:nvSpPr>
          <p:cNvPr id="2" name="copy-62">
            <a:extLst xmlns:a="http://schemas.openxmlformats.org/drawingml/2006/main">
              <a:ext uri="{FF2B5EF4-FFF2-40B4-BE49-F238E27FC236}">
                <a16:creationId xmlns:a16="http://schemas.microsoft.com/office/drawing/2014/main" id="{6D069F05-9A7B-4BF4-B367-505AF64D15A4}"/>
              </a:ext>
            </a:extLst>
          </p:cNvPr>
          <p:cNvSpPr>
            <a:spLocks xmlns:a="http://schemas.openxmlformats.org/drawingml/2006/main" noGrp="1"/>
          </p:cNvSpPr>
          <p:nvPr/>
        </p:nvSpPr>
        <p:spPr>
          <a:xfrm xmlns:a="http://schemas.openxmlformats.org/drawingml/2006/main">
            <a:off x="571500" y="1809750"/>
            <a:ext cx="110490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00" b="1">
                <a:solidFill>
                  <a:srgbClr val="111111"/>
                </a:solidFill>
                <a:latin typeface="Inter"/>
                <a:ea typeface="Inter"/>
                <a:cs typeface="Inter"/>
              </a:defRPr>
            </a:defPPr>
            <a:lvl1pPr>
              <a:defRPr sz="5700" b="1">
                <a:solidFill>
                  <a:srgbClr val="111111"/>
                </a:solidFill>
                <a:latin typeface="Inter"/>
                <a:ea typeface="Inter"/>
                <a:cs typeface="Inter"/>
              </a:defRPr>
            </a:lvl1pPr>
            <a:lvl2pPr>
              <a:defRPr sz="5700" b="1">
                <a:solidFill>
                  <a:srgbClr val="111111"/>
                </a:solidFill>
                <a:latin typeface="Inter"/>
                <a:ea typeface="Inter"/>
                <a:cs typeface="Inter"/>
              </a:defRPr>
            </a:lvl2pPr>
            <a:lvl3pPr>
              <a:defRPr sz="5700" b="1">
                <a:solidFill>
                  <a:srgbClr val="111111"/>
                </a:solidFill>
                <a:latin typeface="Inter"/>
                <a:ea typeface="Inter"/>
                <a:cs typeface="Inter"/>
              </a:defRPr>
            </a:lvl3pPr>
            <a:lvl4pPr>
              <a:defRPr sz="5700" b="1">
                <a:solidFill>
                  <a:srgbClr val="111111"/>
                </a:solidFill>
                <a:latin typeface="Inter"/>
                <a:ea typeface="Inter"/>
                <a:cs typeface="Inter"/>
              </a:defRPr>
            </a:lvl4pPr>
            <a:lvl5pPr>
              <a:defRPr sz="5700" b="1">
                <a:solidFill>
                  <a:srgbClr val="111111"/>
                </a:solidFill>
                <a:latin typeface="Inter"/>
                <a:ea typeface="Inter"/>
                <a:cs typeface="Inter"/>
              </a:defRPr>
            </a:lvl5pPr>
            <a:lvl6pPr>
              <a:defRPr sz="5700" b="1">
                <a:solidFill>
                  <a:srgbClr val="111111"/>
                </a:solidFill>
                <a:latin typeface="Inter"/>
                <a:ea typeface="Inter"/>
                <a:cs typeface="Inter"/>
              </a:defRPr>
            </a:lvl6pPr>
            <a:lvl7pPr>
              <a:defRPr sz="5700" b="1">
                <a:solidFill>
                  <a:srgbClr val="111111"/>
                </a:solidFill>
                <a:latin typeface="Inter"/>
                <a:ea typeface="Inter"/>
                <a:cs typeface="Inter"/>
              </a:defRPr>
            </a:lvl7pPr>
            <a:lvl8pPr>
              <a:defRPr sz="5700" b="1">
                <a:solidFill>
                  <a:srgbClr val="111111"/>
                </a:solidFill>
                <a:latin typeface="Inter"/>
                <a:ea typeface="Inter"/>
                <a:cs typeface="Inter"/>
              </a:defRPr>
            </a:lvl8pPr>
            <a:lvl9pPr>
              <a:defRPr sz="5700" b="1">
                <a:solidFill>
                  <a:srgbClr val="111111"/>
                </a:solidFill>
                <a:latin typeface="Inter"/>
                <a:ea typeface="Inter"/>
                <a:cs typeface="Inter"/>
              </a:defRPr>
            </a:lvl9pPr>
          </a:lstStyle>
          <a:p xmlns:a="http://schemas.openxmlformats.org/drawingml/2006/main">
            <a:pPr>
              <a:defRPr sz="5700" b="1">
                <a:solidFill>
                  <a:srgbClr val="111111"/>
                </a:solidFill>
                <a:latin typeface="Inter"/>
                <a:ea typeface="Inter"/>
                <a:cs typeface="Inter"/>
              </a:defRPr>
            </a:pPr>
            <a:r>
              <a:rPr sz="5700" b="1">
                <a:solidFill>
                  <a:srgbClr val="111111"/>
                </a:solidFill>
                <a:latin typeface="Inter"/>
                <a:ea typeface="Inter"/>
                <a:cs typeface="Inter"/>
              </a:rPr>
              <a:t>Less reconstruction.</a:t>
            </a:r>
          </a:p>
          <a:p xmlns:a="http://schemas.openxmlformats.org/drawingml/2006/main">
            <a:pPr>
              <a:defRPr sz="5700" b="1">
                <a:solidFill>
                  <a:srgbClr val="111111"/>
                </a:solidFill>
                <a:latin typeface="Inter"/>
                <a:ea typeface="Inter"/>
                <a:cs typeface="Inter"/>
              </a:defRPr>
            </a:pPr>
            <a:r>
              <a:rPr sz="5700" b="1">
                <a:solidFill>
                  <a:srgbClr val="111111"/>
                </a:solidFill>
                <a:latin typeface="Inter"/>
                <a:ea typeface="Inter"/>
                <a:cs typeface="Inter"/>
              </a:rPr>
              <a:t>More research.</a:t>
            </a:r>
          </a:p>
        </p:txBody>
      </p:sp>
      <p:sp>
        <p:nvSpPr>
          <p:cNvPr id="3" name="copy-63">
            <a:extLst xmlns:a="http://schemas.openxmlformats.org/drawingml/2006/main">
              <a:ext uri="{FF2B5EF4-FFF2-40B4-BE49-F238E27FC236}">
                <a16:creationId xmlns:a16="http://schemas.microsoft.com/office/drawing/2014/main" id="{ACC022AC-AF65-4C55-8E47-014CF95DA886}"/>
              </a:ext>
            </a:extLst>
          </p:cNvPr>
          <p:cNvSpPr>
            <a:spLocks xmlns:a="http://schemas.openxmlformats.org/drawingml/2006/main" noGrp="1"/>
          </p:cNvSpPr>
          <p:nvPr/>
        </p:nvSpPr>
        <p:spPr>
          <a:xfrm xmlns:a="http://schemas.openxmlformats.org/drawingml/2006/main">
            <a:off x="609600" y="40386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B5E20"/>
                </a:solidFill>
                <a:latin typeface="Inter"/>
                <a:ea typeface="Inter"/>
                <a:cs typeface="Inter"/>
              </a:defRPr>
            </a:defPPr>
            <a:lvl1pPr>
              <a:defRPr sz="1875" b="1">
                <a:solidFill>
                  <a:srgbClr val="1B5E20"/>
                </a:solidFill>
                <a:latin typeface="Inter"/>
                <a:ea typeface="Inter"/>
                <a:cs typeface="Inter"/>
              </a:defRPr>
            </a:lvl1pPr>
            <a:lvl2pPr>
              <a:defRPr sz="1875" b="1">
                <a:solidFill>
                  <a:srgbClr val="1B5E20"/>
                </a:solidFill>
                <a:latin typeface="Inter"/>
                <a:ea typeface="Inter"/>
                <a:cs typeface="Inter"/>
              </a:defRPr>
            </a:lvl2pPr>
            <a:lvl3pPr>
              <a:defRPr sz="1875" b="1">
                <a:solidFill>
                  <a:srgbClr val="1B5E20"/>
                </a:solidFill>
                <a:latin typeface="Inter"/>
                <a:ea typeface="Inter"/>
                <a:cs typeface="Inter"/>
              </a:defRPr>
            </a:lvl3pPr>
            <a:lvl4pPr>
              <a:defRPr sz="1875" b="1">
                <a:solidFill>
                  <a:srgbClr val="1B5E20"/>
                </a:solidFill>
                <a:latin typeface="Inter"/>
                <a:ea typeface="Inter"/>
                <a:cs typeface="Inter"/>
              </a:defRPr>
            </a:lvl4pPr>
            <a:lvl5pPr>
              <a:defRPr sz="1875" b="1">
                <a:solidFill>
                  <a:srgbClr val="1B5E20"/>
                </a:solidFill>
                <a:latin typeface="Inter"/>
                <a:ea typeface="Inter"/>
                <a:cs typeface="Inter"/>
              </a:defRPr>
            </a:lvl5pPr>
            <a:lvl6pPr>
              <a:defRPr sz="1875" b="1">
                <a:solidFill>
                  <a:srgbClr val="1B5E20"/>
                </a:solidFill>
                <a:latin typeface="Inter"/>
                <a:ea typeface="Inter"/>
                <a:cs typeface="Inter"/>
              </a:defRPr>
            </a:lvl6pPr>
            <a:lvl7pPr>
              <a:defRPr sz="1875" b="1">
                <a:solidFill>
                  <a:srgbClr val="1B5E20"/>
                </a:solidFill>
                <a:latin typeface="Inter"/>
                <a:ea typeface="Inter"/>
                <a:cs typeface="Inter"/>
              </a:defRPr>
            </a:lvl7pPr>
            <a:lvl8pPr>
              <a:defRPr sz="1875" b="1">
                <a:solidFill>
                  <a:srgbClr val="1B5E20"/>
                </a:solidFill>
                <a:latin typeface="Inter"/>
                <a:ea typeface="Inter"/>
                <a:cs typeface="Inter"/>
              </a:defRPr>
            </a:lvl8pPr>
            <a:lvl9pPr>
              <a:defRPr sz="1875" b="1">
                <a:solidFill>
                  <a:srgbClr val="1B5E20"/>
                </a:solidFill>
                <a:latin typeface="Inter"/>
                <a:ea typeface="Inter"/>
                <a:cs typeface="Inter"/>
              </a:defRPr>
            </a:lvl9pPr>
          </a:lstStyle>
          <a:p xmlns:a="http://schemas.openxmlformats.org/drawingml/2006/main">
            <a:pPr>
              <a:defRPr sz="1875" b="1">
                <a:solidFill>
                  <a:srgbClr val="1B5E20"/>
                </a:solidFill>
                <a:latin typeface="Inter"/>
                <a:ea typeface="Inter"/>
                <a:cs typeface="Inter"/>
              </a:defRPr>
            </a:pPr>
            <a:r>
              <a:rPr sz="1875" b="1">
                <a:solidFill>
                  <a:srgbClr val="1B5E20"/>
                </a:solidFill>
                <a:latin typeface="Inter"/>
                <a:ea typeface="Inter"/>
                <a:cs typeface="Inter"/>
              </a:rPr>
              <a:t>Working today</a:t>
            </a:r>
          </a:p>
        </p:txBody>
      </p:sp>
      <p:sp>
        <p:nvSpPr>
          <p:cNvPr id="4" name="copy-64">
            <a:extLst xmlns:a="http://schemas.openxmlformats.org/drawingml/2006/main">
              <a:ext uri="{FF2B5EF4-FFF2-40B4-BE49-F238E27FC236}">
                <a16:creationId xmlns:a16="http://schemas.microsoft.com/office/drawing/2014/main" id="{124545ED-991F-4382-8EEE-A82BD08363ED}"/>
              </a:ext>
            </a:extLst>
          </p:cNvPr>
          <p:cNvSpPr>
            <a:spLocks xmlns:a="http://schemas.openxmlformats.org/drawingml/2006/main" noGrp="1"/>
          </p:cNvSpPr>
          <p:nvPr/>
        </p:nvSpPr>
        <p:spPr>
          <a:xfrm xmlns:a="http://schemas.openxmlformats.org/drawingml/2006/main">
            <a:off x="609600" y="4581525"/>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11111"/>
                </a:solidFill>
                <a:latin typeface="Inter"/>
                <a:ea typeface="Inter"/>
                <a:cs typeface="Inter"/>
              </a:defRPr>
            </a:defPPr>
            <a:lvl1pPr>
              <a:defRPr sz="2250" b="0">
                <a:solidFill>
                  <a:srgbClr val="111111"/>
                </a:solidFill>
                <a:latin typeface="Inter"/>
                <a:ea typeface="Inter"/>
                <a:cs typeface="Inter"/>
              </a:defRPr>
            </a:lvl1pPr>
            <a:lvl2pPr>
              <a:defRPr sz="2250" b="0">
                <a:solidFill>
                  <a:srgbClr val="111111"/>
                </a:solidFill>
                <a:latin typeface="Inter"/>
                <a:ea typeface="Inter"/>
                <a:cs typeface="Inter"/>
              </a:defRPr>
            </a:lvl2pPr>
            <a:lvl3pPr>
              <a:defRPr sz="2250" b="0">
                <a:solidFill>
                  <a:srgbClr val="111111"/>
                </a:solidFill>
                <a:latin typeface="Inter"/>
                <a:ea typeface="Inter"/>
                <a:cs typeface="Inter"/>
              </a:defRPr>
            </a:lvl3pPr>
            <a:lvl4pPr>
              <a:defRPr sz="2250" b="0">
                <a:solidFill>
                  <a:srgbClr val="111111"/>
                </a:solidFill>
                <a:latin typeface="Inter"/>
                <a:ea typeface="Inter"/>
                <a:cs typeface="Inter"/>
              </a:defRPr>
            </a:lvl4pPr>
            <a:lvl5pPr>
              <a:defRPr sz="2250" b="0">
                <a:solidFill>
                  <a:srgbClr val="111111"/>
                </a:solidFill>
                <a:latin typeface="Inter"/>
                <a:ea typeface="Inter"/>
                <a:cs typeface="Inter"/>
              </a:defRPr>
            </a:lvl5pPr>
            <a:lvl6pPr>
              <a:defRPr sz="2250" b="0">
                <a:solidFill>
                  <a:srgbClr val="111111"/>
                </a:solidFill>
                <a:latin typeface="Inter"/>
                <a:ea typeface="Inter"/>
                <a:cs typeface="Inter"/>
              </a:defRPr>
            </a:lvl6pPr>
            <a:lvl7pPr>
              <a:defRPr sz="2250" b="0">
                <a:solidFill>
                  <a:srgbClr val="111111"/>
                </a:solidFill>
                <a:latin typeface="Inter"/>
                <a:ea typeface="Inter"/>
                <a:cs typeface="Inter"/>
              </a:defRPr>
            </a:lvl7pPr>
            <a:lvl8pPr>
              <a:defRPr sz="2250" b="0">
                <a:solidFill>
                  <a:srgbClr val="111111"/>
                </a:solidFill>
                <a:latin typeface="Inter"/>
                <a:ea typeface="Inter"/>
                <a:cs typeface="Inter"/>
              </a:defRPr>
            </a:lvl8pPr>
            <a:lvl9pPr>
              <a:defRPr sz="2250" b="0">
                <a:solidFill>
                  <a:srgbClr val="111111"/>
                </a:solidFill>
                <a:latin typeface="Inter"/>
                <a:ea typeface="Inter"/>
                <a:cs typeface="Inter"/>
              </a:defRPr>
            </a:lvl9pPr>
          </a:lstStyle>
          <a:p xmlns:a="http://schemas.openxmlformats.org/drawingml/2006/main">
            <a:pPr>
              <a:defRPr sz="2250" b="0">
                <a:solidFill>
                  <a:srgbClr val="111111"/>
                </a:solidFill>
                <a:latin typeface="Inter"/>
                <a:ea typeface="Inter"/>
                <a:cs typeface="Inter"/>
              </a:defRPr>
            </a:pPr>
            <a:r>
              <a:rPr sz="2250" b="0">
                <a:solidFill>
                  <a:srgbClr val="111111"/>
                </a:solidFill>
                <a:latin typeface="Inter"/>
                <a:ea typeface="Inter"/>
                <a:cs typeface="Inter"/>
              </a:rPr>
              <a:t>Soybean annotation, evidence</a:t>
            </a:r>
          </a:p>
          <a:p xmlns:a="http://schemas.openxmlformats.org/drawingml/2006/main">
            <a:pPr>
              <a:defRPr sz="2250" b="0">
                <a:solidFill>
                  <a:srgbClr val="111111"/>
                </a:solidFill>
                <a:latin typeface="Inter"/>
                <a:ea typeface="Inter"/>
                <a:cs typeface="Inter"/>
              </a:defRPr>
            </a:pPr>
            <a:r>
              <a:rPr sz="2250" b="0">
                <a:solidFill>
                  <a:srgbClr val="111111"/>
                </a:solidFill>
                <a:latin typeface="Inter"/>
                <a:ea typeface="Inter"/>
                <a:cs typeface="Inter"/>
              </a:rPr>
              <a:t>and decision recall.</a:t>
            </a:r>
          </a:p>
        </p:txBody>
      </p:sp>
      <p:sp>
        <p:nvSpPr>
          <p:cNvPr id="5" name="copy-65">
            <a:extLst xmlns:a="http://schemas.openxmlformats.org/drawingml/2006/main">
              <a:ext uri="{FF2B5EF4-FFF2-40B4-BE49-F238E27FC236}">
                <a16:creationId xmlns:a16="http://schemas.microsoft.com/office/drawing/2014/main" id="{AB5DF00F-D1BB-40B3-BC60-4F7DD9732E11}"/>
              </a:ext>
            </a:extLst>
          </p:cNvPr>
          <p:cNvSpPr>
            <a:spLocks xmlns:a="http://schemas.openxmlformats.org/drawingml/2006/main" noGrp="1"/>
          </p:cNvSpPr>
          <p:nvPr/>
        </p:nvSpPr>
        <p:spPr>
          <a:xfrm xmlns:a="http://schemas.openxmlformats.org/drawingml/2006/main">
            <a:off x="6724650" y="40386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B5E20"/>
                </a:solidFill>
                <a:latin typeface="Inter"/>
                <a:ea typeface="Inter"/>
                <a:cs typeface="Inter"/>
              </a:defRPr>
            </a:defPPr>
            <a:lvl1pPr>
              <a:defRPr sz="1875" b="1">
                <a:solidFill>
                  <a:srgbClr val="1B5E20"/>
                </a:solidFill>
                <a:latin typeface="Inter"/>
                <a:ea typeface="Inter"/>
                <a:cs typeface="Inter"/>
              </a:defRPr>
            </a:lvl1pPr>
            <a:lvl2pPr>
              <a:defRPr sz="1875" b="1">
                <a:solidFill>
                  <a:srgbClr val="1B5E20"/>
                </a:solidFill>
                <a:latin typeface="Inter"/>
                <a:ea typeface="Inter"/>
                <a:cs typeface="Inter"/>
              </a:defRPr>
            </a:lvl2pPr>
            <a:lvl3pPr>
              <a:defRPr sz="1875" b="1">
                <a:solidFill>
                  <a:srgbClr val="1B5E20"/>
                </a:solidFill>
                <a:latin typeface="Inter"/>
                <a:ea typeface="Inter"/>
                <a:cs typeface="Inter"/>
              </a:defRPr>
            </a:lvl3pPr>
            <a:lvl4pPr>
              <a:defRPr sz="1875" b="1">
                <a:solidFill>
                  <a:srgbClr val="1B5E20"/>
                </a:solidFill>
                <a:latin typeface="Inter"/>
                <a:ea typeface="Inter"/>
                <a:cs typeface="Inter"/>
              </a:defRPr>
            </a:lvl4pPr>
            <a:lvl5pPr>
              <a:defRPr sz="1875" b="1">
                <a:solidFill>
                  <a:srgbClr val="1B5E20"/>
                </a:solidFill>
                <a:latin typeface="Inter"/>
                <a:ea typeface="Inter"/>
                <a:cs typeface="Inter"/>
              </a:defRPr>
            </a:lvl5pPr>
            <a:lvl6pPr>
              <a:defRPr sz="1875" b="1">
                <a:solidFill>
                  <a:srgbClr val="1B5E20"/>
                </a:solidFill>
                <a:latin typeface="Inter"/>
                <a:ea typeface="Inter"/>
                <a:cs typeface="Inter"/>
              </a:defRPr>
            </a:lvl6pPr>
            <a:lvl7pPr>
              <a:defRPr sz="1875" b="1">
                <a:solidFill>
                  <a:srgbClr val="1B5E20"/>
                </a:solidFill>
                <a:latin typeface="Inter"/>
                <a:ea typeface="Inter"/>
                <a:cs typeface="Inter"/>
              </a:defRPr>
            </a:lvl7pPr>
            <a:lvl8pPr>
              <a:defRPr sz="1875" b="1">
                <a:solidFill>
                  <a:srgbClr val="1B5E20"/>
                </a:solidFill>
                <a:latin typeface="Inter"/>
                <a:ea typeface="Inter"/>
                <a:cs typeface="Inter"/>
              </a:defRPr>
            </a:lvl8pPr>
            <a:lvl9pPr>
              <a:defRPr sz="1875" b="1">
                <a:solidFill>
                  <a:srgbClr val="1B5E20"/>
                </a:solidFill>
                <a:latin typeface="Inter"/>
                <a:ea typeface="Inter"/>
                <a:cs typeface="Inter"/>
              </a:defRPr>
            </a:lvl9pPr>
          </a:lstStyle>
          <a:p xmlns:a="http://schemas.openxmlformats.org/drawingml/2006/main">
            <a:pPr>
              <a:defRPr sz="1875" b="1">
                <a:solidFill>
                  <a:srgbClr val="1B5E20"/>
                </a:solidFill>
                <a:latin typeface="Inter"/>
                <a:ea typeface="Inter"/>
                <a:cs typeface="Inter"/>
              </a:defRPr>
            </a:pPr>
            <a:r>
              <a:rPr sz="1875" b="1">
                <a:solidFill>
                  <a:srgbClr val="1B5E20"/>
                </a:solidFill>
                <a:latin typeface="Inter"/>
                <a:ea typeface="Inter"/>
                <a:cs typeface="Inter"/>
              </a:rPr>
              <a:t>Next milestone</a:t>
            </a:r>
          </a:p>
        </p:txBody>
      </p:sp>
      <p:sp>
        <p:nvSpPr>
          <p:cNvPr id="6" name="copy-66">
            <a:extLst xmlns:a="http://schemas.openxmlformats.org/drawingml/2006/main">
              <a:ext uri="{FF2B5EF4-FFF2-40B4-BE49-F238E27FC236}">
                <a16:creationId xmlns:a16="http://schemas.microsoft.com/office/drawing/2014/main" id="{08A9C463-152B-4CB9-8E96-4065EFE1B580}"/>
              </a:ext>
            </a:extLst>
          </p:cNvPr>
          <p:cNvSpPr>
            <a:spLocks xmlns:a="http://schemas.openxmlformats.org/drawingml/2006/main" noGrp="1"/>
          </p:cNvSpPr>
          <p:nvPr/>
        </p:nvSpPr>
        <p:spPr>
          <a:xfrm xmlns:a="http://schemas.openxmlformats.org/drawingml/2006/main">
            <a:off x="6724650" y="458152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11111"/>
                </a:solidFill>
                <a:latin typeface="Inter"/>
                <a:ea typeface="Inter"/>
                <a:cs typeface="Inter"/>
              </a:defRPr>
            </a:defPPr>
            <a:lvl1pPr>
              <a:defRPr sz="2250" b="0">
                <a:solidFill>
                  <a:srgbClr val="111111"/>
                </a:solidFill>
                <a:latin typeface="Inter"/>
                <a:ea typeface="Inter"/>
                <a:cs typeface="Inter"/>
              </a:defRPr>
            </a:lvl1pPr>
            <a:lvl2pPr>
              <a:defRPr sz="2250" b="0">
                <a:solidFill>
                  <a:srgbClr val="111111"/>
                </a:solidFill>
                <a:latin typeface="Inter"/>
                <a:ea typeface="Inter"/>
                <a:cs typeface="Inter"/>
              </a:defRPr>
            </a:lvl2pPr>
            <a:lvl3pPr>
              <a:defRPr sz="2250" b="0">
                <a:solidFill>
                  <a:srgbClr val="111111"/>
                </a:solidFill>
                <a:latin typeface="Inter"/>
                <a:ea typeface="Inter"/>
                <a:cs typeface="Inter"/>
              </a:defRPr>
            </a:lvl3pPr>
            <a:lvl4pPr>
              <a:defRPr sz="2250" b="0">
                <a:solidFill>
                  <a:srgbClr val="111111"/>
                </a:solidFill>
                <a:latin typeface="Inter"/>
                <a:ea typeface="Inter"/>
                <a:cs typeface="Inter"/>
              </a:defRPr>
            </a:lvl4pPr>
            <a:lvl5pPr>
              <a:defRPr sz="2250" b="0">
                <a:solidFill>
                  <a:srgbClr val="111111"/>
                </a:solidFill>
                <a:latin typeface="Inter"/>
                <a:ea typeface="Inter"/>
                <a:cs typeface="Inter"/>
              </a:defRPr>
            </a:lvl5pPr>
            <a:lvl6pPr>
              <a:defRPr sz="2250" b="0">
                <a:solidFill>
                  <a:srgbClr val="111111"/>
                </a:solidFill>
                <a:latin typeface="Inter"/>
                <a:ea typeface="Inter"/>
                <a:cs typeface="Inter"/>
              </a:defRPr>
            </a:lvl6pPr>
            <a:lvl7pPr>
              <a:defRPr sz="2250" b="0">
                <a:solidFill>
                  <a:srgbClr val="111111"/>
                </a:solidFill>
                <a:latin typeface="Inter"/>
                <a:ea typeface="Inter"/>
                <a:cs typeface="Inter"/>
              </a:defRPr>
            </a:lvl7pPr>
            <a:lvl8pPr>
              <a:defRPr sz="2250" b="0">
                <a:solidFill>
                  <a:srgbClr val="111111"/>
                </a:solidFill>
                <a:latin typeface="Inter"/>
                <a:ea typeface="Inter"/>
                <a:cs typeface="Inter"/>
              </a:defRPr>
            </a:lvl8pPr>
            <a:lvl9pPr>
              <a:defRPr sz="2250" b="0">
                <a:solidFill>
                  <a:srgbClr val="111111"/>
                </a:solidFill>
                <a:latin typeface="Inter"/>
                <a:ea typeface="Inter"/>
                <a:cs typeface="Inter"/>
              </a:defRPr>
            </a:lvl9pPr>
          </a:lstStyle>
          <a:p xmlns:a="http://schemas.openxmlformats.org/drawingml/2006/main">
            <a:pPr>
              <a:defRPr sz="2250" b="0">
                <a:solidFill>
                  <a:srgbClr val="111111"/>
                </a:solidFill>
                <a:latin typeface="Inter"/>
                <a:ea typeface="Inter"/>
                <a:cs typeface="Inter"/>
              </a:defRPr>
            </a:pPr>
            <a:r>
              <a:rPr sz="2250" b="0">
                <a:solidFill>
                  <a:srgbClr val="111111"/>
                </a:solidFill>
                <a:latin typeface="Inter"/>
                <a:ea typeface="Inter"/>
                <a:cs typeface="Inter"/>
              </a:rPr>
              <a:t>Independent validation, then</a:t>
            </a:r>
          </a:p>
          <a:p xmlns:a="http://schemas.openxmlformats.org/drawingml/2006/main">
            <a:pPr>
              <a:defRPr sz="2250" b="0">
                <a:solidFill>
                  <a:srgbClr val="111111"/>
                </a:solidFill>
                <a:latin typeface="Inter"/>
                <a:ea typeface="Inter"/>
                <a:cs typeface="Inter"/>
              </a:defRPr>
            </a:pPr>
            <a:r>
              <a:rPr sz="2250" b="0">
                <a:solidFill>
                  <a:srgbClr val="111111"/>
                </a:solidFill>
                <a:latin typeface="Inter"/>
                <a:ea typeface="Inter"/>
                <a:cs typeface="Inter"/>
              </a:rPr>
              <a:t>researchers’ own plant data.</a:t>
            </a:r>
          </a:p>
        </p:txBody>
      </p:sp>
      <p:sp>
        <p:nvSpPr>
          <p:cNvPr id="7" name="block-67">
            <a:extLst xmlns:a="http://schemas.openxmlformats.org/drawingml/2006/main">
              <a:ext uri="{FF2B5EF4-FFF2-40B4-BE49-F238E27FC236}">
                <a16:creationId xmlns:a16="http://schemas.microsoft.com/office/drawing/2014/main" id="{A1195520-3816-4C03-856F-9813A0939E41}"/>
              </a:ext>
            </a:extLst>
          </p:cNvPr>
          <p:cNvSpPr>
            <a:spLocks xmlns:a="http://schemas.openxmlformats.org/drawingml/2006/main" noGrp="1"/>
          </p:cNvSpPr>
          <p:nvPr/>
        </p:nvSpPr>
        <p:spPr>
          <a:xfrm xmlns:a="http://schemas.openxmlformats.org/drawingml/2006/main">
            <a:off x="571500" y="5905500"/>
            <a:ext cx="11049000" cy="19050"/>
          </a:xfrm>
          <a:prstGeom xmlns:a="http://schemas.openxmlformats.org/drawingml/2006/main" prst="rect">
            <a:avLst/>
          </a:prstGeom>
          <a:solidFill xmlns:a="http://schemas.openxmlformats.org/drawingml/2006/main">
            <a:srgbClr val="D9DFD7"/>
          </a:solidFill>
          <a:ln xmlns:a="http://schemas.openxmlformats.org/drawingml/2006/main" w="0">
            <a:noFill/>
          </a:ln>
        </p:spPr>
      </p:sp>
      <p:sp>
        <p:nvSpPr>
          <p:cNvPr id="8" name="copy-68">
            <a:extLst xmlns:a="http://schemas.openxmlformats.org/drawingml/2006/main">
              <a:ext uri="{FF2B5EF4-FFF2-40B4-BE49-F238E27FC236}">
                <a16:creationId xmlns:a16="http://schemas.microsoft.com/office/drawing/2014/main" id="{B5B58881-BBBE-43EB-9BEC-0734C23C7CE3}"/>
              </a:ext>
            </a:extLst>
          </p:cNvPr>
          <p:cNvSpPr>
            <a:spLocks xmlns:a="http://schemas.openxmlformats.org/drawingml/2006/main" noGrp="1"/>
          </p:cNvSpPr>
          <p:nvPr/>
        </p:nvSpPr>
        <p:spPr>
          <a:xfrm xmlns:a="http://schemas.openxmlformats.org/drawingml/2006/main">
            <a:off x="609600" y="6162675"/>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666666"/>
                </a:solidFill>
                <a:latin typeface="Inter"/>
                <a:ea typeface="Inter"/>
                <a:cs typeface="Inter"/>
              </a:defRPr>
            </a:defPPr>
            <a:lvl1pPr>
              <a:defRPr sz="2100" b="0">
                <a:solidFill>
                  <a:srgbClr val="666666"/>
                </a:solidFill>
                <a:latin typeface="Inter"/>
                <a:ea typeface="Inter"/>
                <a:cs typeface="Inter"/>
              </a:defRPr>
            </a:lvl1pPr>
            <a:lvl2pPr>
              <a:defRPr sz="2100" b="0">
                <a:solidFill>
                  <a:srgbClr val="666666"/>
                </a:solidFill>
                <a:latin typeface="Inter"/>
                <a:ea typeface="Inter"/>
                <a:cs typeface="Inter"/>
              </a:defRPr>
            </a:lvl2pPr>
            <a:lvl3pPr>
              <a:defRPr sz="2100" b="0">
                <a:solidFill>
                  <a:srgbClr val="666666"/>
                </a:solidFill>
                <a:latin typeface="Inter"/>
                <a:ea typeface="Inter"/>
                <a:cs typeface="Inter"/>
              </a:defRPr>
            </a:lvl3pPr>
            <a:lvl4pPr>
              <a:defRPr sz="2100" b="0">
                <a:solidFill>
                  <a:srgbClr val="666666"/>
                </a:solidFill>
                <a:latin typeface="Inter"/>
                <a:ea typeface="Inter"/>
                <a:cs typeface="Inter"/>
              </a:defRPr>
            </a:lvl4pPr>
            <a:lvl5pPr>
              <a:defRPr sz="2100" b="0">
                <a:solidFill>
                  <a:srgbClr val="666666"/>
                </a:solidFill>
                <a:latin typeface="Inter"/>
                <a:ea typeface="Inter"/>
                <a:cs typeface="Inter"/>
              </a:defRPr>
            </a:lvl5pPr>
            <a:lvl6pPr>
              <a:defRPr sz="2100" b="0">
                <a:solidFill>
                  <a:srgbClr val="666666"/>
                </a:solidFill>
                <a:latin typeface="Inter"/>
                <a:ea typeface="Inter"/>
                <a:cs typeface="Inter"/>
              </a:defRPr>
            </a:lvl6pPr>
            <a:lvl7pPr>
              <a:defRPr sz="2100" b="0">
                <a:solidFill>
                  <a:srgbClr val="666666"/>
                </a:solidFill>
                <a:latin typeface="Inter"/>
                <a:ea typeface="Inter"/>
                <a:cs typeface="Inter"/>
              </a:defRPr>
            </a:lvl7pPr>
            <a:lvl8pPr>
              <a:defRPr sz="2100" b="0">
                <a:solidFill>
                  <a:srgbClr val="666666"/>
                </a:solidFill>
                <a:latin typeface="Inter"/>
                <a:ea typeface="Inter"/>
                <a:cs typeface="Inter"/>
              </a:defRPr>
            </a:lvl8pPr>
            <a:lvl9pPr>
              <a:defRPr sz="2100" b="0">
                <a:solidFill>
                  <a:srgbClr val="666666"/>
                </a:solidFill>
                <a:latin typeface="Inter"/>
                <a:ea typeface="Inter"/>
                <a:cs typeface="Inter"/>
              </a:defRPr>
            </a:lvl9pPr>
          </a:lstStyle>
          <a:p xmlns:a="http://schemas.openxmlformats.org/drawingml/2006/main">
            <a:pPr>
              <a:defRPr sz="2100" b="0">
                <a:solidFill>
                  <a:srgbClr val="666666"/>
                </a:solidFill>
                <a:latin typeface="Inter"/>
                <a:ea typeface="Inter"/>
                <a:cs typeface="Inter"/>
              </a:defRPr>
            </a:pPr>
            <a:r>
              <a:rPr sz="2100" b="0">
                <a:solidFill>
                  <a:srgbClr val="666666"/>
                </a:solidFill>
                <a:latin typeface="Inter"/>
                <a:ea typeface="Inter"/>
                <a:cs typeface="Inter"/>
              </a:rPr>
              <a:t>Try the soybean workflow</a:t>
            </a:r>
          </a:p>
        </p:txBody>
      </p:sp>
      <p:sp>
        <p:nvSpPr>
          <p:cNvPr id="9" name="copy-69">
            <a:extLst xmlns:a="http://schemas.openxmlformats.org/drawingml/2006/main">
              <a:ext uri="{FF2B5EF4-FFF2-40B4-BE49-F238E27FC236}">
                <a16:creationId xmlns:a16="http://schemas.microsoft.com/office/drawing/2014/main" id="{8DFD288E-A683-4514-BDA4-D6F7404A536A}"/>
              </a:ext>
            </a:extLst>
          </p:cNvPr>
          <p:cNvSpPr>
            <a:spLocks xmlns:a="http://schemas.openxmlformats.org/drawingml/2006/main" noGrp="1"/>
          </p:cNvSpPr>
          <p:nvPr/>
        </p:nvSpPr>
        <p:spPr>
          <a:xfrm xmlns:a="http://schemas.openxmlformats.org/drawingml/2006/main">
            <a:off x="8677275" y="60960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B5E20"/>
                </a:solidFill>
                <a:latin typeface="Inter"/>
                <a:ea typeface="Inter"/>
                <a:cs typeface="Inter"/>
              </a:defRPr>
            </a:defPPr>
            <a:lvl1pPr>
              <a:defRPr sz="2625" b="1">
                <a:solidFill>
                  <a:srgbClr val="1B5E20"/>
                </a:solidFill>
                <a:latin typeface="Inter"/>
                <a:ea typeface="Inter"/>
                <a:cs typeface="Inter"/>
              </a:defRPr>
            </a:lvl1pPr>
            <a:lvl2pPr>
              <a:defRPr sz="2625" b="1">
                <a:solidFill>
                  <a:srgbClr val="1B5E20"/>
                </a:solidFill>
                <a:latin typeface="Inter"/>
                <a:ea typeface="Inter"/>
                <a:cs typeface="Inter"/>
              </a:defRPr>
            </a:lvl2pPr>
            <a:lvl3pPr>
              <a:defRPr sz="2625" b="1">
                <a:solidFill>
                  <a:srgbClr val="1B5E20"/>
                </a:solidFill>
                <a:latin typeface="Inter"/>
                <a:ea typeface="Inter"/>
                <a:cs typeface="Inter"/>
              </a:defRPr>
            </a:lvl3pPr>
            <a:lvl4pPr>
              <a:defRPr sz="2625" b="1">
                <a:solidFill>
                  <a:srgbClr val="1B5E20"/>
                </a:solidFill>
                <a:latin typeface="Inter"/>
                <a:ea typeface="Inter"/>
                <a:cs typeface="Inter"/>
              </a:defRPr>
            </a:lvl4pPr>
            <a:lvl5pPr>
              <a:defRPr sz="2625" b="1">
                <a:solidFill>
                  <a:srgbClr val="1B5E20"/>
                </a:solidFill>
                <a:latin typeface="Inter"/>
                <a:ea typeface="Inter"/>
                <a:cs typeface="Inter"/>
              </a:defRPr>
            </a:lvl5pPr>
            <a:lvl6pPr>
              <a:defRPr sz="2625" b="1">
                <a:solidFill>
                  <a:srgbClr val="1B5E20"/>
                </a:solidFill>
                <a:latin typeface="Inter"/>
                <a:ea typeface="Inter"/>
                <a:cs typeface="Inter"/>
              </a:defRPr>
            </a:lvl6pPr>
            <a:lvl7pPr>
              <a:defRPr sz="2625" b="1">
                <a:solidFill>
                  <a:srgbClr val="1B5E20"/>
                </a:solidFill>
                <a:latin typeface="Inter"/>
                <a:ea typeface="Inter"/>
                <a:cs typeface="Inter"/>
              </a:defRPr>
            </a:lvl7pPr>
            <a:lvl8pPr>
              <a:defRPr sz="2625" b="1">
                <a:solidFill>
                  <a:srgbClr val="1B5E20"/>
                </a:solidFill>
                <a:latin typeface="Inter"/>
                <a:ea typeface="Inter"/>
                <a:cs typeface="Inter"/>
              </a:defRPr>
            </a:lvl8pPr>
            <a:lvl9pPr>
              <a:defRPr sz="2625" b="1">
                <a:solidFill>
                  <a:srgbClr val="1B5E20"/>
                </a:solidFill>
                <a:latin typeface="Inter"/>
                <a:ea typeface="Inter"/>
                <a:cs typeface="Inter"/>
              </a:defRPr>
            </a:lvl9pPr>
          </a:lstStyle>
          <a:p xmlns:a="http://schemas.openxmlformats.org/drawingml/2006/main">
            <a:pPr>
              <a:defRPr sz="2625" b="1">
                <a:solidFill>
                  <a:srgbClr val="1B5E20"/>
                </a:solidFill>
                <a:latin typeface="Inter"/>
                <a:ea typeface="Inter"/>
                <a:cs typeface="Inter"/>
              </a:defRPr>
            </a:pPr>
            <a:r>
              <a:rPr sz="2625" b="1">
                <a:solidFill>
                  <a:srgbClr val="1B5E20"/>
                </a:solidFill>
                <a:latin typeface="Inter"/>
                <a:ea typeface="Inter"/>
                <a:cs typeface="Inter"/>
              </a:rPr>
              <a:t>celloras.com</a:t>
            </a:r>
          </a:p>
        </p:txBody>
      </p:sp>
    </p:spTree>
    <p:extLst>
      <p:ext uri="{BB962C8B-B14F-4D97-AF65-F5344CB8AC3E}">
        <p14:creationId xmlns:p14="http://schemas.microsoft.com/office/powerpoint/2010/main" val="1063226367"/>
      </p:ext>
    </p:extLst>
  </p:cSld>
</p:sld>
</file>

<file path=ppt/slides/slide9.xml><?xml version="1.0" encoding="utf-8"?>
<p:sld xmlns:p="http://schemas.openxmlformats.org/presentationml/2006/main">
  <p:cSld>
    <p:bg>
      <p:bgPr>
        <a:solidFill xmlns:a="http://schemas.openxmlformats.org/drawingml/2006/main">
          <a:srgbClr val="F3F5F1"/>
        </a:solidFill>
      </p:bgPr>
    </p:bg>
    <p:spTree>
      <p:nvGrpSpPr>
        <p:cNvPr id="1" name=""/>
        <p:cNvGrpSpPr/>
        <p:nvPr/>
      </p:nvGrpSpPr>
      <p:grpSpPr>
        <a:xfrm xmlns:a="http://schemas.openxmlformats.org/drawingml/2006/main"/>
      </p:grpSpPr>
      <p:sp>
        <p:nvSpPr>
          <p:cNvPr id="9" name="copy-70">
            <a:extLst xmlns:a="http://schemas.openxmlformats.org/drawingml/2006/main">
              <a:ext uri="{FF2B5EF4-FFF2-40B4-BE49-F238E27FC236}">
                <a16:creationId xmlns:a16="http://schemas.microsoft.com/office/drawing/2014/main" id="{250E9555-1B97-4744-9892-A34D5A1A5B30}"/>
              </a:ext>
            </a:extLst>
          </p:cNvPr>
          <p:cNvSpPr>
            <a:spLocks xmlns:a="http://schemas.openxmlformats.org/drawingml/2006/main" noGrp="1"/>
          </p:cNvSpPr>
          <p:nvPr/>
        </p:nvSpPr>
        <p:spPr>
          <a:xfrm xmlns:a="http://schemas.openxmlformats.org/drawingml/2006/main">
            <a:off x="571500" y="552450"/>
            <a:ext cx="11049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75" b="1">
                <a:solidFill>
                  <a:srgbClr val="111111"/>
                </a:solidFill>
                <a:latin typeface="Inter"/>
                <a:ea typeface="Inter"/>
                <a:cs typeface="Inter"/>
              </a:defRPr>
            </a:defPPr>
            <a:lvl1pPr>
              <a:defRPr sz="3975" b="1">
                <a:solidFill>
                  <a:srgbClr val="111111"/>
                </a:solidFill>
                <a:latin typeface="Inter"/>
                <a:ea typeface="Inter"/>
                <a:cs typeface="Inter"/>
              </a:defRPr>
            </a:lvl1pPr>
            <a:lvl2pPr>
              <a:defRPr sz="3975" b="1">
                <a:solidFill>
                  <a:srgbClr val="111111"/>
                </a:solidFill>
                <a:latin typeface="Inter"/>
                <a:ea typeface="Inter"/>
                <a:cs typeface="Inter"/>
              </a:defRPr>
            </a:lvl2pPr>
            <a:lvl3pPr>
              <a:defRPr sz="3975" b="1">
                <a:solidFill>
                  <a:srgbClr val="111111"/>
                </a:solidFill>
                <a:latin typeface="Inter"/>
                <a:ea typeface="Inter"/>
                <a:cs typeface="Inter"/>
              </a:defRPr>
            </a:lvl3pPr>
            <a:lvl4pPr>
              <a:defRPr sz="3975" b="1">
                <a:solidFill>
                  <a:srgbClr val="111111"/>
                </a:solidFill>
                <a:latin typeface="Inter"/>
                <a:ea typeface="Inter"/>
                <a:cs typeface="Inter"/>
              </a:defRPr>
            </a:lvl4pPr>
            <a:lvl5pPr>
              <a:defRPr sz="3975" b="1">
                <a:solidFill>
                  <a:srgbClr val="111111"/>
                </a:solidFill>
                <a:latin typeface="Inter"/>
                <a:ea typeface="Inter"/>
                <a:cs typeface="Inter"/>
              </a:defRPr>
            </a:lvl5pPr>
            <a:lvl6pPr>
              <a:defRPr sz="3975" b="1">
                <a:solidFill>
                  <a:srgbClr val="111111"/>
                </a:solidFill>
                <a:latin typeface="Inter"/>
                <a:ea typeface="Inter"/>
                <a:cs typeface="Inter"/>
              </a:defRPr>
            </a:lvl6pPr>
            <a:lvl7pPr>
              <a:defRPr sz="3975" b="1">
                <a:solidFill>
                  <a:srgbClr val="111111"/>
                </a:solidFill>
                <a:latin typeface="Inter"/>
                <a:ea typeface="Inter"/>
                <a:cs typeface="Inter"/>
              </a:defRPr>
            </a:lvl7pPr>
            <a:lvl8pPr>
              <a:defRPr sz="3975" b="1">
                <a:solidFill>
                  <a:srgbClr val="111111"/>
                </a:solidFill>
                <a:latin typeface="Inter"/>
                <a:ea typeface="Inter"/>
                <a:cs typeface="Inter"/>
              </a:defRPr>
            </a:lvl8pPr>
            <a:lvl9pPr>
              <a:defRPr sz="3975" b="1">
                <a:solidFill>
                  <a:srgbClr val="111111"/>
                </a:solidFill>
                <a:latin typeface="Inter"/>
                <a:ea typeface="Inter"/>
                <a:cs typeface="Inter"/>
              </a:defRPr>
            </a:lvl9pPr>
          </a:lstStyle>
          <a:p xmlns:a="http://schemas.openxmlformats.org/drawingml/2006/main">
            <a:pPr>
              <a:defRPr sz="3975" b="1">
                <a:solidFill>
                  <a:srgbClr val="111111"/>
                </a:solidFill>
                <a:latin typeface="Inter"/>
                <a:ea typeface="Inter"/>
                <a:cs typeface="Inter"/>
              </a:defRPr>
            </a:pPr>
            <a:r>
              <a:rPr sz="3975" b="1">
                <a:solidFill>
                  <a:srgbClr val="111111"/>
                </a:solidFill>
                <a:latin typeface="Inter"/>
                <a:ea typeface="Inter"/>
                <a:cs typeface="Inter"/>
              </a:rPr>
              <a:t>Validation &amp; current scope</a:t>
            </a:r>
          </a:p>
        </p:txBody>
      </p:sp>
      <p:sp>
        <p:nvSpPr>
          <p:cNvPr id="2" name="copy-71">
            <a:extLst xmlns:a="http://schemas.openxmlformats.org/drawingml/2006/main">
              <a:ext uri="{FF2B5EF4-FFF2-40B4-BE49-F238E27FC236}">
                <a16:creationId xmlns:a16="http://schemas.microsoft.com/office/drawing/2014/main" id="{FCAFD7BD-0BA5-4F32-BFE3-205E68FB37AA}"/>
              </a:ext>
            </a:extLst>
          </p:cNvPr>
          <p:cNvSpPr>
            <a:spLocks xmlns:a="http://schemas.openxmlformats.org/drawingml/2006/main" noGrp="1"/>
          </p:cNvSpPr>
          <p:nvPr/>
        </p:nvSpPr>
        <p:spPr>
          <a:xfrm xmlns:a="http://schemas.openxmlformats.org/drawingml/2006/main">
            <a:off x="571500" y="1981200"/>
            <a:ext cx="5524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6900" b="1">
                <a:solidFill>
                  <a:srgbClr val="1B5E20"/>
                </a:solidFill>
                <a:latin typeface="Inter"/>
                <a:ea typeface="Inter"/>
                <a:cs typeface="Inter"/>
              </a:defRPr>
            </a:defPPr>
            <a:lvl1pPr>
              <a:defRPr sz="6900" b="1">
                <a:solidFill>
                  <a:srgbClr val="1B5E20"/>
                </a:solidFill>
                <a:latin typeface="Inter"/>
                <a:ea typeface="Inter"/>
                <a:cs typeface="Inter"/>
              </a:defRPr>
            </a:lvl1pPr>
            <a:lvl2pPr>
              <a:defRPr sz="6900" b="1">
                <a:solidFill>
                  <a:srgbClr val="1B5E20"/>
                </a:solidFill>
                <a:latin typeface="Inter"/>
                <a:ea typeface="Inter"/>
                <a:cs typeface="Inter"/>
              </a:defRPr>
            </a:lvl2pPr>
            <a:lvl3pPr>
              <a:defRPr sz="6900" b="1">
                <a:solidFill>
                  <a:srgbClr val="1B5E20"/>
                </a:solidFill>
                <a:latin typeface="Inter"/>
                <a:ea typeface="Inter"/>
                <a:cs typeface="Inter"/>
              </a:defRPr>
            </a:lvl3pPr>
            <a:lvl4pPr>
              <a:defRPr sz="6900" b="1">
                <a:solidFill>
                  <a:srgbClr val="1B5E20"/>
                </a:solidFill>
                <a:latin typeface="Inter"/>
                <a:ea typeface="Inter"/>
                <a:cs typeface="Inter"/>
              </a:defRPr>
            </a:lvl4pPr>
            <a:lvl5pPr>
              <a:defRPr sz="6900" b="1">
                <a:solidFill>
                  <a:srgbClr val="1B5E20"/>
                </a:solidFill>
                <a:latin typeface="Inter"/>
                <a:ea typeface="Inter"/>
                <a:cs typeface="Inter"/>
              </a:defRPr>
            </a:lvl5pPr>
            <a:lvl6pPr>
              <a:defRPr sz="6900" b="1">
                <a:solidFill>
                  <a:srgbClr val="1B5E20"/>
                </a:solidFill>
                <a:latin typeface="Inter"/>
                <a:ea typeface="Inter"/>
                <a:cs typeface="Inter"/>
              </a:defRPr>
            </a:lvl6pPr>
            <a:lvl7pPr>
              <a:defRPr sz="6900" b="1">
                <a:solidFill>
                  <a:srgbClr val="1B5E20"/>
                </a:solidFill>
                <a:latin typeface="Inter"/>
                <a:ea typeface="Inter"/>
                <a:cs typeface="Inter"/>
              </a:defRPr>
            </a:lvl7pPr>
            <a:lvl8pPr>
              <a:defRPr sz="6900" b="1">
                <a:solidFill>
                  <a:srgbClr val="1B5E20"/>
                </a:solidFill>
                <a:latin typeface="Inter"/>
                <a:ea typeface="Inter"/>
                <a:cs typeface="Inter"/>
              </a:defRPr>
            </a:lvl8pPr>
            <a:lvl9pPr>
              <a:defRPr sz="6900" b="1">
                <a:solidFill>
                  <a:srgbClr val="1B5E20"/>
                </a:solidFill>
                <a:latin typeface="Inter"/>
                <a:ea typeface="Inter"/>
                <a:cs typeface="Inter"/>
              </a:defRPr>
            </a:lvl9pPr>
          </a:lstStyle>
          <a:p xmlns:a="http://schemas.openxmlformats.org/drawingml/2006/main">
            <a:pPr>
              <a:defRPr sz="6900" b="1">
                <a:solidFill>
                  <a:srgbClr val="1B5E20"/>
                </a:solidFill>
                <a:latin typeface="Inter"/>
                <a:ea typeface="Inter"/>
                <a:cs typeface="Inter"/>
              </a:defRPr>
            </a:pPr>
            <a:r>
              <a:rPr sz="6900" b="1">
                <a:solidFill>
                  <a:srgbClr val="1B5E20"/>
                </a:solidFill>
                <a:latin typeface="Inter"/>
                <a:ea typeface="Inter"/>
                <a:cs typeface="Inter"/>
              </a:rPr>
              <a:t>2,952</a:t>
            </a:r>
          </a:p>
        </p:txBody>
      </p:sp>
      <p:sp>
        <p:nvSpPr>
          <p:cNvPr id="3" name="copy-72">
            <a:extLst xmlns:a="http://schemas.openxmlformats.org/drawingml/2006/main">
              <a:ext uri="{FF2B5EF4-FFF2-40B4-BE49-F238E27FC236}">
                <a16:creationId xmlns:a16="http://schemas.microsoft.com/office/drawing/2014/main" id="{7ABF768C-70B8-4C7D-BA0A-F2F833E47F5A}"/>
              </a:ext>
            </a:extLst>
          </p:cNvPr>
          <p:cNvSpPr>
            <a:spLocks xmlns:a="http://schemas.openxmlformats.org/drawingml/2006/main" noGrp="1"/>
          </p:cNvSpPr>
          <p:nvPr/>
        </p:nvSpPr>
        <p:spPr>
          <a:xfrm xmlns:a="http://schemas.openxmlformats.org/drawingml/2006/main">
            <a:off x="609600" y="3209925"/>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1111"/>
                </a:solidFill>
                <a:latin typeface="Inter"/>
                <a:ea typeface="Inter"/>
                <a:cs typeface="Inter"/>
              </a:defRPr>
            </a:defPPr>
            <a:lvl1pPr>
              <a:defRPr sz="2250" b="1">
                <a:solidFill>
                  <a:srgbClr val="111111"/>
                </a:solidFill>
                <a:latin typeface="Inter"/>
                <a:ea typeface="Inter"/>
                <a:cs typeface="Inter"/>
              </a:defRPr>
            </a:lvl1pPr>
            <a:lvl2pPr>
              <a:defRPr sz="2250" b="1">
                <a:solidFill>
                  <a:srgbClr val="111111"/>
                </a:solidFill>
                <a:latin typeface="Inter"/>
                <a:ea typeface="Inter"/>
                <a:cs typeface="Inter"/>
              </a:defRPr>
            </a:lvl2pPr>
            <a:lvl3pPr>
              <a:defRPr sz="2250" b="1">
                <a:solidFill>
                  <a:srgbClr val="111111"/>
                </a:solidFill>
                <a:latin typeface="Inter"/>
                <a:ea typeface="Inter"/>
                <a:cs typeface="Inter"/>
              </a:defRPr>
            </a:lvl3pPr>
            <a:lvl4pPr>
              <a:defRPr sz="2250" b="1">
                <a:solidFill>
                  <a:srgbClr val="111111"/>
                </a:solidFill>
                <a:latin typeface="Inter"/>
                <a:ea typeface="Inter"/>
                <a:cs typeface="Inter"/>
              </a:defRPr>
            </a:lvl4pPr>
            <a:lvl5pPr>
              <a:defRPr sz="2250" b="1">
                <a:solidFill>
                  <a:srgbClr val="111111"/>
                </a:solidFill>
                <a:latin typeface="Inter"/>
                <a:ea typeface="Inter"/>
                <a:cs typeface="Inter"/>
              </a:defRPr>
            </a:lvl5pPr>
            <a:lvl6pPr>
              <a:defRPr sz="2250" b="1">
                <a:solidFill>
                  <a:srgbClr val="111111"/>
                </a:solidFill>
                <a:latin typeface="Inter"/>
                <a:ea typeface="Inter"/>
                <a:cs typeface="Inter"/>
              </a:defRPr>
            </a:lvl6pPr>
            <a:lvl7pPr>
              <a:defRPr sz="2250" b="1">
                <a:solidFill>
                  <a:srgbClr val="111111"/>
                </a:solidFill>
                <a:latin typeface="Inter"/>
                <a:ea typeface="Inter"/>
                <a:cs typeface="Inter"/>
              </a:defRPr>
            </a:lvl7pPr>
            <a:lvl8pPr>
              <a:defRPr sz="2250" b="1">
                <a:solidFill>
                  <a:srgbClr val="111111"/>
                </a:solidFill>
                <a:latin typeface="Inter"/>
                <a:ea typeface="Inter"/>
                <a:cs typeface="Inter"/>
              </a:defRPr>
            </a:lvl8pPr>
            <a:lvl9pPr>
              <a:defRPr sz="2250" b="1">
                <a:solidFill>
                  <a:srgbClr val="111111"/>
                </a:solidFill>
                <a:latin typeface="Inter"/>
                <a:ea typeface="Inter"/>
                <a:cs typeface="Inter"/>
              </a:defRPr>
            </a:lvl9pPr>
          </a:lstStyle>
          <a:p xmlns:a="http://schemas.openxmlformats.org/drawingml/2006/main">
            <a:pPr>
              <a:defRPr sz="2250" b="1">
                <a:solidFill>
                  <a:srgbClr val="111111"/>
                </a:solidFill>
                <a:latin typeface="Inter"/>
                <a:ea typeface="Inter"/>
                <a:cs typeface="Inter"/>
              </a:defRPr>
            </a:pPr>
            <a:r>
              <a:rPr sz="2250" b="1">
                <a:solidFill>
                  <a:srgbClr val="111111"/>
                </a:solidFill>
                <a:latin typeface="Inter"/>
                <a:ea typeface="Inter"/>
                <a:cs typeface="Inter"/>
              </a:rPr>
              <a:t>numerical comparisons passed</a:t>
            </a:r>
          </a:p>
        </p:txBody>
      </p:sp>
      <p:sp>
        <p:nvSpPr>
          <p:cNvPr id="4" name="copy-73">
            <a:extLst xmlns:a="http://schemas.openxmlformats.org/drawingml/2006/main">
              <a:ext uri="{FF2B5EF4-FFF2-40B4-BE49-F238E27FC236}">
                <a16:creationId xmlns:a16="http://schemas.microsoft.com/office/drawing/2014/main" id="{FAAF974D-9D17-4609-8A81-FE52113C58E2}"/>
              </a:ext>
            </a:extLst>
          </p:cNvPr>
          <p:cNvSpPr>
            <a:spLocks xmlns:a="http://schemas.openxmlformats.org/drawingml/2006/main" noGrp="1"/>
          </p:cNvSpPr>
          <p:nvPr/>
        </p:nvSpPr>
        <p:spPr>
          <a:xfrm xmlns:a="http://schemas.openxmlformats.org/drawingml/2006/main">
            <a:off x="609600" y="3810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666666"/>
                </a:solidFill>
                <a:latin typeface="Inter"/>
                <a:ea typeface="Inter"/>
                <a:cs typeface="Inter"/>
              </a:defRPr>
            </a:defPPr>
            <a:lvl1pPr>
              <a:defRPr sz="1950" b="0">
                <a:solidFill>
                  <a:srgbClr val="666666"/>
                </a:solidFill>
                <a:latin typeface="Inter"/>
                <a:ea typeface="Inter"/>
                <a:cs typeface="Inter"/>
              </a:defRPr>
            </a:lvl1pPr>
            <a:lvl2pPr>
              <a:defRPr sz="1950" b="0">
                <a:solidFill>
                  <a:srgbClr val="666666"/>
                </a:solidFill>
                <a:latin typeface="Inter"/>
                <a:ea typeface="Inter"/>
                <a:cs typeface="Inter"/>
              </a:defRPr>
            </a:lvl2pPr>
            <a:lvl3pPr>
              <a:defRPr sz="1950" b="0">
                <a:solidFill>
                  <a:srgbClr val="666666"/>
                </a:solidFill>
                <a:latin typeface="Inter"/>
                <a:ea typeface="Inter"/>
                <a:cs typeface="Inter"/>
              </a:defRPr>
            </a:lvl3pPr>
            <a:lvl4pPr>
              <a:defRPr sz="1950" b="0">
                <a:solidFill>
                  <a:srgbClr val="666666"/>
                </a:solidFill>
                <a:latin typeface="Inter"/>
                <a:ea typeface="Inter"/>
                <a:cs typeface="Inter"/>
              </a:defRPr>
            </a:lvl4pPr>
            <a:lvl5pPr>
              <a:defRPr sz="1950" b="0">
                <a:solidFill>
                  <a:srgbClr val="666666"/>
                </a:solidFill>
                <a:latin typeface="Inter"/>
                <a:ea typeface="Inter"/>
                <a:cs typeface="Inter"/>
              </a:defRPr>
            </a:lvl5pPr>
            <a:lvl6pPr>
              <a:defRPr sz="1950" b="0">
                <a:solidFill>
                  <a:srgbClr val="666666"/>
                </a:solidFill>
                <a:latin typeface="Inter"/>
                <a:ea typeface="Inter"/>
                <a:cs typeface="Inter"/>
              </a:defRPr>
            </a:lvl6pPr>
            <a:lvl7pPr>
              <a:defRPr sz="1950" b="0">
                <a:solidFill>
                  <a:srgbClr val="666666"/>
                </a:solidFill>
                <a:latin typeface="Inter"/>
                <a:ea typeface="Inter"/>
                <a:cs typeface="Inter"/>
              </a:defRPr>
            </a:lvl7pPr>
            <a:lvl8pPr>
              <a:defRPr sz="1950" b="0">
                <a:solidFill>
                  <a:srgbClr val="666666"/>
                </a:solidFill>
                <a:latin typeface="Inter"/>
                <a:ea typeface="Inter"/>
                <a:cs typeface="Inter"/>
              </a:defRPr>
            </a:lvl8pPr>
            <a:lvl9pPr>
              <a:defRPr sz="1950" b="0">
                <a:solidFill>
                  <a:srgbClr val="666666"/>
                </a:solidFill>
                <a:latin typeface="Inter"/>
                <a:ea typeface="Inter"/>
                <a:cs typeface="Inter"/>
              </a:defRPr>
            </a:lvl9pPr>
          </a:lstStyle>
          <a:p xmlns:a="http://schemas.openxmlformats.org/drawingml/2006/main">
            <a:pPr>
              <a:defRPr sz="1950" b="0">
                <a:solidFill>
                  <a:srgbClr val="666666"/>
                </a:solidFill>
                <a:latin typeface="Inter"/>
                <a:ea typeface="Inter"/>
                <a:cs typeface="Inter"/>
              </a:defRPr>
            </a:pPr>
            <a:r>
              <a:rPr sz="1950" b="0">
                <a:solidFill>
                  <a:srgbClr val="666666"/>
                </a:solidFill>
                <a:latin typeface="Inter"/>
                <a:ea typeface="Inter"/>
                <a:cs typeface="Inter"/>
              </a:rPr>
              <a:t>Independent base-R implementation</a:t>
            </a:r>
          </a:p>
          <a:p xmlns:a="http://schemas.openxmlformats.org/drawingml/2006/main">
            <a:pPr>
              <a:defRPr sz="1950" b="0">
                <a:solidFill>
                  <a:srgbClr val="666666"/>
                </a:solidFill>
                <a:latin typeface="Inter"/>
                <a:ea typeface="Inter"/>
                <a:cs typeface="Inter"/>
              </a:defRPr>
            </a:pPr>
            <a:r>
              <a:rPr sz="1950" b="0">
                <a:solidFill>
                  <a:srgbClr val="666666"/>
                </a:solidFill>
                <a:latin typeface="Inter"/>
                <a:ea typeface="Inter"/>
                <a:cs typeface="Inter"/>
              </a:rPr>
              <a:t>compared with the original count data.</a:t>
            </a:r>
          </a:p>
        </p:txBody>
      </p:sp>
      <p:sp>
        <p:nvSpPr>
          <p:cNvPr id="5" name="copy-74">
            <a:extLst xmlns:a="http://schemas.openxmlformats.org/drawingml/2006/main">
              <a:ext uri="{FF2B5EF4-FFF2-40B4-BE49-F238E27FC236}">
                <a16:creationId xmlns:a16="http://schemas.microsoft.com/office/drawing/2014/main" id="{10915841-DD37-46FF-A2A7-CE7768FCACC1}"/>
              </a:ext>
            </a:extLst>
          </p:cNvPr>
          <p:cNvSpPr>
            <a:spLocks xmlns:a="http://schemas.openxmlformats.org/drawingml/2006/main" noGrp="1"/>
          </p:cNvSpPr>
          <p:nvPr/>
        </p:nvSpPr>
        <p:spPr>
          <a:xfrm xmlns:a="http://schemas.openxmlformats.org/drawingml/2006/main">
            <a:off x="7038975" y="210502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11111"/>
                </a:solidFill>
                <a:latin typeface="Inter"/>
                <a:ea typeface="Inter"/>
                <a:cs typeface="Inter"/>
              </a:defRPr>
            </a:defPPr>
            <a:lvl1pPr>
              <a:defRPr sz="2400" b="1">
                <a:solidFill>
                  <a:srgbClr val="111111"/>
                </a:solidFill>
                <a:latin typeface="Inter"/>
                <a:ea typeface="Inter"/>
                <a:cs typeface="Inter"/>
              </a:defRPr>
            </a:lvl1pPr>
            <a:lvl2pPr>
              <a:defRPr sz="2400" b="1">
                <a:solidFill>
                  <a:srgbClr val="111111"/>
                </a:solidFill>
                <a:latin typeface="Inter"/>
                <a:ea typeface="Inter"/>
                <a:cs typeface="Inter"/>
              </a:defRPr>
            </a:lvl2pPr>
            <a:lvl3pPr>
              <a:defRPr sz="2400" b="1">
                <a:solidFill>
                  <a:srgbClr val="111111"/>
                </a:solidFill>
                <a:latin typeface="Inter"/>
                <a:ea typeface="Inter"/>
                <a:cs typeface="Inter"/>
              </a:defRPr>
            </a:lvl3pPr>
            <a:lvl4pPr>
              <a:defRPr sz="2400" b="1">
                <a:solidFill>
                  <a:srgbClr val="111111"/>
                </a:solidFill>
                <a:latin typeface="Inter"/>
                <a:ea typeface="Inter"/>
                <a:cs typeface="Inter"/>
              </a:defRPr>
            </a:lvl4pPr>
            <a:lvl5pPr>
              <a:defRPr sz="2400" b="1">
                <a:solidFill>
                  <a:srgbClr val="111111"/>
                </a:solidFill>
                <a:latin typeface="Inter"/>
                <a:ea typeface="Inter"/>
                <a:cs typeface="Inter"/>
              </a:defRPr>
            </a:lvl5pPr>
            <a:lvl6pPr>
              <a:defRPr sz="2400" b="1">
                <a:solidFill>
                  <a:srgbClr val="111111"/>
                </a:solidFill>
                <a:latin typeface="Inter"/>
                <a:ea typeface="Inter"/>
                <a:cs typeface="Inter"/>
              </a:defRPr>
            </a:lvl6pPr>
            <a:lvl7pPr>
              <a:defRPr sz="2400" b="1">
                <a:solidFill>
                  <a:srgbClr val="111111"/>
                </a:solidFill>
                <a:latin typeface="Inter"/>
                <a:ea typeface="Inter"/>
                <a:cs typeface="Inter"/>
              </a:defRPr>
            </a:lvl7pPr>
            <a:lvl8pPr>
              <a:defRPr sz="2400" b="1">
                <a:solidFill>
                  <a:srgbClr val="111111"/>
                </a:solidFill>
                <a:latin typeface="Inter"/>
                <a:ea typeface="Inter"/>
                <a:cs typeface="Inter"/>
              </a:defRPr>
            </a:lvl8pPr>
            <a:lvl9pPr>
              <a:defRPr sz="2400" b="1">
                <a:solidFill>
                  <a:srgbClr val="111111"/>
                </a:solidFill>
                <a:latin typeface="Inter"/>
                <a:ea typeface="Inter"/>
                <a:cs typeface="Inter"/>
              </a:defRPr>
            </a:lvl9pPr>
          </a:lstStyle>
          <a:p xmlns:a="http://schemas.openxmlformats.org/drawingml/2006/main">
            <a:pPr>
              <a:defRPr sz="2400" b="1">
                <a:solidFill>
                  <a:srgbClr val="111111"/>
                </a:solidFill>
                <a:latin typeface="Inter"/>
                <a:ea typeface="Inter"/>
                <a:cs typeface="Inter"/>
              </a:defRPr>
            </a:pPr>
            <a:r>
              <a:rPr sz="2400" b="1">
                <a:solidFill>
                  <a:srgbClr val="111111"/>
                </a:solidFill>
                <a:latin typeface="Inter"/>
                <a:ea typeface="Inter"/>
                <a:cs typeface="Inter"/>
              </a:rPr>
              <a:t>Live workflow passed</a:t>
            </a:r>
          </a:p>
        </p:txBody>
      </p:sp>
      <p:sp>
        <p:nvSpPr>
          <p:cNvPr id="6" name="copy-75">
            <a:extLst xmlns:a="http://schemas.openxmlformats.org/drawingml/2006/main">
              <a:ext uri="{FF2B5EF4-FFF2-40B4-BE49-F238E27FC236}">
                <a16:creationId xmlns:a16="http://schemas.microsoft.com/office/drawing/2014/main" id="{CB7A72A0-4130-44FC-B278-7A4E93611B2B}"/>
              </a:ext>
            </a:extLst>
          </p:cNvPr>
          <p:cNvSpPr>
            <a:spLocks xmlns:a="http://schemas.openxmlformats.org/drawingml/2006/main" noGrp="1"/>
          </p:cNvSpPr>
          <p:nvPr/>
        </p:nvSpPr>
        <p:spPr>
          <a:xfrm xmlns:a="http://schemas.openxmlformats.org/drawingml/2006/main">
            <a:off x="7038975" y="28098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666666"/>
                </a:solidFill>
                <a:latin typeface="Inter"/>
                <a:ea typeface="Inter"/>
                <a:cs typeface="Inter"/>
              </a:defRPr>
            </a:defPPr>
            <a:lvl1pPr>
              <a:defRPr sz="1950" b="0">
                <a:solidFill>
                  <a:srgbClr val="666666"/>
                </a:solidFill>
                <a:latin typeface="Inter"/>
                <a:ea typeface="Inter"/>
                <a:cs typeface="Inter"/>
              </a:defRPr>
            </a:lvl1pPr>
            <a:lvl2pPr>
              <a:defRPr sz="1950" b="0">
                <a:solidFill>
                  <a:srgbClr val="666666"/>
                </a:solidFill>
                <a:latin typeface="Inter"/>
                <a:ea typeface="Inter"/>
                <a:cs typeface="Inter"/>
              </a:defRPr>
            </a:lvl2pPr>
            <a:lvl3pPr>
              <a:defRPr sz="1950" b="0">
                <a:solidFill>
                  <a:srgbClr val="666666"/>
                </a:solidFill>
                <a:latin typeface="Inter"/>
                <a:ea typeface="Inter"/>
                <a:cs typeface="Inter"/>
              </a:defRPr>
            </a:lvl3pPr>
            <a:lvl4pPr>
              <a:defRPr sz="1950" b="0">
                <a:solidFill>
                  <a:srgbClr val="666666"/>
                </a:solidFill>
                <a:latin typeface="Inter"/>
                <a:ea typeface="Inter"/>
                <a:cs typeface="Inter"/>
              </a:defRPr>
            </a:lvl4pPr>
            <a:lvl5pPr>
              <a:defRPr sz="1950" b="0">
                <a:solidFill>
                  <a:srgbClr val="666666"/>
                </a:solidFill>
                <a:latin typeface="Inter"/>
                <a:ea typeface="Inter"/>
                <a:cs typeface="Inter"/>
              </a:defRPr>
            </a:lvl5pPr>
            <a:lvl6pPr>
              <a:defRPr sz="1950" b="0">
                <a:solidFill>
                  <a:srgbClr val="666666"/>
                </a:solidFill>
                <a:latin typeface="Inter"/>
                <a:ea typeface="Inter"/>
                <a:cs typeface="Inter"/>
              </a:defRPr>
            </a:lvl6pPr>
            <a:lvl7pPr>
              <a:defRPr sz="1950" b="0">
                <a:solidFill>
                  <a:srgbClr val="666666"/>
                </a:solidFill>
                <a:latin typeface="Inter"/>
                <a:ea typeface="Inter"/>
                <a:cs typeface="Inter"/>
              </a:defRPr>
            </a:lvl7pPr>
            <a:lvl8pPr>
              <a:defRPr sz="1950" b="0">
                <a:solidFill>
                  <a:srgbClr val="666666"/>
                </a:solidFill>
                <a:latin typeface="Inter"/>
                <a:ea typeface="Inter"/>
                <a:cs typeface="Inter"/>
              </a:defRPr>
            </a:lvl8pPr>
            <a:lvl9pPr>
              <a:defRPr sz="1950" b="0">
                <a:solidFill>
                  <a:srgbClr val="666666"/>
                </a:solidFill>
                <a:latin typeface="Inter"/>
                <a:ea typeface="Inter"/>
                <a:cs typeface="Inter"/>
              </a:defRPr>
            </a:lvl9pPr>
          </a:lstStyle>
          <a:p xmlns:a="http://schemas.openxmlformats.org/drawingml/2006/main">
            <a:pPr>
              <a:defRPr sz="1950" b="0">
                <a:solidFill>
                  <a:srgbClr val="666666"/>
                </a:solidFill>
                <a:latin typeface="Inter"/>
                <a:ea typeface="Inter"/>
                <a:cs typeface="Inter"/>
              </a:defRPr>
            </a:pPr>
            <a:r>
              <a:rPr sz="1950" b="0">
                <a:solidFill>
                  <a:srgbClr val="666666"/>
                </a:solidFill>
                <a:latin typeface="Inter"/>
                <a:ea typeface="Inter"/>
                <a:cs typeface="Inter"/>
              </a:rPr>
              <a:t>Annotation → evidence → review</a:t>
            </a:r>
          </a:p>
          <a:p xmlns:a="http://schemas.openxmlformats.org/drawingml/2006/main">
            <a:pPr>
              <a:defRPr sz="1950" b="0">
                <a:solidFill>
                  <a:srgbClr val="666666"/>
                </a:solidFill>
                <a:latin typeface="Inter"/>
                <a:ea typeface="Inter"/>
                <a:cs typeface="Inter"/>
              </a:defRPr>
            </a:pPr>
            <a:r>
              <a:rPr sz="1950" b="0">
                <a:solidFill>
                  <a:srgbClr val="666666"/>
                </a:solidFill>
                <a:latin typeface="Inter"/>
                <a:ea typeface="Inter"/>
                <a:cs typeface="Inter"/>
              </a:rPr>
              <a:t>→ recall → corrected recall</a:t>
            </a:r>
          </a:p>
        </p:txBody>
      </p:sp>
      <p:sp>
        <p:nvSpPr>
          <p:cNvPr id="7" name="copy-76">
            <a:extLst xmlns:a="http://schemas.openxmlformats.org/drawingml/2006/main">
              <a:ext uri="{FF2B5EF4-FFF2-40B4-BE49-F238E27FC236}">
                <a16:creationId xmlns:a16="http://schemas.microsoft.com/office/drawing/2014/main" id="{0887C69B-7C14-4D01-AFFC-D736777D8BF0}"/>
              </a:ext>
            </a:extLst>
          </p:cNvPr>
          <p:cNvSpPr>
            <a:spLocks xmlns:a="http://schemas.openxmlformats.org/drawingml/2006/main" noGrp="1"/>
          </p:cNvSpPr>
          <p:nvPr/>
        </p:nvSpPr>
        <p:spPr>
          <a:xfrm xmlns:a="http://schemas.openxmlformats.org/drawingml/2006/main">
            <a:off x="609600" y="54578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111111"/>
                </a:solidFill>
                <a:latin typeface="Inter"/>
                <a:ea typeface="Inter"/>
                <a:cs typeface="Inter"/>
              </a:defRPr>
            </a:defPPr>
            <a:lvl1pPr>
              <a:defRPr sz="2850" b="1">
                <a:solidFill>
                  <a:srgbClr val="111111"/>
                </a:solidFill>
                <a:latin typeface="Inter"/>
                <a:ea typeface="Inter"/>
                <a:cs typeface="Inter"/>
              </a:defRPr>
            </a:lvl1pPr>
            <a:lvl2pPr>
              <a:defRPr sz="2850" b="1">
                <a:solidFill>
                  <a:srgbClr val="111111"/>
                </a:solidFill>
                <a:latin typeface="Inter"/>
                <a:ea typeface="Inter"/>
                <a:cs typeface="Inter"/>
              </a:defRPr>
            </a:lvl2pPr>
            <a:lvl3pPr>
              <a:defRPr sz="2850" b="1">
                <a:solidFill>
                  <a:srgbClr val="111111"/>
                </a:solidFill>
                <a:latin typeface="Inter"/>
                <a:ea typeface="Inter"/>
                <a:cs typeface="Inter"/>
              </a:defRPr>
            </a:lvl3pPr>
            <a:lvl4pPr>
              <a:defRPr sz="2850" b="1">
                <a:solidFill>
                  <a:srgbClr val="111111"/>
                </a:solidFill>
                <a:latin typeface="Inter"/>
                <a:ea typeface="Inter"/>
                <a:cs typeface="Inter"/>
              </a:defRPr>
            </a:lvl4pPr>
            <a:lvl5pPr>
              <a:defRPr sz="2850" b="1">
                <a:solidFill>
                  <a:srgbClr val="111111"/>
                </a:solidFill>
                <a:latin typeface="Inter"/>
                <a:ea typeface="Inter"/>
                <a:cs typeface="Inter"/>
              </a:defRPr>
            </a:lvl5pPr>
            <a:lvl6pPr>
              <a:defRPr sz="2850" b="1">
                <a:solidFill>
                  <a:srgbClr val="111111"/>
                </a:solidFill>
                <a:latin typeface="Inter"/>
                <a:ea typeface="Inter"/>
                <a:cs typeface="Inter"/>
              </a:defRPr>
            </a:lvl6pPr>
            <a:lvl7pPr>
              <a:defRPr sz="2850" b="1">
                <a:solidFill>
                  <a:srgbClr val="111111"/>
                </a:solidFill>
                <a:latin typeface="Inter"/>
                <a:ea typeface="Inter"/>
                <a:cs typeface="Inter"/>
              </a:defRPr>
            </a:lvl7pPr>
            <a:lvl8pPr>
              <a:defRPr sz="2850" b="1">
                <a:solidFill>
                  <a:srgbClr val="111111"/>
                </a:solidFill>
                <a:latin typeface="Inter"/>
                <a:ea typeface="Inter"/>
                <a:cs typeface="Inter"/>
              </a:defRPr>
            </a:lvl8pPr>
            <a:lvl9pPr>
              <a:defRPr sz="2850" b="1">
                <a:solidFill>
                  <a:srgbClr val="111111"/>
                </a:solidFill>
                <a:latin typeface="Inter"/>
                <a:ea typeface="Inter"/>
                <a:cs typeface="Inter"/>
              </a:defRPr>
            </a:lvl9pPr>
          </a:lstStyle>
          <a:p xmlns:a="http://schemas.openxmlformats.org/drawingml/2006/main">
            <a:pPr>
              <a:defRPr sz="2850" b="1">
                <a:solidFill>
                  <a:srgbClr val="111111"/>
                </a:solidFill>
                <a:latin typeface="Inter"/>
                <a:ea typeface="Inter"/>
                <a:cs typeface="Inter"/>
              </a:defRPr>
            </a:pPr>
            <a:r>
              <a:rPr sz="2850" b="1">
                <a:solidFill>
                  <a:srgbClr val="111111"/>
                </a:solidFill>
                <a:latin typeface="Inter"/>
                <a:ea typeface="Inter"/>
                <a:cs typeface="Inter"/>
              </a:rPr>
              <a:t>Biological validation is next.</a:t>
            </a:r>
          </a:p>
        </p:txBody>
      </p:sp>
      <p:sp>
        <p:nvSpPr>
          <p:cNvPr id="8" name="copy-77">
            <a:extLst xmlns:a="http://schemas.openxmlformats.org/drawingml/2006/main">
              <a:ext uri="{FF2B5EF4-FFF2-40B4-BE49-F238E27FC236}">
                <a16:creationId xmlns:a16="http://schemas.microsoft.com/office/drawing/2014/main" id="{8E0B2E24-6173-41EA-A797-E4D2AB35972F}"/>
              </a:ext>
            </a:extLst>
          </p:cNvPr>
          <p:cNvSpPr>
            <a:spLocks xmlns:a="http://schemas.openxmlformats.org/drawingml/2006/main" noGrp="1"/>
          </p:cNvSpPr>
          <p:nvPr/>
        </p:nvSpPr>
        <p:spPr>
          <a:xfrm xmlns:a="http://schemas.openxmlformats.org/drawingml/2006/main">
            <a:off x="609600" y="61055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666666"/>
                </a:solidFill>
                <a:latin typeface="Inter"/>
                <a:ea typeface="Inter"/>
                <a:cs typeface="Inter"/>
              </a:defRPr>
            </a:defPPr>
            <a:lvl1pPr>
              <a:defRPr sz="1575" b="0">
                <a:solidFill>
                  <a:srgbClr val="666666"/>
                </a:solidFill>
                <a:latin typeface="Inter"/>
                <a:ea typeface="Inter"/>
                <a:cs typeface="Inter"/>
              </a:defRPr>
            </a:lvl1pPr>
            <a:lvl2pPr>
              <a:defRPr sz="1575" b="0">
                <a:solidFill>
                  <a:srgbClr val="666666"/>
                </a:solidFill>
                <a:latin typeface="Inter"/>
                <a:ea typeface="Inter"/>
                <a:cs typeface="Inter"/>
              </a:defRPr>
            </a:lvl2pPr>
            <a:lvl3pPr>
              <a:defRPr sz="1575" b="0">
                <a:solidFill>
                  <a:srgbClr val="666666"/>
                </a:solidFill>
                <a:latin typeface="Inter"/>
                <a:ea typeface="Inter"/>
                <a:cs typeface="Inter"/>
              </a:defRPr>
            </a:lvl3pPr>
            <a:lvl4pPr>
              <a:defRPr sz="1575" b="0">
                <a:solidFill>
                  <a:srgbClr val="666666"/>
                </a:solidFill>
                <a:latin typeface="Inter"/>
                <a:ea typeface="Inter"/>
                <a:cs typeface="Inter"/>
              </a:defRPr>
            </a:lvl4pPr>
            <a:lvl5pPr>
              <a:defRPr sz="1575" b="0">
                <a:solidFill>
                  <a:srgbClr val="666666"/>
                </a:solidFill>
                <a:latin typeface="Inter"/>
                <a:ea typeface="Inter"/>
                <a:cs typeface="Inter"/>
              </a:defRPr>
            </a:lvl5pPr>
            <a:lvl6pPr>
              <a:defRPr sz="1575" b="0">
                <a:solidFill>
                  <a:srgbClr val="666666"/>
                </a:solidFill>
                <a:latin typeface="Inter"/>
                <a:ea typeface="Inter"/>
                <a:cs typeface="Inter"/>
              </a:defRPr>
            </a:lvl6pPr>
            <a:lvl7pPr>
              <a:defRPr sz="1575" b="0">
                <a:solidFill>
                  <a:srgbClr val="666666"/>
                </a:solidFill>
                <a:latin typeface="Inter"/>
                <a:ea typeface="Inter"/>
                <a:cs typeface="Inter"/>
              </a:defRPr>
            </a:lvl7pPr>
            <a:lvl8pPr>
              <a:defRPr sz="1575" b="0">
                <a:solidFill>
                  <a:srgbClr val="666666"/>
                </a:solidFill>
                <a:latin typeface="Inter"/>
                <a:ea typeface="Inter"/>
                <a:cs typeface="Inter"/>
              </a:defRPr>
            </a:lvl8pPr>
            <a:lvl9pPr>
              <a:defRPr sz="1575" b="0">
                <a:solidFill>
                  <a:srgbClr val="666666"/>
                </a:solidFill>
                <a:latin typeface="Inter"/>
                <a:ea typeface="Inter"/>
                <a:cs typeface="Inter"/>
              </a:defRPr>
            </a:lvl9pPr>
          </a:lstStyle>
          <a:p xmlns:a="http://schemas.openxmlformats.org/drawingml/2006/main">
            <a:pPr>
              <a:defRPr sz="1575" b="0">
                <a:solidFill>
                  <a:srgbClr val="666666"/>
                </a:solidFill>
                <a:latin typeface="Inter"/>
                <a:ea typeface="Inter"/>
                <a:cs typeface="Inter"/>
              </a:defRPr>
            </a:pPr>
            <a:r>
              <a:rPr sz="1575" b="0">
                <a:solidFill>
                  <a:srgbClr val="666666"/>
                </a:solidFill>
                <a:latin typeface="Inter"/>
                <a:ea typeface="Inter"/>
                <a:cs typeface="Inter"/>
              </a:rPr>
              <a:t>The current panel comes from the same study. These tests establish computation and workflow behavior.</a:t>
            </a:r>
          </a:p>
        </p:txBody>
      </p:sp>
    </p:spTree>
    <p:extLst>
      <p:ext uri="{BB962C8B-B14F-4D97-AF65-F5344CB8AC3E}">
        <p14:creationId xmlns:p14="http://schemas.microsoft.com/office/powerpoint/2010/main" val="4249501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py-78">
            <a:extLst xmlns:a="http://schemas.openxmlformats.org/drawingml/2006/main">
              <a:ext uri="{FF2B5EF4-FFF2-40B4-BE49-F238E27FC236}">
                <a16:creationId xmlns:a16="http://schemas.microsoft.com/office/drawing/2014/main" id="{F97DBCB4-6932-4C37-B121-F08DAD88D13D}"/>
              </a:ext>
            </a:extLst>
          </p:cNvPr>
          <p:cNvSpPr>
            <a:spLocks xmlns:a="http://schemas.openxmlformats.org/drawingml/2006/main" noGrp="1"/>
          </p:cNvSpPr>
          <p:nvPr/>
        </p:nvSpPr>
        <p:spPr>
          <a:xfrm xmlns:a="http://schemas.openxmlformats.org/drawingml/2006/main">
            <a:off x="571500" y="552450"/>
            <a:ext cx="11049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75" b="1">
                <a:solidFill>
                  <a:srgbClr val="111111"/>
                </a:solidFill>
                <a:latin typeface="Inter"/>
                <a:ea typeface="Inter"/>
                <a:cs typeface="Inter"/>
              </a:defRPr>
            </a:defPPr>
            <a:lvl1pPr>
              <a:defRPr sz="3975" b="1">
                <a:solidFill>
                  <a:srgbClr val="111111"/>
                </a:solidFill>
                <a:latin typeface="Inter"/>
                <a:ea typeface="Inter"/>
                <a:cs typeface="Inter"/>
              </a:defRPr>
            </a:lvl1pPr>
            <a:lvl2pPr>
              <a:defRPr sz="3975" b="1">
                <a:solidFill>
                  <a:srgbClr val="111111"/>
                </a:solidFill>
                <a:latin typeface="Inter"/>
                <a:ea typeface="Inter"/>
                <a:cs typeface="Inter"/>
              </a:defRPr>
            </a:lvl2pPr>
            <a:lvl3pPr>
              <a:defRPr sz="3975" b="1">
                <a:solidFill>
                  <a:srgbClr val="111111"/>
                </a:solidFill>
                <a:latin typeface="Inter"/>
                <a:ea typeface="Inter"/>
                <a:cs typeface="Inter"/>
              </a:defRPr>
            </a:lvl3pPr>
            <a:lvl4pPr>
              <a:defRPr sz="3975" b="1">
                <a:solidFill>
                  <a:srgbClr val="111111"/>
                </a:solidFill>
                <a:latin typeface="Inter"/>
                <a:ea typeface="Inter"/>
                <a:cs typeface="Inter"/>
              </a:defRPr>
            </a:lvl4pPr>
            <a:lvl5pPr>
              <a:defRPr sz="3975" b="1">
                <a:solidFill>
                  <a:srgbClr val="111111"/>
                </a:solidFill>
                <a:latin typeface="Inter"/>
                <a:ea typeface="Inter"/>
                <a:cs typeface="Inter"/>
              </a:defRPr>
            </a:lvl5pPr>
            <a:lvl6pPr>
              <a:defRPr sz="3975" b="1">
                <a:solidFill>
                  <a:srgbClr val="111111"/>
                </a:solidFill>
                <a:latin typeface="Inter"/>
                <a:ea typeface="Inter"/>
                <a:cs typeface="Inter"/>
              </a:defRPr>
            </a:lvl6pPr>
            <a:lvl7pPr>
              <a:defRPr sz="3975" b="1">
                <a:solidFill>
                  <a:srgbClr val="111111"/>
                </a:solidFill>
                <a:latin typeface="Inter"/>
                <a:ea typeface="Inter"/>
                <a:cs typeface="Inter"/>
              </a:defRPr>
            </a:lvl7pPr>
            <a:lvl8pPr>
              <a:defRPr sz="3975" b="1">
                <a:solidFill>
                  <a:srgbClr val="111111"/>
                </a:solidFill>
                <a:latin typeface="Inter"/>
                <a:ea typeface="Inter"/>
                <a:cs typeface="Inter"/>
              </a:defRPr>
            </a:lvl8pPr>
            <a:lvl9pPr>
              <a:defRPr sz="3975" b="1">
                <a:solidFill>
                  <a:srgbClr val="111111"/>
                </a:solidFill>
                <a:latin typeface="Inter"/>
                <a:ea typeface="Inter"/>
                <a:cs typeface="Inter"/>
              </a:defRPr>
            </a:lvl9pPr>
          </a:lstStyle>
          <a:p xmlns:a="http://schemas.openxmlformats.org/drawingml/2006/main">
            <a:pPr>
              <a:defRPr sz="3975" b="1">
                <a:solidFill>
                  <a:srgbClr val="111111"/>
                </a:solidFill>
                <a:latin typeface="Inter"/>
                <a:ea typeface="Inter"/>
                <a:cs typeface="Inter"/>
              </a:defRPr>
            </a:pPr>
            <a:r>
              <a:rPr sz="3975" b="1">
                <a:solidFill>
                  <a:srgbClr val="111111"/>
                </a:solidFill>
                <a:latin typeface="Inter"/>
                <a:ea typeface="Inter"/>
                <a:cs typeface="Inter"/>
              </a:rPr>
              <a:t>Sources &amp; implementation</a:t>
            </a:r>
          </a:p>
        </p:txBody>
      </p:sp>
      <p:sp>
        <p:nvSpPr>
          <p:cNvPr id="2" name="block-79">
            <a:extLst xmlns:a="http://schemas.openxmlformats.org/drawingml/2006/main">
              <a:ext uri="{FF2B5EF4-FFF2-40B4-BE49-F238E27FC236}">
                <a16:creationId xmlns:a16="http://schemas.microsoft.com/office/drawing/2014/main" id="{5BCD902C-7B45-4A41-BA8C-A82C1E91ACEC}"/>
              </a:ext>
            </a:extLst>
          </p:cNvPr>
          <p:cNvSpPr>
            <a:spLocks xmlns:a="http://schemas.openxmlformats.org/drawingml/2006/main" noGrp="1"/>
          </p:cNvSpPr>
          <p:nvPr/>
        </p:nvSpPr>
        <p:spPr>
          <a:xfrm xmlns:a="http://schemas.openxmlformats.org/drawingml/2006/main">
            <a:off x="571500" y="1933575"/>
            <a:ext cx="11049000" cy="9525"/>
          </a:xfrm>
          <a:prstGeom xmlns:a="http://schemas.openxmlformats.org/drawingml/2006/main" prst="rect">
            <a:avLst/>
          </a:prstGeom>
          <a:solidFill xmlns:a="http://schemas.openxmlformats.org/drawingml/2006/main">
            <a:srgbClr val="D9DFD7"/>
          </a:solidFill>
          <a:ln xmlns:a="http://schemas.openxmlformats.org/drawingml/2006/main" w="0">
            <a:noFill/>
          </a:ln>
        </p:spPr>
      </p:sp>
      <p:sp>
        <p:nvSpPr>
          <p:cNvPr id="3" name="copy-80">
            <a:extLst xmlns:a="http://schemas.openxmlformats.org/drawingml/2006/main">
              <a:ext uri="{FF2B5EF4-FFF2-40B4-BE49-F238E27FC236}">
                <a16:creationId xmlns:a16="http://schemas.microsoft.com/office/drawing/2014/main" id="{A3CA7DB3-5F03-4349-8175-7DBC8FC5C723}"/>
              </a:ext>
            </a:extLst>
          </p:cNvPr>
          <p:cNvSpPr>
            <a:spLocks xmlns:a="http://schemas.openxmlformats.org/drawingml/2006/main" noGrp="1"/>
          </p:cNvSpPr>
          <p:nvPr/>
        </p:nvSpPr>
        <p:spPr>
          <a:xfrm xmlns:a="http://schemas.openxmlformats.org/drawingml/2006/main">
            <a:off x="571500" y="216217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1111"/>
                </a:solidFill>
                <a:latin typeface="Inter"/>
                <a:ea typeface="Inter"/>
                <a:cs typeface="Inter"/>
              </a:defRPr>
            </a:defPPr>
            <a:lvl1pPr>
              <a:defRPr sz="2250" b="1">
                <a:solidFill>
                  <a:srgbClr val="111111"/>
                </a:solidFill>
                <a:latin typeface="Inter"/>
                <a:ea typeface="Inter"/>
                <a:cs typeface="Inter"/>
              </a:defRPr>
            </a:lvl1pPr>
            <a:lvl2pPr>
              <a:defRPr sz="2250" b="1">
                <a:solidFill>
                  <a:srgbClr val="111111"/>
                </a:solidFill>
                <a:latin typeface="Inter"/>
                <a:ea typeface="Inter"/>
                <a:cs typeface="Inter"/>
              </a:defRPr>
            </a:lvl2pPr>
            <a:lvl3pPr>
              <a:defRPr sz="2250" b="1">
                <a:solidFill>
                  <a:srgbClr val="111111"/>
                </a:solidFill>
                <a:latin typeface="Inter"/>
                <a:ea typeface="Inter"/>
                <a:cs typeface="Inter"/>
              </a:defRPr>
            </a:lvl3pPr>
            <a:lvl4pPr>
              <a:defRPr sz="2250" b="1">
                <a:solidFill>
                  <a:srgbClr val="111111"/>
                </a:solidFill>
                <a:latin typeface="Inter"/>
                <a:ea typeface="Inter"/>
                <a:cs typeface="Inter"/>
              </a:defRPr>
            </a:lvl4pPr>
            <a:lvl5pPr>
              <a:defRPr sz="2250" b="1">
                <a:solidFill>
                  <a:srgbClr val="111111"/>
                </a:solidFill>
                <a:latin typeface="Inter"/>
                <a:ea typeface="Inter"/>
                <a:cs typeface="Inter"/>
              </a:defRPr>
            </a:lvl5pPr>
            <a:lvl6pPr>
              <a:defRPr sz="2250" b="1">
                <a:solidFill>
                  <a:srgbClr val="111111"/>
                </a:solidFill>
                <a:latin typeface="Inter"/>
                <a:ea typeface="Inter"/>
                <a:cs typeface="Inter"/>
              </a:defRPr>
            </a:lvl6pPr>
            <a:lvl7pPr>
              <a:defRPr sz="2250" b="1">
                <a:solidFill>
                  <a:srgbClr val="111111"/>
                </a:solidFill>
                <a:latin typeface="Inter"/>
                <a:ea typeface="Inter"/>
                <a:cs typeface="Inter"/>
              </a:defRPr>
            </a:lvl7pPr>
            <a:lvl8pPr>
              <a:defRPr sz="2250" b="1">
                <a:solidFill>
                  <a:srgbClr val="111111"/>
                </a:solidFill>
                <a:latin typeface="Inter"/>
                <a:ea typeface="Inter"/>
                <a:cs typeface="Inter"/>
              </a:defRPr>
            </a:lvl8pPr>
            <a:lvl9pPr>
              <a:defRPr sz="2250" b="1">
                <a:solidFill>
                  <a:srgbClr val="111111"/>
                </a:solidFill>
                <a:latin typeface="Inter"/>
                <a:ea typeface="Inter"/>
                <a:cs typeface="Inter"/>
              </a:defRPr>
            </a:lvl9pPr>
          </a:lstStyle>
          <a:p xmlns:a="http://schemas.openxmlformats.org/drawingml/2006/main">
            <a:pPr>
              <a:defRPr sz="2250" b="1">
                <a:solidFill>
                  <a:srgbClr val="111111"/>
                </a:solidFill>
                <a:latin typeface="Inter"/>
                <a:ea typeface="Inter"/>
                <a:cs typeface="Inter"/>
              </a:defRPr>
            </a:pPr>
            <a:r>
              <a:rPr sz="2250" b="1">
                <a:solidFill>
                  <a:srgbClr val="111111"/>
                </a:solidFill>
                <a:latin typeface="Inter"/>
                <a:ea typeface="Inter"/>
                <a:cs typeface="Inter"/>
              </a:rPr>
              <a:t>Soybean data</a:t>
            </a:r>
          </a:p>
        </p:txBody>
      </p:sp>
      <p:sp>
        <p:nvSpPr>
          <p:cNvPr id="4" name="copy-81">
            <a:extLst xmlns:a="http://schemas.openxmlformats.org/drawingml/2006/main">
              <a:ext uri="{FF2B5EF4-FFF2-40B4-BE49-F238E27FC236}">
                <a16:creationId xmlns:a16="http://schemas.microsoft.com/office/drawing/2014/main" id="{9557D038-2A85-4FFE-929E-133CC3FD0AC6}"/>
              </a:ext>
            </a:extLst>
          </p:cNvPr>
          <p:cNvSpPr>
            <a:spLocks xmlns:a="http://schemas.openxmlformats.org/drawingml/2006/main" noGrp="1"/>
          </p:cNvSpPr>
          <p:nvPr/>
        </p:nvSpPr>
        <p:spPr>
          <a:xfrm xmlns:a="http://schemas.openxmlformats.org/drawingml/2006/main">
            <a:off x="4238625" y="2190750"/>
            <a:ext cx="7343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666666"/>
                </a:solidFill>
                <a:latin typeface="Inter"/>
                <a:ea typeface="Inter"/>
                <a:cs typeface="Inter"/>
              </a:defRPr>
            </a:defPPr>
            <a:lvl1pPr>
              <a:defRPr sz="1950" b="0">
                <a:solidFill>
                  <a:srgbClr val="666666"/>
                </a:solidFill>
                <a:latin typeface="Inter"/>
                <a:ea typeface="Inter"/>
                <a:cs typeface="Inter"/>
              </a:defRPr>
            </a:lvl1pPr>
            <a:lvl2pPr>
              <a:defRPr sz="1950" b="0">
                <a:solidFill>
                  <a:srgbClr val="666666"/>
                </a:solidFill>
                <a:latin typeface="Inter"/>
                <a:ea typeface="Inter"/>
                <a:cs typeface="Inter"/>
              </a:defRPr>
            </a:lvl2pPr>
            <a:lvl3pPr>
              <a:defRPr sz="1950" b="0">
                <a:solidFill>
                  <a:srgbClr val="666666"/>
                </a:solidFill>
                <a:latin typeface="Inter"/>
                <a:ea typeface="Inter"/>
                <a:cs typeface="Inter"/>
              </a:defRPr>
            </a:lvl3pPr>
            <a:lvl4pPr>
              <a:defRPr sz="1950" b="0">
                <a:solidFill>
                  <a:srgbClr val="666666"/>
                </a:solidFill>
                <a:latin typeface="Inter"/>
                <a:ea typeface="Inter"/>
                <a:cs typeface="Inter"/>
              </a:defRPr>
            </a:lvl4pPr>
            <a:lvl5pPr>
              <a:defRPr sz="1950" b="0">
                <a:solidFill>
                  <a:srgbClr val="666666"/>
                </a:solidFill>
                <a:latin typeface="Inter"/>
                <a:ea typeface="Inter"/>
                <a:cs typeface="Inter"/>
              </a:defRPr>
            </a:lvl5pPr>
            <a:lvl6pPr>
              <a:defRPr sz="1950" b="0">
                <a:solidFill>
                  <a:srgbClr val="666666"/>
                </a:solidFill>
                <a:latin typeface="Inter"/>
                <a:ea typeface="Inter"/>
                <a:cs typeface="Inter"/>
              </a:defRPr>
            </a:lvl6pPr>
            <a:lvl7pPr>
              <a:defRPr sz="1950" b="0">
                <a:solidFill>
                  <a:srgbClr val="666666"/>
                </a:solidFill>
                <a:latin typeface="Inter"/>
                <a:ea typeface="Inter"/>
                <a:cs typeface="Inter"/>
              </a:defRPr>
            </a:lvl7pPr>
            <a:lvl8pPr>
              <a:defRPr sz="1950" b="0">
                <a:solidFill>
                  <a:srgbClr val="666666"/>
                </a:solidFill>
                <a:latin typeface="Inter"/>
                <a:ea typeface="Inter"/>
                <a:cs typeface="Inter"/>
              </a:defRPr>
            </a:lvl8pPr>
            <a:lvl9pPr>
              <a:defRPr sz="1950" b="0">
                <a:solidFill>
                  <a:srgbClr val="666666"/>
                </a:solidFill>
                <a:latin typeface="Inter"/>
                <a:ea typeface="Inter"/>
                <a:cs typeface="Inter"/>
              </a:defRPr>
            </a:lvl9pPr>
          </a:lstStyle>
          <a:p xmlns:a="http://schemas.openxmlformats.org/drawingml/2006/main">
            <a:pPr>
              <a:defRPr sz="1950" b="0">
                <a:solidFill>
                  <a:srgbClr val="666666"/>
                </a:solidFill>
                <a:latin typeface="Inter"/>
                <a:ea typeface="Inter"/>
                <a:cs typeface="Inter"/>
              </a:defRPr>
            </a:pPr>
            <a:r>
              <a:rPr sz="1950" b="0">
                <a:solidFill>
                  <a:srgbClr val="666666"/>
                </a:solidFill>
                <a:latin typeface="Inter"/>
                <a:ea typeface="Inter"/>
                <a:cs typeface="Inter"/>
                <a:hlinkClick xmlns:r="http://schemas.openxmlformats.org/officeDocument/2006/relationships" r:id="Rc5550d2a4ef443ce"/>
              </a:rPr>
              <a:t>Zhang et al. · GSE270392</a:t>
            </a:r>
          </a:p>
        </p:txBody>
      </p:sp>
      <p:sp>
        <p:nvSpPr>
          <p:cNvPr id="5" name="block-82">
            <a:extLst xmlns:a="http://schemas.openxmlformats.org/drawingml/2006/main">
              <a:ext uri="{FF2B5EF4-FFF2-40B4-BE49-F238E27FC236}">
                <a16:creationId xmlns:a16="http://schemas.microsoft.com/office/drawing/2014/main" id="{015784E3-0682-4A57-A007-B9BD8D0ADA0B}"/>
              </a:ext>
            </a:extLst>
          </p:cNvPr>
          <p:cNvSpPr>
            <a:spLocks xmlns:a="http://schemas.openxmlformats.org/drawingml/2006/main" noGrp="1"/>
          </p:cNvSpPr>
          <p:nvPr/>
        </p:nvSpPr>
        <p:spPr>
          <a:xfrm xmlns:a="http://schemas.openxmlformats.org/drawingml/2006/main">
            <a:off x="571500" y="2990850"/>
            <a:ext cx="11049000" cy="9525"/>
          </a:xfrm>
          <a:prstGeom xmlns:a="http://schemas.openxmlformats.org/drawingml/2006/main" prst="rect">
            <a:avLst/>
          </a:prstGeom>
          <a:solidFill xmlns:a="http://schemas.openxmlformats.org/drawingml/2006/main">
            <a:srgbClr val="D9DFD7"/>
          </a:solidFill>
          <a:ln xmlns:a="http://schemas.openxmlformats.org/drawingml/2006/main" w="0">
            <a:noFill/>
          </a:ln>
        </p:spPr>
      </p:sp>
      <p:sp>
        <p:nvSpPr>
          <p:cNvPr id="6" name="copy-83">
            <a:extLst xmlns:a="http://schemas.openxmlformats.org/drawingml/2006/main">
              <a:ext uri="{FF2B5EF4-FFF2-40B4-BE49-F238E27FC236}">
                <a16:creationId xmlns:a16="http://schemas.microsoft.com/office/drawing/2014/main" id="{D397F4B3-69A8-4C42-9C4F-C6CC631030CD}"/>
              </a:ext>
            </a:extLst>
          </p:cNvPr>
          <p:cNvSpPr>
            <a:spLocks xmlns:a="http://schemas.openxmlformats.org/drawingml/2006/main" noGrp="1"/>
          </p:cNvSpPr>
          <p:nvPr/>
        </p:nvSpPr>
        <p:spPr>
          <a:xfrm xmlns:a="http://schemas.openxmlformats.org/drawingml/2006/main">
            <a:off x="571500" y="321945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1111"/>
                </a:solidFill>
                <a:latin typeface="Inter"/>
                <a:ea typeface="Inter"/>
                <a:cs typeface="Inter"/>
              </a:defRPr>
            </a:defPPr>
            <a:lvl1pPr>
              <a:defRPr sz="2250" b="1">
                <a:solidFill>
                  <a:srgbClr val="111111"/>
                </a:solidFill>
                <a:latin typeface="Inter"/>
                <a:ea typeface="Inter"/>
                <a:cs typeface="Inter"/>
              </a:defRPr>
            </a:lvl1pPr>
            <a:lvl2pPr>
              <a:defRPr sz="2250" b="1">
                <a:solidFill>
                  <a:srgbClr val="111111"/>
                </a:solidFill>
                <a:latin typeface="Inter"/>
                <a:ea typeface="Inter"/>
                <a:cs typeface="Inter"/>
              </a:defRPr>
            </a:lvl2pPr>
            <a:lvl3pPr>
              <a:defRPr sz="2250" b="1">
                <a:solidFill>
                  <a:srgbClr val="111111"/>
                </a:solidFill>
                <a:latin typeface="Inter"/>
                <a:ea typeface="Inter"/>
                <a:cs typeface="Inter"/>
              </a:defRPr>
            </a:lvl3pPr>
            <a:lvl4pPr>
              <a:defRPr sz="2250" b="1">
                <a:solidFill>
                  <a:srgbClr val="111111"/>
                </a:solidFill>
                <a:latin typeface="Inter"/>
                <a:ea typeface="Inter"/>
                <a:cs typeface="Inter"/>
              </a:defRPr>
            </a:lvl4pPr>
            <a:lvl5pPr>
              <a:defRPr sz="2250" b="1">
                <a:solidFill>
                  <a:srgbClr val="111111"/>
                </a:solidFill>
                <a:latin typeface="Inter"/>
                <a:ea typeface="Inter"/>
                <a:cs typeface="Inter"/>
              </a:defRPr>
            </a:lvl5pPr>
            <a:lvl6pPr>
              <a:defRPr sz="2250" b="1">
                <a:solidFill>
                  <a:srgbClr val="111111"/>
                </a:solidFill>
                <a:latin typeface="Inter"/>
                <a:ea typeface="Inter"/>
                <a:cs typeface="Inter"/>
              </a:defRPr>
            </a:lvl6pPr>
            <a:lvl7pPr>
              <a:defRPr sz="2250" b="1">
                <a:solidFill>
                  <a:srgbClr val="111111"/>
                </a:solidFill>
                <a:latin typeface="Inter"/>
                <a:ea typeface="Inter"/>
                <a:cs typeface="Inter"/>
              </a:defRPr>
            </a:lvl7pPr>
            <a:lvl8pPr>
              <a:defRPr sz="2250" b="1">
                <a:solidFill>
                  <a:srgbClr val="111111"/>
                </a:solidFill>
                <a:latin typeface="Inter"/>
                <a:ea typeface="Inter"/>
                <a:cs typeface="Inter"/>
              </a:defRPr>
            </a:lvl8pPr>
            <a:lvl9pPr>
              <a:defRPr sz="2250" b="1">
                <a:solidFill>
                  <a:srgbClr val="111111"/>
                </a:solidFill>
                <a:latin typeface="Inter"/>
                <a:ea typeface="Inter"/>
                <a:cs typeface="Inter"/>
              </a:defRPr>
            </a:lvl9pPr>
          </a:lstStyle>
          <a:p xmlns:a="http://schemas.openxmlformats.org/drawingml/2006/main">
            <a:pPr>
              <a:defRPr sz="2250" b="1">
                <a:solidFill>
                  <a:srgbClr val="111111"/>
                </a:solidFill>
                <a:latin typeface="Inter"/>
                <a:ea typeface="Inter"/>
                <a:cs typeface="Inter"/>
              </a:defRPr>
            </a:pPr>
            <a:r>
              <a:rPr sz="2250" b="1">
                <a:solidFill>
                  <a:srgbClr val="111111"/>
                </a:solidFill>
                <a:latin typeface="Inter"/>
                <a:ea typeface="Inter"/>
                <a:cs typeface="Inter"/>
              </a:rPr>
              <a:t>Scientific method</a:t>
            </a:r>
          </a:p>
        </p:txBody>
      </p:sp>
      <p:sp>
        <p:nvSpPr>
          <p:cNvPr id="7" name="copy-84">
            <a:extLst xmlns:a="http://schemas.openxmlformats.org/drawingml/2006/main">
              <a:ext uri="{FF2B5EF4-FFF2-40B4-BE49-F238E27FC236}">
                <a16:creationId xmlns:a16="http://schemas.microsoft.com/office/drawing/2014/main" id="{9E0C097C-40BC-45D0-8B42-FA0E23DA82F4}"/>
              </a:ext>
            </a:extLst>
          </p:cNvPr>
          <p:cNvSpPr>
            <a:spLocks xmlns:a="http://schemas.openxmlformats.org/drawingml/2006/main" noGrp="1"/>
          </p:cNvSpPr>
          <p:nvPr/>
        </p:nvSpPr>
        <p:spPr>
          <a:xfrm xmlns:a="http://schemas.openxmlformats.org/drawingml/2006/main">
            <a:off x="4238625" y="3248025"/>
            <a:ext cx="7343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666666"/>
                </a:solidFill>
                <a:latin typeface="Inter"/>
                <a:ea typeface="Inter"/>
                <a:cs typeface="Inter"/>
              </a:defRPr>
            </a:defPPr>
            <a:lvl1pPr>
              <a:defRPr sz="1950" b="0">
                <a:solidFill>
                  <a:srgbClr val="666666"/>
                </a:solidFill>
                <a:latin typeface="Inter"/>
                <a:ea typeface="Inter"/>
                <a:cs typeface="Inter"/>
              </a:defRPr>
            </a:lvl1pPr>
            <a:lvl2pPr>
              <a:defRPr sz="1950" b="0">
                <a:solidFill>
                  <a:srgbClr val="666666"/>
                </a:solidFill>
                <a:latin typeface="Inter"/>
                <a:ea typeface="Inter"/>
                <a:cs typeface="Inter"/>
              </a:defRPr>
            </a:lvl2pPr>
            <a:lvl3pPr>
              <a:defRPr sz="1950" b="0">
                <a:solidFill>
                  <a:srgbClr val="666666"/>
                </a:solidFill>
                <a:latin typeface="Inter"/>
                <a:ea typeface="Inter"/>
                <a:cs typeface="Inter"/>
              </a:defRPr>
            </a:lvl3pPr>
            <a:lvl4pPr>
              <a:defRPr sz="1950" b="0">
                <a:solidFill>
                  <a:srgbClr val="666666"/>
                </a:solidFill>
                <a:latin typeface="Inter"/>
                <a:ea typeface="Inter"/>
                <a:cs typeface="Inter"/>
              </a:defRPr>
            </a:lvl4pPr>
            <a:lvl5pPr>
              <a:defRPr sz="1950" b="0">
                <a:solidFill>
                  <a:srgbClr val="666666"/>
                </a:solidFill>
                <a:latin typeface="Inter"/>
                <a:ea typeface="Inter"/>
                <a:cs typeface="Inter"/>
              </a:defRPr>
            </a:lvl5pPr>
            <a:lvl6pPr>
              <a:defRPr sz="1950" b="0">
                <a:solidFill>
                  <a:srgbClr val="666666"/>
                </a:solidFill>
                <a:latin typeface="Inter"/>
                <a:ea typeface="Inter"/>
                <a:cs typeface="Inter"/>
              </a:defRPr>
            </a:lvl6pPr>
            <a:lvl7pPr>
              <a:defRPr sz="1950" b="0">
                <a:solidFill>
                  <a:srgbClr val="666666"/>
                </a:solidFill>
                <a:latin typeface="Inter"/>
                <a:ea typeface="Inter"/>
                <a:cs typeface="Inter"/>
              </a:defRPr>
            </a:lvl7pPr>
            <a:lvl8pPr>
              <a:defRPr sz="1950" b="0">
                <a:solidFill>
                  <a:srgbClr val="666666"/>
                </a:solidFill>
                <a:latin typeface="Inter"/>
                <a:ea typeface="Inter"/>
                <a:cs typeface="Inter"/>
              </a:defRPr>
            </a:lvl8pPr>
            <a:lvl9pPr>
              <a:defRPr sz="1950" b="0">
                <a:solidFill>
                  <a:srgbClr val="666666"/>
                </a:solidFill>
                <a:latin typeface="Inter"/>
                <a:ea typeface="Inter"/>
                <a:cs typeface="Inter"/>
              </a:defRPr>
            </a:lvl9pPr>
          </a:lstStyle>
          <a:p xmlns:a="http://schemas.openxmlformats.org/drawingml/2006/main">
            <a:pPr>
              <a:defRPr sz="1950" b="0">
                <a:solidFill>
                  <a:srgbClr val="666666"/>
                </a:solidFill>
                <a:latin typeface="Inter"/>
                <a:ea typeface="Inter"/>
                <a:cs typeface="Inter"/>
              </a:defRPr>
            </a:pPr>
            <a:r>
              <a:rPr sz="1950" b="0">
                <a:solidFill>
                  <a:srgbClr val="666666"/>
                </a:solidFill>
                <a:latin typeface="Inter"/>
                <a:ea typeface="Inter"/>
                <a:cs typeface="Inter"/>
                <a:hlinkClick xmlns:r="http://schemas.openxmlformats.org/officeDocument/2006/relationships" r:id="R70900475e87f4849"/>
              </a:rPr>
              <a:t>Reference panel, scoring and limitations</a:t>
            </a:r>
          </a:p>
        </p:txBody>
      </p:sp>
      <p:sp>
        <p:nvSpPr>
          <p:cNvPr id="8" name="block-85">
            <a:extLst xmlns:a="http://schemas.openxmlformats.org/drawingml/2006/main">
              <a:ext uri="{FF2B5EF4-FFF2-40B4-BE49-F238E27FC236}">
                <a16:creationId xmlns:a16="http://schemas.microsoft.com/office/drawing/2014/main" id="{A18BE4A0-0D8F-474A-B16C-880056B67D8F}"/>
              </a:ext>
            </a:extLst>
          </p:cNvPr>
          <p:cNvSpPr>
            <a:spLocks xmlns:a="http://schemas.openxmlformats.org/drawingml/2006/main" noGrp="1"/>
          </p:cNvSpPr>
          <p:nvPr/>
        </p:nvSpPr>
        <p:spPr>
          <a:xfrm xmlns:a="http://schemas.openxmlformats.org/drawingml/2006/main">
            <a:off x="571500" y="4048125"/>
            <a:ext cx="11049000" cy="9525"/>
          </a:xfrm>
          <a:prstGeom xmlns:a="http://schemas.openxmlformats.org/drawingml/2006/main" prst="rect">
            <a:avLst/>
          </a:prstGeom>
          <a:solidFill xmlns:a="http://schemas.openxmlformats.org/drawingml/2006/main">
            <a:srgbClr val="D9DFD7"/>
          </a:solidFill>
          <a:ln xmlns:a="http://schemas.openxmlformats.org/drawingml/2006/main" w="0">
            <a:noFill/>
          </a:ln>
        </p:spPr>
      </p:sp>
      <p:sp>
        <p:nvSpPr>
          <p:cNvPr id="9" name="copy-86">
            <a:extLst xmlns:a="http://schemas.openxmlformats.org/drawingml/2006/main">
              <a:ext uri="{FF2B5EF4-FFF2-40B4-BE49-F238E27FC236}">
                <a16:creationId xmlns:a16="http://schemas.microsoft.com/office/drawing/2014/main" id="{BE173F9D-38A5-43AE-BCD2-4AD708551535}"/>
              </a:ext>
            </a:extLst>
          </p:cNvPr>
          <p:cNvSpPr>
            <a:spLocks xmlns:a="http://schemas.openxmlformats.org/drawingml/2006/main" noGrp="1"/>
          </p:cNvSpPr>
          <p:nvPr/>
        </p:nvSpPr>
        <p:spPr>
          <a:xfrm xmlns:a="http://schemas.openxmlformats.org/drawingml/2006/main">
            <a:off x="571500" y="427672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1111"/>
                </a:solidFill>
                <a:latin typeface="Inter"/>
                <a:ea typeface="Inter"/>
                <a:cs typeface="Inter"/>
              </a:defRPr>
            </a:defPPr>
            <a:lvl1pPr>
              <a:defRPr sz="2250" b="1">
                <a:solidFill>
                  <a:srgbClr val="111111"/>
                </a:solidFill>
                <a:latin typeface="Inter"/>
                <a:ea typeface="Inter"/>
                <a:cs typeface="Inter"/>
              </a:defRPr>
            </a:lvl1pPr>
            <a:lvl2pPr>
              <a:defRPr sz="2250" b="1">
                <a:solidFill>
                  <a:srgbClr val="111111"/>
                </a:solidFill>
                <a:latin typeface="Inter"/>
                <a:ea typeface="Inter"/>
                <a:cs typeface="Inter"/>
              </a:defRPr>
            </a:lvl2pPr>
            <a:lvl3pPr>
              <a:defRPr sz="2250" b="1">
                <a:solidFill>
                  <a:srgbClr val="111111"/>
                </a:solidFill>
                <a:latin typeface="Inter"/>
                <a:ea typeface="Inter"/>
                <a:cs typeface="Inter"/>
              </a:defRPr>
            </a:lvl3pPr>
            <a:lvl4pPr>
              <a:defRPr sz="2250" b="1">
                <a:solidFill>
                  <a:srgbClr val="111111"/>
                </a:solidFill>
                <a:latin typeface="Inter"/>
                <a:ea typeface="Inter"/>
                <a:cs typeface="Inter"/>
              </a:defRPr>
            </a:lvl4pPr>
            <a:lvl5pPr>
              <a:defRPr sz="2250" b="1">
                <a:solidFill>
                  <a:srgbClr val="111111"/>
                </a:solidFill>
                <a:latin typeface="Inter"/>
                <a:ea typeface="Inter"/>
                <a:cs typeface="Inter"/>
              </a:defRPr>
            </a:lvl5pPr>
            <a:lvl6pPr>
              <a:defRPr sz="2250" b="1">
                <a:solidFill>
                  <a:srgbClr val="111111"/>
                </a:solidFill>
                <a:latin typeface="Inter"/>
                <a:ea typeface="Inter"/>
                <a:cs typeface="Inter"/>
              </a:defRPr>
            </a:lvl6pPr>
            <a:lvl7pPr>
              <a:defRPr sz="2250" b="1">
                <a:solidFill>
                  <a:srgbClr val="111111"/>
                </a:solidFill>
                <a:latin typeface="Inter"/>
                <a:ea typeface="Inter"/>
                <a:cs typeface="Inter"/>
              </a:defRPr>
            </a:lvl7pPr>
            <a:lvl8pPr>
              <a:defRPr sz="2250" b="1">
                <a:solidFill>
                  <a:srgbClr val="111111"/>
                </a:solidFill>
                <a:latin typeface="Inter"/>
                <a:ea typeface="Inter"/>
                <a:cs typeface="Inter"/>
              </a:defRPr>
            </a:lvl8pPr>
            <a:lvl9pPr>
              <a:defRPr sz="2250" b="1">
                <a:solidFill>
                  <a:srgbClr val="111111"/>
                </a:solidFill>
                <a:latin typeface="Inter"/>
                <a:ea typeface="Inter"/>
                <a:cs typeface="Inter"/>
              </a:defRPr>
            </a:lvl9pPr>
          </a:lstStyle>
          <a:p xmlns:a="http://schemas.openxmlformats.org/drawingml/2006/main">
            <a:pPr>
              <a:defRPr sz="2250" b="1">
                <a:solidFill>
                  <a:srgbClr val="111111"/>
                </a:solidFill>
                <a:latin typeface="Inter"/>
                <a:ea typeface="Inter"/>
                <a:cs typeface="Inter"/>
              </a:defRPr>
            </a:pPr>
            <a:r>
              <a:rPr sz="2250" b="1">
                <a:solidFill>
                  <a:srgbClr val="111111"/>
                </a:solidFill>
                <a:latin typeface="Inter"/>
                <a:ea typeface="Inter"/>
                <a:cs typeface="Inter"/>
              </a:rPr>
              <a:t>Sponsor integrations</a:t>
            </a:r>
          </a:p>
        </p:txBody>
      </p:sp>
      <p:sp>
        <p:nvSpPr>
          <p:cNvPr id="10" name="copy-87">
            <a:extLst xmlns:a="http://schemas.openxmlformats.org/drawingml/2006/main">
              <a:ext uri="{FF2B5EF4-FFF2-40B4-BE49-F238E27FC236}">
                <a16:creationId xmlns:a16="http://schemas.microsoft.com/office/drawing/2014/main" id="{F888BFAD-6242-4C56-BB06-818087B948CF}"/>
              </a:ext>
            </a:extLst>
          </p:cNvPr>
          <p:cNvSpPr>
            <a:spLocks xmlns:a="http://schemas.openxmlformats.org/drawingml/2006/main" noGrp="1"/>
          </p:cNvSpPr>
          <p:nvPr/>
        </p:nvSpPr>
        <p:spPr>
          <a:xfrm xmlns:a="http://schemas.openxmlformats.org/drawingml/2006/main">
            <a:off x="4238625" y="4305300"/>
            <a:ext cx="7343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666666"/>
                </a:solidFill>
                <a:latin typeface="Inter"/>
                <a:ea typeface="Inter"/>
                <a:cs typeface="Inter"/>
              </a:defRPr>
            </a:defPPr>
            <a:lvl1pPr>
              <a:defRPr sz="1950" b="0">
                <a:solidFill>
                  <a:srgbClr val="666666"/>
                </a:solidFill>
                <a:latin typeface="Inter"/>
                <a:ea typeface="Inter"/>
                <a:cs typeface="Inter"/>
              </a:defRPr>
            </a:lvl1pPr>
            <a:lvl2pPr>
              <a:defRPr sz="1950" b="0">
                <a:solidFill>
                  <a:srgbClr val="666666"/>
                </a:solidFill>
                <a:latin typeface="Inter"/>
                <a:ea typeface="Inter"/>
                <a:cs typeface="Inter"/>
              </a:defRPr>
            </a:lvl2pPr>
            <a:lvl3pPr>
              <a:defRPr sz="1950" b="0">
                <a:solidFill>
                  <a:srgbClr val="666666"/>
                </a:solidFill>
                <a:latin typeface="Inter"/>
                <a:ea typeface="Inter"/>
                <a:cs typeface="Inter"/>
              </a:defRPr>
            </a:lvl3pPr>
            <a:lvl4pPr>
              <a:defRPr sz="1950" b="0">
                <a:solidFill>
                  <a:srgbClr val="666666"/>
                </a:solidFill>
                <a:latin typeface="Inter"/>
                <a:ea typeface="Inter"/>
                <a:cs typeface="Inter"/>
              </a:defRPr>
            </a:lvl4pPr>
            <a:lvl5pPr>
              <a:defRPr sz="1950" b="0">
                <a:solidFill>
                  <a:srgbClr val="666666"/>
                </a:solidFill>
                <a:latin typeface="Inter"/>
                <a:ea typeface="Inter"/>
                <a:cs typeface="Inter"/>
              </a:defRPr>
            </a:lvl5pPr>
            <a:lvl6pPr>
              <a:defRPr sz="1950" b="0">
                <a:solidFill>
                  <a:srgbClr val="666666"/>
                </a:solidFill>
                <a:latin typeface="Inter"/>
                <a:ea typeface="Inter"/>
                <a:cs typeface="Inter"/>
              </a:defRPr>
            </a:lvl6pPr>
            <a:lvl7pPr>
              <a:defRPr sz="1950" b="0">
                <a:solidFill>
                  <a:srgbClr val="666666"/>
                </a:solidFill>
                <a:latin typeface="Inter"/>
                <a:ea typeface="Inter"/>
                <a:cs typeface="Inter"/>
              </a:defRPr>
            </a:lvl7pPr>
            <a:lvl8pPr>
              <a:defRPr sz="1950" b="0">
                <a:solidFill>
                  <a:srgbClr val="666666"/>
                </a:solidFill>
                <a:latin typeface="Inter"/>
                <a:ea typeface="Inter"/>
                <a:cs typeface="Inter"/>
              </a:defRPr>
            </a:lvl8pPr>
            <a:lvl9pPr>
              <a:defRPr sz="1950" b="0">
                <a:solidFill>
                  <a:srgbClr val="666666"/>
                </a:solidFill>
                <a:latin typeface="Inter"/>
                <a:ea typeface="Inter"/>
                <a:cs typeface="Inter"/>
              </a:defRPr>
            </a:lvl9pPr>
          </a:lstStyle>
          <a:p xmlns:a="http://schemas.openxmlformats.org/drawingml/2006/main">
            <a:pPr>
              <a:defRPr sz="1950" b="0">
                <a:solidFill>
                  <a:srgbClr val="666666"/>
                </a:solidFill>
                <a:latin typeface="Inter"/>
                <a:ea typeface="Inter"/>
                <a:cs typeface="Inter"/>
              </a:defRPr>
            </a:pPr>
            <a:r>
              <a:rPr sz="1950" b="0">
                <a:solidFill>
                  <a:srgbClr val="666666"/>
                </a:solidFill>
                <a:latin typeface="Inter"/>
                <a:ea typeface="Inter"/>
                <a:cs typeface="Inter"/>
                <a:hlinkClick xmlns:r="http://schemas.openxmlformats.org/officeDocument/2006/relationships" r:id="R929c520e8b964ca3"/>
              </a:rPr>
              <a:t>Zetaris + official Meterless H-MEM Engine</a:t>
            </a:r>
          </a:p>
        </p:txBody>
      </p:sp>
      <p:sp>
        <p:nvSpPr>
          <p:cNvPr id="11" name="block-88">
            <a:extLst xmlns:a="http://schemas.openxmlformats.org/drawingml/2006/main">
              <a:ext uri="{FF2B5EF4-FFF2-40B4-BE49-F238E27FC236}">
                <a16:creationId xmlns:a16="http://schemas.microsoft.com/office/drawing/2014/main" id="{8ECE25DF-F362-4FBD-8AF3-04E0BD7C52EF}"/>
              </a:ext>
            </a:extLst>
          </p:cNvPr>
          <p:cNvSpPr>
            <a:spLocks xmlns:a="http://schemas.openxmlformats.org/drawingml/2006/main" noGrp="1"/>
          </p:cNvSpPr>
          <p:nvPr/>
        </p:nvSpPr>
        <p:spPr>
          <a:xfrm xmlns:a="http://schemas.openxmlformats.org/drawingml/2006/main">
            <a:off x="571500" y="5105400"/>
            <a:ext cx="11049000" cy="9525"/>
          </a:xfrm>
          <a:prstGeom xmlns:a="http://schemas.openxmlformats.org/drawingml/2006/main" prst="rect">
            <a:avLst/>
          </a:prstGeom>
          <a:solidFill xmlns:a="http://schemas.openxmlformats.org/drawingml/2006/main">
            <a:srgbClr val="D9DFD7"/>
          </a:solidFill>
          <a:ln xmlns:a="http://schemas.openxmlformats.org/drawingml/2006/main" w="0">
            <a:noFill/>
          </a:ln>
        </p:spPr>
      </p:sp>
      <p:sp>
        <p:nvSpPr>
          <p:cNvPr id="12" name="copy-89">
            <a:extLst xmlns:a="http://schemas.openxmlformats.org/drawingml/2006/main">
              <a:ext uri="{FF2B5EF4-FFF2-40B4-BE49-F238E27FC236}">
                <a16:creationId xmlns:a16="http://schemas.microsoft.com/office/drawing/2014/main" id="{A953A56E-64BD-4C9D-8D2A-D5ADA39833E1}"/>
              </a:ext>
            </a:extLst>
          </p:cNvPr>
          <p:cNvSpPr>
            <a:spLocks xmlns:a="http://schemas.openxmlformats.org/drawingml/2006/main" noGrp="1"/>
          </p:cNvSpPr>
          <p:nvPr/>
        </p:nvSpPr>
        <p:spPr>
          <a:xfrm xmlns:a="http://schemas.openxmlformats.org/drawingml/2006/main">
            <a:off x="571500" y="53340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1111"/>
                </a:solidFill>
                <a:latin typeface="Inter"/>
                <a:ea typeface="Inter"/>
                <a:cs typeface="Inter"/>
              </a:defRPr>
            </a:defPPr>
            <a:lvl1pPr>
              <a:defRPr sz="2250" b="1">
                <a:solidFill>
                  <a:srgbClr val="111111"/>
                </a:solidFill>
                <a:latin typeface="Inter"/>
                <a:ea typeface="Inter"/>
                <a:cs typeface="Inter"/>
              </a:defRPr>
            </a:lvl1pPr>
            <a:lvl2pPr>
              <a:defRPr sz="2250" b="1">
                <a:solidFill>
                  <a:srgbClr val="111111"/>
                </a:solidFill>
                <a:latin typeface="Inter"/>
                <a:ea typeface="Inter"/>
                <a:cs typeface="Inter"/>
              </a:defRPr>
            </a:lvl2pPr>
            <a:lvl3pPr>
              <a:defRPr sz="2250" b="1">
                <a:solidFill>
                  <a:srgbClr val="111111"/>
                </a:solidFill>
                <a:latin typeface="Inter"/>
                <a:ea typeface="Inter"/>
                <a:cs typeface="Inter"/>
              </a:defRPr>
            </a:lvl3pPr>
            <a:lvl4pPr>
              <a:defRPr sz="2250" b="1">
                <a:solidFill>
                  <a:srgbClr val="111111"/>
                </a:solidFill>
                <a:latin typeface="Inter"/>
                <a:ea typeface="Inter"/>
                <a:cs typeface="Inter"/>
              </a:defRPr>
            </a:lvl4pPr>
            <a:lvl5pPr>
              <a:defRPr sz="2250" b="1">
                <a:solidFill>
                  <a:srgbClr val="111111"/>
                </a:solidFill>
                <a:latin typeface="Inter"/>
                <a:ea typeface="Inter"/>
                <a:cs typeface="Inter"/>
              </a:defRPr>
            </a:lvl5pPr>
            <a:lvl6pPr>
              <a:defRPr sz="2250" b="1">
                <a:solidFill>
                  <a:srgbClr val="111111"/>
                </a:solidFill>
                <a:latin typeface="Inter"/>
                <a:ea typeface="Inter"/>
                <a:cs typeface="Inter"/>
              </a:defRPr>
            </a:lvl6pPr>
            <a:lvl7pPr>
              <a:defRPr sz="2250" b="1">
                <a:solidFill>
                  <a:srgbClr val="111111"/>
                </a:solidFill>
                <a:latin typeface="Inter"/>
                <a:ea typeface="Inter"/>
                <a:cs typeface="Inter"/>
              </a:defRPr>
            </a:lvl7pPr>
            <a:lvl8pPr>
              <a:defRPr sz="2250" b="1">
                <a:solidFill>
                  <a:srgbClr val="111111"/>
                </a:solidFill>
                <a:latin typeface="Inter"/>
                <a:ea typeface="Inter"/>
                <a:cs typeface="Inter"/>
              </a:defRPr>
            </a:lvl8pPr>
            <a:lvl9pPr>
              <a:defRPr sz="2250" b="1">
                <a:solidFill>
                  <a:srgbClr val="111111"/>
                </a:solidFill>
                <a:latin typeface="Inter"/>
                <a:ea typeface="Inter"/>
                <a:cs typeface="Inter"/>
              </a:defRPr>
            </a:lvl9pPr>
          </a:lstStyle>
          <a:p xmlns:a="http://schemas.openxmlformats.org/drawingml/2006/main">
            <a:pPr>
              <a:defRPr sz="2250" b="1">
                <a:solidFill>
                  <a:srgbClr val="111111"/>
                </a:solidFill>
                <a:latin typeface="Inter"/>
                <a:ea typeface="Inter"/>
                <a:cs typeface="Inter"/>
              </a:defRPr>
            </a:pPr>
            <a:r>
              <a:rPr sz="2250" b="1">
                <a:solidFill>
                  <a:srgbClr val="111111"/>
                </a:solidFill>
                <a:latin typeface="Inter"/>
                <a:ea typeface="Inter"/>
                <a:cs typeface="Inter"/>
              </a:rPr>
              <a:t>Code &amp; demo</a:t>
            </a:r>
          </a:p>
        </p:txBody>
      </p:sp>
      <p:sp>
        <p:nvSpPr>
          <p:cNvPr id="13" name="copy-90">
            <a:extLst xmlns:a="http://schemas.openxmlformats.org/drawingml/2006/main">
              <a:ext uri="{FF2B5EF4-FFF2-40B4-BE49-F238E27FC236}">
                <a16:creationId xmlns:a16="http://schemas.microsoft.com/office/drawing/2014/main" id="{981D3222-0D30-4600-AA84-1FE73478CCDE}"/>
              </a:ext>
            </a:extLst>
          </p:cNvPr>
          <p:cNvSpPr>
            <a:spLocks xmlns:a="http://schemas.openxmlformats.org/drawingml/2006/main" noGrp="1"/>
          </p:cNvSpPr>
          <p:nvPr/>
        </p:nvSpPr>
        <p:spPr>
          <a:xfrm xmlns:a="http://schemas.openxmlformats.org/drawingml/2006/main">
            <a:off x="4238625" y="5362575"/>
            <a:ext cx="7343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666666"/>
                </a:solidFill>
                <a:latin typeface="Inter"/>
                <a:ea typeface="Inter"/>
                <a:cs typeface="Inter"/>
              </a:defRPr>
            </a:defPPr>
            <a:lvl1pPr>
              <a:defRPr sz="1950" b="0">
                <a:solidFill>
                  <a:srgbClr val="666666"/>
                </a:solidFill>
                <a:latin typeface="Inter"/>
                <a:ea typeface="Inter"/>
                <a:cs typeface="Inter"/>
              </a:defRPr>
            </a:lvl1pPr>
            <a:lvl2pPr>
              <a:defRPr sz="1950" b="0">
                <a:solidFill>
                  <a:srgbClr val="666666"/>
                </a:solidFill>
                <a:latin typeface="Inter"/>
                <a:ea typeface="Inter"/>
                <a:cs typeface="Inter"/>
              </a:defRPr>
            </a:lvl2pPr>
            <a:lvl3pPr>
              <a:defRPr sz="1950" b="0">
                <a:solidFill>
                  <a:srgbClr val="666666"/>
                </a:solidFill>
                <a:latin typeface="Inter"/>
                <a:ea typeface="Inter"/>
                <a:cs typeface="Inter"/>
              </a:defRPr>
            </a:lvl3pPr>
            <a:lvl4pPr>
              <a:defRPr sz="1950" b="0">
                <a:solidFill>
                  <a:srgbClr val="666666"/>
                </a:solidFill>
                <a:latin typeface="Inter"/>
                <a:ea typeface="Inter"/>
                <a:cs typeface="Inter"/>
              </a:defRPr>
            </a:lvl4pPr>
            <a:lvl5pPr>
              <a:defRPr sz="1950" b="0">
                <a:solidFill>
                  <a:srgbClr val="666666"/>
                </a:solidFill>
                <a:latin typeface="Inter"/>
                <a:ea typeface="Inter"/>
                <a:cs typeface="Inter"/>
              </a:defRPr>
            </a:lvl5pPr>
            <a:lvl6pPr>
              <a:defRPr sz="1950" b="0">
                <a:solidFill>
                  <a:srgbClr val="666666"/>
                </a:solidFill>
                <a:latin typeface="Inter"/>
                <a:ea typeface="Inter"/>
                <a:cs typeface="Inter"/>
              </a:defRPr>
            </a:lvl6pPr>
            <a:lvl7pPr>
              <a:defRPr sz="1950" b="0">
                <a:solidFill>
                  <a:srgbClr val="666666"/>
                </a:solidFill>
                <a:latin typeface="Inter"/>
                <a:ea typeface="Inter"/>
                <a:cs typeface="Inter"/>
              </a:defRPr>
            </a:lvl7pPr>
            <a:lvl8pPr>
              <a:defRPr sz="1950" b="0">
                <a:solidFill>
                  <a:srgbClr val="666666"/>
                </a:solidFill>
                <a:latin typeface="Inter"/>
                <a:ea typeface="Inter"/>
                <a:cs typeface="Inter"/>
              </a:defRPr>
            </a:lvl8pPr>
            <a:lvl9pPr>
              <a:defRPr sz="1950" b="0">
                <a:solidFill>
                  <a:srgbClr val="666666"/>
                </a:solidFill>
                <a:latin typeface="Inter"/>
                <a:ea typeface="Inter"/>
                <a:cs typeface="Inter"/>
              </a:defRPr>
            </a:lvl9pPr>
          </a:lstStyle>
          <a:p xmlns:a="http://schemas.openxmlformats.org/drawingml/2006/main">
            <a:pPr>
              <a:defRPr sz="1950" b="0">
                <a:solidFill>
                  <a:srgbClr val="666666"/>
                </a:solidFill>
                <a:latin typeface="Inter"/>
                <a:ea typeface="Inter"/>
                <a:cs typeface="Inter"/>
              </a:defRPr>
            </a:pPr>
            <a:r>
              <a:rPr sz="1950" b="0">
                <a:solidFill>
                  <a:srgbClr val="666666"/>
                </a:solidFill>
                <a:latin typeface="Inter"/>
                <a:ea typeface="Inter"/>
                <a:cs typeface="Inter"/>
                <a:hlinkClick xmlns:r="http://schemas.openxmlformats.org/officeDocument/2006/relationships" r:id="R8cd83b1b9f024c46"/>
              </a:rPr>
              <a:t>Public application branch and walkthrough</a:t>
            </a:r>
          </a:p>
        </p:txBody>
      </p:sp>
    </p:spTree>
    <p:extLst>
      <p:ext uri="{BB962C8B-B14F-4D97-AF65-F5344CB8AC3E}">
        <p14:creationId xmlns:p14="http://schemas.microsoft.com/office/powerpoint/2010/main" val="910417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2026-10-25T22:19:22.2480000Z</dcterms:created>
  <dcterms:modified xsi:type="dcterms:W3CDTF">2026-10-25T22:19:22.2500000Z</dcterms:modified>
</coreProperties>
</file>