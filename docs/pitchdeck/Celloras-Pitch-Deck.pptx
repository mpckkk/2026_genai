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685ed837546429c" /><Relationship Type="http://schemas.openxmlformats.org/officeDocument/2006/relationships/extended-properties" Target="/docProps/app.xml" Id="R51a9bc73e86e4439" /><Relationship Type="http://schemas.openxmlformats.org/officeDocument/2006/relationships/officeDocument" Target="/ppt/presentation.xml" Id="R5fa521b400ae4b1b" /></Relationships>
</file>

<file path=ppt/presentation.xml><?xml version="1.0" encoding="utf-8"?>
<p:presentation xmlns:p="http://schemas.openxmlformats.org/presentationml/2006/main">
  <p:sldMasterIdLst>
    <p:sldMasterId xmlns:r="http://schemas.openxmlformats.org/officeDocument/2006/relationships" id="2147483648" r:id="Rf01c0c7f6c8e465b"/>
  </p:sldMasterIdLst>
  <p:notesMasterIdLst>
    <p:notesMasterId xmlns:r="http://schemas.openxmlformats.org/officeDocument/2006/relationships" r:id="Re7dd0c5dfb6f4cf9"/>
  </p:notesMasterIdLst>
  <p:sldIdLst>
    <p:sldId xmlns:r="http://schemas.openxmlformats.org/officeDocument/2006/relationships" id="256" r:id="R27762b7e274644a4"/>
    <p:sldId xmlns:r="http://schemas.openxmlformats.org/officeDocument/2006/relationships" id="257" r:id="R030c148ef8224740"/>
    <p:sldId xmlns:r="http://schemas.openxmlformats.org/officeDocument/2006/relationships" id="258" r:id="R3c591484595b41f9"/>
    <p:sldId xmlns:r="http://schemas.openxmlformats.org/officeDocument/2006/relationships" id="259" r:id="R85fc30fc9b8e428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13c42b22eac4cca" /><Relationship Type="http://schemas.openxmlformats.org/officeDocument/2006/relationships/slideMaster" Target="/ppt/slideMasters/slideMaster1.xml" Id="Rf01c0c7f6c8e465b" /><Relationship Type="http://schemas.openxmlformats.org/officeDocument/2006/relationships/notesMaster" Target="/ppt/notesMasters/notesMaster1.xml" Id="Re7dd0c5dfb6f4cf9" /><Relationship Type="http://schemas.openxmlformats.org/officeDocument/2006/relationships/presProps" Target="/ppt/presProps.xml" Id="R4dc10dfb6c67440a" /><Relationship Type="http://schemas.openxmlformats.org/officeDocument/2006/relationships/tableStyles" Target="/ppt/tableStyles.xml" Id="Re0e2c2e2ffd947e9" /><Relationship Type="http://schemas.openxmlformats.org/officeDocument/2006/relationships/slide" Target="/ppt/slides/slide1.xml" Id="R27762b7e274644a4" /><Relationship Type="http://schemas.openxmlformats.org/officeDocument/2006/relationships/slide" Target="/ppt/slides/slide2.xml" Id="R030c148ef8224740" /><Relationship Type="http://schemas.openxmlformats.org/officeDocument/2006/relationships/slide" Target="/ppt/slides/slide3.xml" Id="R3c591484595b41f9" /><Relationship Type="http://schemas.openxmlformats.org/officeDocument/2006/relationships/slide" Target="/ppt/slides/slide4.xml" Id="R85fc30fc9b8e428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57de867c9ec4fe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6db59db7af845d4" /><Relationship Type="http://schemas.openxmlformats.org/officeDocument/2006/relationships/notesMaster" Target="/ppt/notesMasters/notesMaster1.xml" Id="R3738c27086c9496e" /></Relationships>
</file>

<file path=ppt/notesSlides/_rels/notesSlide2.xml.rels>&#65279;<?xml version="1.0" encoding="utf-8"?><Relationships xmlns="http://schemas.openxmlformats.org/package/2006/relationships"><Relationship Type="http://schemas.openxmlformats.org/officeDocument/2006/relationships/slide" Target="/ppt/slides/slide2.xml" Id="R41455f8cd2604f74" /><Relationship Type="http://schemas.openxmlformats.org/officeDocument/2006/relationships/notesMaster" Target="/ppt/notesMasters/notesMaster1.xml" Id="R864a5eb6bd0e4f9b" /></Relationships>
</file>

<file path=ppt/notesSlides/_rels/notesSlide3.xml.rels>&#65279;<?xml version="1.0" encoding="utf-8"?><Relationships xmlns="http://schemas.openxmlformats.org/package/2006/relationships"><Relationship Type="http://schemas.openxmlformats.org/officeDocument/2006/relationships/slide" Target="/ppt/slides/slide3.xml" Id="R5488178c3c3e4c7c" /><Relationship Type="http://schemas.openxmlformats.org/officeDocument/2006/relationships/notesMaster" Target="/ppt/notesMasters/notesMaster1.xml" Id="Rb49efbbb9e0443b3" /></Relationships>
</file>

<file path=ppt/notesSlides/_rels/notesSlide4.xml.rels>&#65279;<?xml version="1.0" encoding="utf-8"?><Relationships xmlns="http://schemas.openxmlformats.org/package/2006/relationships"><Relationship Type="http://schemas.openxmlformats.org/officeDocument/2006/relationships/slide" Target="/ppt/slides/slide4.xml" Id="R5a2a6b6e5f05489b" /><Relationship Type="http://schemas.openxmlformats.org/officeDocument/2006/relationships/notesMaster" Target="/ppt/notesMasters/notesMaster1.xml" Id="R477e266265304bc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Celloras is an agent for plant single-cell research, starting with soybean. Ask it to annotate the groups and it runs the tools, returns a visual map and lets you inspect the evidence behind each candidate. The figure is the actual 7,496-nucleus demo. The researcher keeps the final judgment; independent biological validation remains next work.</a:t>
            </a:r>
          </a:p>
          <a:p xmlns:a="http://schemas.openxmlformats.org/drawingml/2006/main">
            <a:r>
              <a:t/>
            </a:r>
          </a:p>
          <a:p xmlns:a="http://schemas.openxmlformats.org/drawingml/2006/main">
            <a:r>
              <a:t>Sources:</a:t>
            </a:r>
          </a:p>
          <a:p xmlns:a="http://schemas.openxmlformats.org/drawingml/2006/main">
            <a:r>
              <a:t>https://github.com/mpckkk/2026_GenAI/blob/celloras.com/docs/demo.md</a:t>
            </a:r>
          </a:p>
          <a:p xmlns:a="http://schemas.openxmlformats.org/drawingml/2006/main">
            <a:r>
              <a:t>https://pmc.ncbi.nlm.nih.gov/articles/PMC12136577/</a:t>
            </a:r>
          </a:p>
          <a:p xmlns:a="http://schemas.openxmlformats.org/drawingml/2006/main">
            <a:r>
              <a:t>https://github.com/mpckkk/2026_GenAI/blob/celloras.com/docs/annotation-method.md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Without Celloras, the researcher coordinates analysis scripts, reference lookup and their research notes. With Celloras, they ask the agent to run the analysis, inspect the returned evidence and revisit a saved decision in the same conversation. This compares workflow responsibilities, not the capabilities of every competing tool. No measured time-saving or accuracy improvement is claimed.</a:t>
            </a:r>
          </a:p>
          <a:p xmlns:a="http://schemas.openxmlformats.org/drawingml/2006/main">
            <a:r>
              <a:t/>
            </a:r>
          </a:p>
          <a:p xmlns:a="http://schemas.openxmlformats.org/drawingml/2006/main">
            <a:r>
              <a:t>Sources:</a:t>
            </a:r>
          </a:p>
          <a:p xmlns:a="http://schemas.openxmlformats.org/drawingml/2006/main">
            <a:r>
              <a:t>https://github.com/mpckkk/2026_GenAI/blob/celloras.com/docs/demo.md</a:t>
            </a:r>
          </a:p>
          <a:p xmlns:a="http://schemas.openxmlformats.org/drawingml/2006/main">
            <a:r>
              <a:t>https://github.com/mpckkk/2026_GenAI/blob/celloras.com/docs/annotation-method.md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server-side OpenShell/Codex agent chooses scientific tools in response to the request. Zetaris supplies a checked, versioned marker reference. Numerical tools measure expression; the language model explains their outputs. The official Meterless H-MEM Engine recalls explicit project-owned reviews and their sources when relevant. Next.js and Keycloak provide the interface, with owned state in PostgreSQL. The agent suggests; the researcher reviews.</a:t>
            </a:r>
          </a:p>
          <a:p xmlns:a="http://schemas.openxmlformats.org/drawingml/2006/main">
            <a:r>
              <a:t/>
            </a:r>
          </a:p>
          <a:p xmlns:a="http://schemas.openxmlformats.org/drawingml/2006/main">
            <a:r>
              <a:t>Sources:</a:t>
            </a:r>
          </a:p>
          <a:p xmlns:a="http://schemas.openxmlformats.org/drawingml/2006/main">
            <a:r>
              <a:t>https://github.com/mpckkk/2026_GenAI/blob/celloras.com/docs/sponsor-explanation.md</a:t>
            </a:r>
          </a:p>
          <a:p xmlns:a="http://schemas.openxmlformats.org/drawingml/2006/main">
            <a:r>
              <a:t>https://github.com/mpckkk/2026_GenAI/blob/celloras.com/docs/annotation-method.md</a:t>
            </a:r>
          </a:p>
          <a:p xmlns:a="http://schemas.openxmlformats.org/drawingml/2006/main">
            <a:r>
              <a:t>https://github.com/mpckkk/2026_GenAI/tree/celloras.com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slide transcribes the first sentence of the actual agent response after the demonstration review was corrected and links to that reply. It recalls unresolved pending independent evidence and links to the saved review, while the computed Root hair candidate stays unchanged. The same public workflow includes annotation and Zetaris retrieval. The numerical implementation passed 2,952 independent base-R comparisons; this is not an independent biological accuracy benchmark. Try the soybean demo at celloras.com.</a:t>
            </a:r>
          </a:p>
          <a:p xmlns:a="http://schemas.openxmlformats.org/drawingml/2006/main">
            <a:r>
              <a:t/>
            </a:r>
          </a:p>
          <a:p xmlns:a="http://schemas.openxmlformats.org/drawingml/2006/main">
            <a:r>
              <a:t>Sources:</a:t>
            </a:r>
          </a:p>
          <a:p xmlns:a="http://schemas.openxmlformats.org/drawingml/2006/main">
            <a:r>
              <a:t>https://github.com/mpckkk/2026_GenAI/blob/celloras.com/docs/demo.md</a:t>
            </a:r>
          </a:p>
          <a:p xmlns:a="http://schemas.openxmlformats.org/drawingml/2006/main">
            <a:r>
              <a:t>https://github.com/mpckkk/2026_GenAI/blob/celloras.com/docs/verification.md</a:t>
            </a:r>
          </a:p>
          <a:p xmlns:a="http://schemas.openxmlformats.org/drawingml/2006/main">
            <a:r>
              <a:t>https://github.com/mpckkk/2026_GenAI/blob/celloras.com/docs/sponsor-explanation.md</a:t>
            </a:r>
          </a:p>
          <a:p xmlns:a="http://schemas.openxmlformats.org/drawingml/2006/main">
            <a:r>
              <a:t>https://github.com/mpckkk/2026_GenAI/tree/celloras.com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46d5c8c7dd3498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59e0d767dc04a9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1a99a23cae1435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ada9d5573b1410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50c45f99fad4da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73c784b52df4b0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DAE4D72-EF44-4731-B97B-3FC34AB9513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DB53ED1-99B0-41F3-93D4-A9389883B97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B9E905B-F24D-4715-A84D-FB0F708E4DA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81B89D6-CF33-47DD-813D-30CBC67D27A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C4DBCA8-C899-4D82-AAC0-6736A200687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8FDB0F8-7F2A-41A7-9DB0-3FFED603FB1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351A9A7-6F74-45E3-9D52-48F4D1EB85D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CAFF073-3A46-495F-AC35-BF8E73CA9FB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477923A-FA80-4433-9E28-7B7EA773F02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E95067B-90C7-4B54-AC19-FA7E89BC5AA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797914f33d54252" /><Relationship Type="http://schemas.openxmlformats.org/officeDocument/2006/relationships/slideLayout" Target="/ppt/slideLayouts/slideLayout1.xml" Id="R0812fa30cc854044" /><Relationship Type="http://schemas.openxmlformats.org/officeDocument/2006/relationships/slideLayout" Target="/ppt/slideLayouts/slideLayout2.xml" Id="R746a05c2710d420a" /><Relationship Type="http://schemas.openxmlformats.org/officeDocument/2006/relationships/slideLayout" Target="/ppt/slideLayouts/slideLayout3.xml" Id="Rbce4f0254afd4cc5" /><Relationship Type="http://schemas.openxmlformats.org/officeDocument/2006/relationships/slideLayout" Target="/ppt/slideLayouts/slideLayout4.xml" Id="Rcba66cff563b48bf" /><Relationship Type="http://schemas.openxmlformats.org/officeDocument/2006/relationships/slideLayout" Target="/ppt/slideLayouts/slideLayout5.xml" Id="R80a323677048472c" /><Relationship Type="http://schemas.openxmlformats.org/officeDocument/2006/relationships/slideLayout" Target="/ppt/slideLayouts/slideLayout6.xml" Id="R6b11bad04f25489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812fa30cc854044"/>
    <p:sldLayoutId xmlns:r="http://schemas.openxmlformats.org/officeDocument/2006/relationships" id="2147483650" r:id="R746a05c2710d420a"/>
    <p:sldLayoutId xmlns:r="http://schemas.openxmlformats.org/officeDocument/2006/relationships" id="2147483651" r:id="Rbce4f0254afd4cc5"/>
    <p:sldLayoutId xmlns:r="http://schemas.openxmlformats.org/officeDocument/2006/relationships" id="2147483652" r:id="Rcba66cff563b48bf"/>
    <p:sldLayoutId xmlns:r="http://schemas.openxmlformats.org/officeDocument/2006/relationships" id="2147483653" r:id="R80a323677048472c"/>
    <p:sldLayoutId xmlns:r="http://schemas.openxmlformats.org/officeDocument/2006/relationships" id="2147483654" r:id="R6b11bad04f25489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69f992c063d4da7" /><Relationship Type="http://schemas.openxmlformats.org/officeDocument/2006/relationships/image" Target="/ppt/media/image.png" Id="R2ce9d418df2442eb" /><Relationship Type="http://schemas.openxmlformats.org/officeDocument/2006/relationships/image" Target="/ppt/media/image2.png" Id="R83f27ba48a7543cb" /><Relationship Type="http://schemas.openxmlformats.org/officeDocument/2006/relationships/notesSlide" Target="/ppt/notesSlides/notesSlide1.xml" Id="Rb55e1f1871274ff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fe12e423f8f42f9" /><Relationship Type="http://schemas.openxmlformats.org/officeDocument/2006/relationships/notesSlide" Target="/ppt/notesSlides/notesSlide2.xml" Id="R92dee516d6a74ca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b452a32e6f54ba2" /><Relationship Type="http://schemas.openxmlformats.org/officeDocument/2006/relationships/notesSlide" Target="/ppt/notesSlides/notesSlide3.xml" Id="Rca2dcdd80a71406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f5748e0e4684ddd" /><Relationship Type="http://schemas.openxmlformats.org/officeDocument/2006/relationships/hyperlink" Target="https://celloras.com/app/projects/786e3d61-c1b5-4255-aae3-0d3d58f69320#turn-caf0379c-ae9f-4631-9af3-bc77bc6be142" TargetMode="External" Id="Rfa0665f5669b49ba" /><Relationship Type="http://schemas.openxmlformats.org/officeDocument/2006/relationships/hyperlink" Target="https://github.com/mpckkk/2026_GenAI/tree/celloras.com" TargetMode="External" Id="R1756bb5969b54154" /><Relationship Type="http://schemas.openxmlformats.org/officeDocument/2006/relationships/notesSlide" Target="/ppt/notesSlides/notesSlide4.xml" Id="Rcaf5e62769b34a73"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092F30EF-C8EC-45AC-B500-C42783DF5073}"/>
              </a:ext>
            </a:extLst>
          </p:cNvPr>
          <p:cNvPicPr>
            <a:picLocks xmlns:a="http://schemas.openxmlformats.org/drawingml/2006/main" noChangeAspect="1"/>
          </p:cNvPicPr>
          <p:nvPr/>
        </p:nvPicPr>
        <p:blipFill>
          <a:blip xmlns:r="http://schemas.openxmlformats.org/officeDocument/2006/relationships" xmlns:a="http://schemas.openxmlformats.org/drawingml/2006/main" r:embed="R2ce9d418df2442eb"/>
          <a:srcRect xmlns:a="http://schemas.openxmlformats.org/drawingml/2006/main" l="10800" t="30500" r="5500" b="33000"/>
          <a:stretch xmlns:a="http://schemas.openxmlformats.org/drawingml/2006/main"/>
        </p:blipFill>
        <p:spPr>
          <a:xfrm xmlns:a="http://schemas.openxmlformats.org/drawingml/2006/main">
            <a:off x="514350" y="333375"/>
            <a:ext cx="2000250" cy="600075"/>
          </a:xfrm>
          <a:prstGeom xmlns:a="http://schemas.openxmlformats.org/drawingml/2006/main" prst="rect">
            <a:avLst/>
          </a:prstGeom>
        </p:spPr>
      </p:pic>
      <p:sp>
        <p:nvSpPr>
          <p:cNvPr id="2" name="copy-1">
            <a:extLst xmlns:a="http://schemas.openxmlformats.org/drawingml/2006/main">
              <a:ext uri="{FF2B5EF4-FFF2-40B4-BE49-F238E27FC236}">
                <a16:creationId xmlns:a16="http://schemas.microsoft.com/office/drawing/2014/main" id="{B1D3EEB9-F985-48B3-A48B-FDD55370B6AC}"/>
              </a:ext>
            </a:extLst>
          </p:cNvPr>
          <p:cNvSpPr>
            <a:spLocks xmlns:a="http://schemas.openxmlformats.org/drawingml/2006/main" noGrp="1"/>
          </p:cNvSpPr>
          <p:nvPr/>
        </p:nvSpPr>
        <p:spPr>
          <a:xfrm xmlns:a="http://schemas.openxmlformats.org/drawingml/2006/main">
            <a:off x="514350" y="1562100"/>
            <a:ext cx="581025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4050" b="1">
                <a:solidFill>
                  <a:srgbClr val="111111"/>
                </a:solidFill>
                <a:latin typeface="Inter"/>
                <a:ea typeface="Inter"/>
                <a:cs typeface="Inter"/>
              </a:defRPr>
            </a:defPPr>
            <a:lvl1pPr>
              <a:defRPr sz="4050" b="1">
                <a:solidFill>
                  <a:srgbClr val="111111"/>
                </a:solidFill>
                <a:latin typeface="Inter"/>
                <a:ea typeface="Inter"/>
                <a:cs typeface="Inter"/>
              </a:defRPr>
            </a:lvl1pPr>
            <a:lvl2pPr>
              <a:defRPr sz="4050" b="1">
                <a:solidFill>
                  <a:srgbClr val="111111"/>
                </a:solidFill>
                <a:latin typeface="Inter"/>
                <a:ea typeface="Inter"/>
                <a:cs typeface="Inter"/>
              </a:defRPr>
            </a:lvl2pPr>
            <a:lvl3pPr>
              <a:defRPr sz="4050" b="1">
                <a:solidFill>
                  <a:srgbClr val="111111"/>
                </a:solidFill>
                <a:latin typeface="Inter"/>
                <a:ea typeface="Inter"/>
                <a:cs typeface="Inter"/>
              </a:defRPr>
            </a:lvl3pPr>
            <a:lvl4pPr>
              <a:defRPr sz="4050" b="1">
                <a:solidFill>
                  <a:srgbClr val="111111"/>
                </a:solidFill>
                <a:latin typeface="Inter"/>
                <a:ea typeface="Inter"/>
                <a:cs typeface="Inter"/>
              </a:defRPr>
            </a:lvl4pPr>
            <a:lvl5pPr>
              <a:defRPr sz="4050" b="1">
                <a:solidFill>
                  <a:srgbClr val="111111"/>
                </a:solidFill>
                <a:latin typeface="Inter"/>
                <a:ea typeface="Inter"/>
                <a:cs typeface="Inter"/>
              </a:defRPr>
            </a:lvl5pPr>
            <a:lvl6pPr>
              <a:defRPr sz="4050" b="1">
                <a:solidFill>
                  <a:srgbClr val="111111"/>
                </a:solidFill>
                <a:latin typeface="Inter"/>
                <a:ea typeface="Inter"/>
                <a:cs typeface="Inter"/>
              </a:defRPr>
            </a:lvl6pPr>
            <a:lvl7pPr>
              <a:defRPr sz="4050" b="1">
                <a:solidFill>
                  <a:srgbClr val="111111"/>
                </a:solidFill>
                <a:latin typeface="Inter"/>
                <a:ea typeface="Inter"/>
                <a:cs typeface="Inter"/>
              </a:defRPr>
            </a:lvl7pPr>
            <a:lvl8pPr>
              <a:defRPr sz="4050" b="1">
                <a:solidFill>
                  <a:srgbClr val="111111"/>
                </a:solidFill>
                <a:latin typeface="Inter"/>
                <a:ea typeface="Inter"/>
                <a:cs typeface="Inter"/>
              </a:defRPr>
            </a:lvl8pPr>
            <a:lvl9pPr>
              <a:defRPr sz="4050" b="1">
                <a:solidFill>
                  <a:srgbClr val="111111"/>
                </a:solidFill>
                <a:latin typeface="Inter"/>
                <a:ea typeface="Inter"/>
                <a:cs typeface="Inter"/>
              </a:defRPr>
            </a:lvl9pPr>
          </a:lstStyle>
          <a:p xmlns:a="http://schemas.openxmlformats.org/drawingml/2006/main">
            <a:pPr>
              <a:defRPr sz="4050" b="1">
                <a:solidFill>
                  <a:srgbClr val="111111"/>
                </a:solidFill>
                <a:latin typeface="Inter"/>
                <a:ea typeface="Inter"/>
                <a:cs typeface="Inter"/>
              </a:defRPr>
            </a:pPr>
            <a:r>
              <a:rPr sz="4050" b="1">
                <a:solidFill>
                  <a:srgbClr val="111111"/>
                </a:solidFill>
                <a:latin typeface="Inter"/>
                <a:ea typeface="Inter"/>
                <a:cs typeface="Inter"/>
              </a:rPr>
              <a:t>An agent for</a:t>
            </a:r>
          </a:p>
          <a:p xmlns:a="http://schemas.openxmlformats.org/drawingml/2006/main">
            <a:pPr>
              <a:defRPr sz="4050" b="1">
                <a:solidFill>
                  <a:srgbClr val="111111"/>
                </a:solidFill>
                <a:latin typeface="Inter"/>
                <a:ea typeface="Inter"/>
                <a:cs typeface="Inter"/>
              </a:defRPr>
            </a:pPr>
            <a:r>
              <a:rPr sz="4050" b="1">
                <a:solidFill>
                  <a:srgbClr val="111111"/>
                </a:solidFill>
                <a:latin typeface="Inter"/>
                <a:ea typeface="Inter"/>
                <a:cs typeface="Inter"/>
              </a:rPr>
              <a:t>plant cell annotation.</a:t>
            </a:r>
          </a:p>
        </p:txBody>
      </p:sp>
      <p:sp>
        <p:nvSpPr>
          <p:cNvPr id="3" name="copy-2">
            <a:extLst xmlns:a="http://schemas.openxmlformats.org/drawingml/2006/main">
              <a:ext uri="{FF2B5EF4-FFF2-40B4-BE49-F238E27FC236}">
                <a16:creationId xmlns:a16="http://schemas.microsoft.com/office/drawing/2014/main" id="{2FA4018D-A03B-4F0D-AB64-EDFABBD4D57B}"/>
              </a:ext>
            </a:extLst>
          </p:cNvPr>
          <p:cNvSpPr>
            <a:spLocks xmlns:a="http://schemas.openxmlformats.org/drawingml/2006/main" noGrp="1"/>
          </p:cNvSpPr>
          <p:nvPr/>
        </p:nvSpPr>
        <p:spPr>
          <a:xfrm xmlns:a="http://schemas.openxmlformats.org/drawingml/2006/main">
            <a:off x="552450" y="34194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666666"/>
                </a:solidFill>
                <a:latin typeface="Inter"/>
                <a:ea typeface="Inter"/>
                <a:cs typeface="Inter"/>
              </a:defRPr>
            </a:defPPr>
            <a:lvl1pPr>
              <a:defRPr sz="2025" b="0">
                <a:solidFill>
                  <a:srgbClr val="666666"/>
                </a:solidFill>
                <a:latin typeface="Inter"/>
                <a:ea typeface="Inter"/>
                <a:cs typeface="Inter"/>
              </a:defRPr>
            </a:lvl1pPr>
            <a:lvl2pPr>
              <a:defRPr sz="2025" b="0">
                <a:solidFill>
                  <a:srgbClr val="666666"/>
                </a:solidFill>
                <a:latin typeface="Inter"/>
                <a:ea typeface="Inter"/>
                <a:cs typeface="Inter"/>
              </a:defRPr>
            </a:lvl2pPr>
            <a:lvl3pPr>
              <a:defRPr sz="2025" b="0">
                <a:solidFill>
                  <a:srgbClr val="666666"/>
                </a:solidFill>
                <a:latin typeface="Inter"/>
                <a:ea typeface="Inter"/>
                <a:cs typeface="Inter"/>
              </a:defRPr>
            </a:lvl3pPr>
            <a:lvl4pPr>
              <a:defRPr sz="2025" b="0">
                <a:solidFill>
                  <a:srgbClr val="666666"/>
                </a:solidFill>
                <a:latin typeface="Inter"/>
                <a:ea typeface="Inter"/>
                <a:cs typeface="Inter"/>
              </a:defRPr>
            </a:lvl4pPr>
            <a:lvl5pPr>
              <a:defRPr sz="2025" b="0">
                <a:solidFill>
                  <a:srgbClr val="666666"/>
                </a:solidFill>
                <a:latin typeface="Inter"/>
                <a:ea typeface="Inter"/>
                <a:cs typeface="Inter"/>
              </a:defRPr>
            </a:lvl5pPr>
            <a:lvl6pPr>
              <a:defRPr sz="2025" b="0">
                <a:solidFill>
                  <a:srgbClr val="666666"/>
                </a:solidFill>
                <a:latin typeface="Inter"/>
                <a:ea typeface="Inter"/>
                <a:cs typeface="Inter"/>
              </a:defRPr>
            </a:lvl6pPr>
            <a:lvl7pPr>
              <a:defRPr sz="2025" b="0">
                <a:solidFill>
                  <a:srgbClr val="666666"/>
                </a:solidFill>
                <a:latin typeface="Inter"/>
                <a:ea typeface="Inter"/>
                <a:cs typeface="Inter"/>
              </a:defRPr>
            </a:lvl7pPr>
            <a:lvl8pPr>
              <a:defRPr sz="2025" b="0">
                <a:solidFill>
                  <a:srgbClr val="666666"/>
                </a:solidFill>
                <a:latin typeface="Inter"/>
                <a:ea typeface="Inter"/>
                <a:cs typeface="Inter"/>
              </a:defRPr>
            </a:lvl8pPr>
            <a:lvl9pPr>
              <a:defRPr sz="2025" b="0">
                <a:solidFill>
                  <a:srgbClr val="666666"/>
                </a:solidFill>
                <a:latin typeface="Inter"/>
                <a:ea typeface="Inter"/>
                <a:cs typeface="Inter"/>
              </a:defRPr>
            </a:lvl9pPr>
          </a:lstStyle>
          <a:p xmlns:a="http://schemas.openxmlformats.org/drawingml/2006/main">
            <a:pPr>
              <a:defRPr sz="2025" b="0">
                <a:solidFill>
                  <a:srgbClr val="666666"/>
                </a:solidFill>
                <a:latin typeface="Inter"/>
                <a:ea typeface="Inter"/>
                <a:cs typeface="Inter"/>
              </a:defRPr>
            </a:pPr>
            <a:r>
              <a:rPr sz="2025" b="0">
                <a:solidFill>
                  <a:srgbClr val="666666"/>
                </a:solidFill>
                <a:latin typeface="Inter"/>
                <a:ea typeface="Inter"/>
                <a:cs typeface="Inter"/>
              </a:rPr>
              <a:t>From gene expression to candidate</a:t>
            </a:r>
          </a:p>
          <a:p xmlns:a="http://schemas.openxmlformats.org/drawingml/2006/main">
            <a:pPr>
              <a:defRPr sz="2025" b="0">
                <a:solidFill>
                  <a:srgbClr val="666666"/>
                </a:solidFill>
                <a:latin typeface="Inter"/>
                <a:ea typeface="Inter"/>
                <a:cs typeface="Inter"/>
              </a:defRPr>
            </a:pPr>
            <a:r>
              <a:rPr sz="2025" b="0">
                <a:solidFill>
                  <a:srgbClr val="666666"/>
                </a:solidFill>
                <a:latin typeface="Inter"/>
                <a:ea typeface="Inter"/>
                <a:cs typeface="Inter"/>
              </a:rPr>
              <a:t>cell types, with the supporting evidence.</a:t>
            </a:r>
          </a:p>
        </p:txBody>
      </p:sp>
      <p:sp>
        <p:nvSpPr>
          <p:cNvPr id="4" name="copy-3">
            <a:extLst xmlns:a="http://schemas.openxmlformats.org/drawingml/2006/main">
              <a:ext uri="{FF2B5EF4-FFF2-40B4-BE49-F238E27FC236}">
                <a16:creationId xmlns:a16="http://schemas.microsoft.com/office/drawing/2014/main" id="{29CEDBC9-16CB-4E5D-81F1-E83FF64C913E}"/>
              </a:ext>
            </a:extLst>
          </p:cNvPr>
          <p:cNvSpPr>
            <a:spLocks xmlns:a="http://schemas.openxmlformats.org/drawingml/2006/main" noGrp="1"/>
          </p:cNvSpPr>
          <p:nvPr/>
        </p:nvSpPr>
        <p:spPr>
          <a:xfrm xmlns:a="http://schemas.openxmlformats.org/drawingml/2006/main">
            <a:off x="552450" y="4667250"/>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1">
                <a:solidFill>
                  <a:srgbClr val="1B5E20"/>
                </a:solidFill>
                <a:latin typeface="Inter"/>
                <a:ea typeface="Inter"/>
                <a:cs typeface="Inter"/>
              </a:defRPr>
            </a:defPPr>
            <a:lvl1pPr>
              <a:defRPr sz="2100" b="1">
                <a:solidFill>
                  <a:srgbClr val="1B5E20"/>
                </a:solidFill>
                <a:latin typeface="Inter"/>
                <a:ea typeface="Inter"/>
                <a:cs typeface="Inter"/>
              </a:defRPr>
            </a:lvl1pPr>
            <a:lvl2pPr>
              <a:defRPr sz="2100" b="1">
                <a:solidFill>
                  <a:srgbClr val="1B5E20"/>
                </a:solidFill>
                <a:latin typeface="Inter"/>
                <a:ea typeface="Inter"/>
                <a:cs typeface="Inter"/>
              </a:defRPr>
            </a:lvl2pPr>
            <a:lvl3pPr>
              <a:defRPr sz="2100" b="1">
                <a:solidFill>
                  <a:srgbClr val="1B5E20"/>
                </a:solidFill>
                <a:latin typeface="Inter"/>
                <a:ea typeface="Inter"/>
                <a:cs typeface="Inter"/>
              </a:defRPr>
            </a:lvl3pPr>
            <a:lvl4pPr>
              <a:defRPr sz="2100" b="1">
                <a:solidFill>
                  <a:srgbClr val="1B5E20"/>
                </a:solidFill>
                <a:latin typeface="Inter"/>
                <a:ea typeface="Inter"/>
                <a:cs typeface="Inter"/>
              </a:defRPr>
            </a:lvl4pPr>
            <a:lvl5pPr>
              <a:defRPr sz="2100" b="1">
                <a:solidFill>
                  <a:srgbClr val="1B5E20"/>
                </a:solidFill>
                <a:latin typeface="Inter"/>
                <a:ea typeface="Inter"/>
                <a:cs typeface="Inter"/>
              </a:defRPr>
            </a:lvl5pPr>
            <a:lvl6pPr>
              <a:defRPr sz="2100" b="1">
                <a:solidFill>
                  <a:srgbClr val="1B5E20"/>
                </a:solidFill>
                <a:latin typeface="Inter"/>
                <a:ea typeface="Inter"/>
                <a:cs typeface="Inter"/>
              </a:defRPr>
            </a:lvl6pPr>
            <a:lvl7pPr>
              <a:defRPr sz="2100" b="1">
                <a:solidFill>
                  <a:srgbClr val="1B5E20"/>
                </a:solidFill>
                <a:latin typeface="Inter"/>
                <a:ea typeface="Inter"/>
                <a:cs typeface="Inter"/>
              </a:defRPr>
            </a:lvl7pPr>
            <a:lvl8pPr>
              <a:defRPr sz="2100" b="1">
                <a:solidFill>
                  <a:srgbClr val="1B5E20"/>
                </a:solidFill>
                <a:latin typeface="Inter"/>
                <a:ea typeface="Inter"/>
                <a:cs typeface="Inter"/>
              </a:defRPr>
            </a:lvl8pPr>
            <a:lvl9pPr>
              <a:defRPr sz="2100" b="1">
                <a:solidFill>
                  <a:srgbClr val="1B5E20"/>
                </a:solidFill>
                <a:latin typeface="Inter"/>
                <a:ea typeface="Inter"/>
                <a:cs typeface="Inter"/>
              </a:defRPr>
            </a:lvl9pPr>
          </a:lstStyle>
          <a:p xmlns:a="http://schemas.openxmlformats.org/drawingml/2006/main">
            <a:pPr>
              <a:defRPr sz="2100" b="1">
                <a:solidFill>
                  <a:srgbClr val="1B5E20"/>
                </a:solidFill>
                <a:latin typeface="Inter"/>
                <a:ea typeface="Inter"/>
                <a:cs typeface="Inter"/>
              </a:defRPr>
            </a:pPr>
            <a:r>
              <a:rPr sz="2100" b="1">
                <a:solidFill>
                  <a:srgbClr val="1B5E20"/>
                </a:solidFill>
                <a:latin typeface="Inter"/>
                <a:ea typeface="Inter"/>
                <a:cs typeface="Inter"/>
              </a:rPr>
              <a:t>Ask a question. Get a cell map,</a:t>
            </a:r>
          </a:p>
          <a:p xmlns:a="http://schemas.openxmlformats.org/drawingml/2006/main">
            <a:pPr>
              <a:defRPr sz="2100" b="1">
                <a:solidFill>
                  <a:srgbClr val="1B5E20"/>
                </a:solidFill>
                <a:latin typeface="Inter"/>
                <a:ea typeface="Inter"/>
                <a:cs typeface="Inter"/>
              </a:defRPr>
            </a:pPr>
            <a:r>
              <a:rPr sz="2100" b="1">
                <a:solidFill>
                  <a:srgbClr val="1B5E20"/>
                </a:solidFill>
                <a:latin typeface="Inter"/>
                <a:ea typeface="Inter"/>
                <a:cs typeface="Inter"/>
              </a:rPr>
              <a:t>marker evidence and source links.</a:t>
            </a:r>
          </a:p>
        </p:txBody>
      </p:sp>
      <p:pic>
        <p:nvPicPr>
          <p:cNvPr id="5" name="">
            <a:extLst xmlns:a="http://schemas.openxmlformats.org/drawingml/2006/main">
              <a:ext uri="{FF2B5EF4-FFF2-40B4-BE49-F238E27FC236}">
                <a16:creationId xmlns:a16="http://schemas.microsoft.com/office/drawing/2014/main" id="{C3BD8244-1780-4051-B8B2-8DF7CD03DB24}"/>
              </a:ext>
            </a:extLst>
          </p:cNvPr>
          <p:cNvPicPr>
            <a:picLocks xmlns:a="http://schemas.openxmlformats.org/drawingml/2006/main" noChangeAspect="1"/>
          </p:cNvPicPr>
          <p:nvPr/>
        </p:nvPicPr>
        <p:blipFill>
          <a:blip xmlns:r="http://schemas.openxmlformats.org/officeDocument/2006/relationships" xmlns:a="http://schemas.openxmlformats.org/drawingml/2006/main" r:embed="R83f27ba48a7543cb"/>
          <a:stretch xmlns:a="http://schemas.openxmlformats.org/drawingml/2006/main"/>
        </p:blipFill>
        <p:spPr>
          <a:xfrm xmlns:a="http://schemas.openxmlformats.org/drawingml/2006/main">
            <a:off x="6296813" y="1562100"/>
            <a:ext cx="5465774" cy="4038600"/>
          </a:xfrm>
          <a:prstGeom xmlns:a="http://schemas.openxmlformats.org/drawingml/2006/main" prst="rect">
            <a:avLst/>
          </a:prstGeom>
        </p:spPr>
      </p:pic>
      <p:sp>
        <p:nvSpPr>
          <p:cNvPr id="6" name="copy-4">
            <a:extLst xmlns:a="http://schemas.openxmlformats.org/drawingml/2006/main">
              <a:ext uri="{FF2B5EF4-FFF2-40B4-BE49-F238E27FC236}">
                <a16:creationId xmlns:a16="http://schemas.microsoft.com/office/drawing/2014/main" id="{AF882377-1657-4AD4-B56E-AE2FCE3251DC}"/>
              </a:ext>
            </a:extLst>
          </p:cNvPr>
          <p:cNvSpPr>
            <a:spLocks xmlns:a="http://schemas.openxmlformats.org/drawingml/2006/main" noGrp="1"/>
          </p:cNvSpPr>
          <p:nvPr/>
        </p:nvSpPr>
        <p:spPr>
          <a:xfrm xmlns:a="http://schemas.openxmlformats.org/drawingml/2006/main">
            <a:off x="552450" y="6191250"/>
            <a:ext cx="1104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666666"/>
                </a:solidFill>
                <a:latin typeface="Inter"/>
                <a:ea typeface="Inter"/>
                <a:cs typeface="Inter"/>
              </a:defRPr>
            </a:defPPr>
            <a:lvl1pPr>
              <a:defRPr sz="1725" b="0">
                <a:solidFill>
                  <a:srgbClr val="666666"/>
                </a:solidFill>
                <a:latin typeface="Inter"/>
                <a:ea typeface="Inter"/>
                <a:cs typeface="Inter"/>
              </a:defRPr>
            </a:lvl1pPr>
            <a:lvl2pPr>
              <a:defRPr sz="1725" b="0">
                <a:solidFill>
                  <a:srgbClr val="666666"/>
                </a:solidFill>
                <a:latin typeface="Inter"/>
                <a:ea typeface="Inter"/>
                <a:cs typeface="Inter"/>
              </a:defRPr>
            </a:lvl2pPr>
            <a:lvl3pPr>
              <a:defRPr sz="1725" b="0">
                <a:solidFill>
                  <a:srgbClr val="666666"/>
                </a:solidFill>
                <a:latin typeface="Inter"/>
                <a:ea typeface="Inter"/>
                <a:cs typeface="Inter"/>
              </a:defRPr>
            </a:lvl3pPr>
            <a:lvl4pPr>
              <a:defRPr sz="1725" b="0">
                <a:solidFill>
                  <a:srgbClr val="666666"/>
                </a:solidFill>
                <a:latin typeface="Inter"/>
                <a:ea typeface="Inter"/>
                <a:cs typeface="Inter"/>
              </a:defRPr>
            </a:lvl4pPr>
            <a:lvl5pPr>
              <a:defRPr sz="1725" b="0">
                <a:solidFill>
                  <a:srgbClr val="666666"/>
                </a:solidFill>
                <a:latin typeface="Inter"/>
                <a:ea typeface="Inter"/>
                <a:cs typeface="Inter"/>
              </a:defRPr>
            </a:lvl5pPr>
            <a:lvl6pPr>
              <a:defRPr sz="1725" b="0">
                <a:solidFill>
                  <a:srgbClr val="666666"/>
                </a:solidFill>
                <a:latin typeface="Inter"/>
                <a:ea typeface="Inter"/>
                <a:cs typeface="Inter"/>
              </a:defRPr>
            </a:lvl6pPr>
            <a:lvl7pPr>
              <a:defRPr sz="1725" b="0">
                <a:solidFill>
                  <a:srgbClr val="666666"/>
                </a:solidFill>
                <a:latin typeface="Inter"/>
                <a:ea typeface="Inter"/>
                <a:cs typeface="Inter"/>
              </a:defRPr>
            </a:lvl7pPr>
            <a:lvl8pPr>
              <a:defRPr sz="1725" b="0">
                <a:solidFill>
                  <a:srgbClr val="666666"/>
                </a:solidFill>
                <a:latin typeface="Inter"/>
                <a:ea typeface="Inter"/>
                <a:cs typeface="Inter"/>
              </a:defRPr>
            </a:lvl8pPr>
            <a:lvl9pPr>
              <a:defRPr sz="1725" b="0">
                <a:solidFill>
                  <a:srgbClr val="666666"/>
                </a:solidFill>
                <a:latin typeface="Inter"/>
                <a:ea typeface="Inter"/>
                <a:cs typeface="Inter"/>
              </a:defRPr>
            </a:lvl9pPr>
          </a:lstStyle>
          <a:p xmlns:a="http://schemas.openxmlformats.org/drawingml/2006/main">
            <a:pPr>
              <a:defRPr sz="1725" b="0">
                <a:solidFill>
                  <a:srgbClr val="666666"/>
                </a:solidFill>
                <a:latin typeface="Inter"/>
                <a:ea typeface="Inter"/>
                <a:cs typeface="Inter"/>
              </a:defRPr>
            </a:pPr>
            <a:r>
              <a:rPr sz="1725" b="0">
                <a:solidFill>
                  <a:srgbClr val="666666"/>
                </a:solidFill>
                <a:latin typeface="Inter"/>
                <a:ea typeface="Inter"/>
                <a:cs typeface="Inter"/>
              </a:rPr>
              <a:t>Starting with soybean. More plants next.</a:t>
            </a:r>
          </a:p>
        </p:txBody>
      </p:sp>
    </p:spTree>
    <p:extLst>
      <p:ext uri="{BB962C8B-B14F-4D97-AF65-F5344CB8AC3E}">
        <p14:creationId xmlns:p14="http://schemas.microsoft.com/office/powerpoint/2010/main" val="18398247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copy-5">
            <a:extLst xmlns:a="http://schemas.openxmlformats.org/drawingml/2006/main">
              <a:ext uri="{FF2B5EF4-FFF2-40B4-BE49-F238E27FC236}">
                <a16:creationId xmlns:a16="http://schemas.microsoft.com/office/drawing/2014/main" id="{43081E3E-C828-4D47-B8F1-0BC65D249233}"/>
              </a:ext>
            </a:extLst>
          </p:cNvPr>
          <p:cNvSpPr>
            <a:spLocks xmlns:a="http://schemas.openxmlformats.org/drawingml/2006/main" noGrp="1"/>
          </p:cNvSpPr>
          <p:nvPr/>
        </p:nvSpPr>
        <p:spPr>
          <a:xfrm xmlns:a="http://schemas.openxmlformats.org/drawingml/2006/main">
            <a:off x="514350" y="609600"/>
            <a:ext cx="111823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4350" b="1">
                <a:solidFill>
                  <a:srgbClr val="111111"/>
                </a:solidFill>
                <a:latin typeface="Inter"/>
                <a:ea typeface="Inter"/>
                <a:cs typeface="Inter"/>
              </a:defRPr>
            </a:defPPr>
            <a:lvl1pPr>
              <a:defRPr sz="4350" b="1">
                <a:solidFill>
                  <a:srgbClr val="111111"/>
                </a:solidFill>
                <a:latin typeface="Inter"/>
                <a:ea typeface="Inter"/>
                <a:cs typeface="Inter"/>
              </a:defRPr>
            </a:lvl1pPr>
            <a:lvl2pPr>
              <a:defRPr sz="4350" b="1">
                <a:solidFill>
                  <a:srgbClr val="111111"/>
                </a:solidFill>
                <a:latin typeface="Inter"/>
                <a:ea typeface="Inter"/>
                <a:cs typeface="Inter"/>
              </a:defRPr>
            </a:lvl2pPr>
            <a:lvl3pPr>
              <a:defRPr sz="4350" b="1">
                <a:solidFill>
                  <a:srgbClr val="111111"/>
                </a:solidFill>
                <a:latin typeface="Inter"/>
                <a:ea typeface="Inter"/>
                <a:cs typeface="Inter"/>
              </a:defRPr>
            </a:lvl3pPr>
            <a:lvl4pPr>
              <a:defRPr sz="4350" b="1">
                <a:solidFill>
                  <a:srgbClr val="111111"/>
                </a:solidFill>
                <a:latin typeface="Inter"/>
                <a:ea typeface="Inter"/>
                <a:cs typeface="Inter"/>
              </a:defRPr>
            </a:lvl4pPr>
            <a:lvl5pPr>
              <a:defRPr sz="4350" b="1">
                <a:solidFill>
                  <a:srgbClr val="111111"/>
                </a:solidFill>
                <a:latin typeface="Inter"/>
                <a:ea typeface="Inter"/>
                <a:cs typeface="Inter"/>
              </a:defRPr>
            </a:lvl5pPr>
            <a:lvl6pPr>
              <a:defRPr sz="4350" b="1">
                <a:solidFill>
                  <a:srgbClr val="111111"/>
                </a:solidFill>
                <a:latin typeface="Inter"/>
                <a:ea typeface="Inter"/>
                <a:cs typeface="Inter"/>
              </a:defRPr>
            </a:lvl6pPr>
            <a:lvl7pPr>
              <a:defRPr sz="4350" b="1">
                <a:solidFill>
                  <a:srgbClr val="111111"/>
                </a:solidFill>
                <a:latin typeface="Inter"/>
                <a:ea typeface="Inter"/>
                <a:cs typeface="Inter"/>
              </a:defRPr>
            </a:lvl7pPr>
            <a:lvl8pPr>
              <a:defRPr sz="4350" b="1">
                <a:solidFill>
                  <a:srgbClr val="111111"/>
                </a:solidFill>
                <a:latin typeface="Inter"/>
                <a:ea typeface="Inter"/>
                <a:cs typeface="Inter"/>
              </a:defRPr>
            </a:lvl8pPr>
            <a:lvl9pPr>
              <a:defRPr sz="4350" b="1">
                <a:solidFill>
                  <a:srgbClr val="111111"/>
                </a:solidFill>
                <a:latin typeface="Inter"/>
                <a:ea typeface="Inter"/>
                <a:cs typeface="Inter"/>
              </a:defRPr>
            </a:lvl9pPr>
          </a:lstStyle>
          <a:p xmlns:a="http://schemas.openxmlformats.org/drawingml/2006/main">
            <a:pPr>
              <a:defRPr sz="4350" b="1">
                <a:solidFill>
                  <a:srgbClr val="111111"/>
                </a:solidFill>
                <a:latin typeface="Inter"/>
                <a:ea typeface="Inter"/>
                <a:cs typeface="Inter"/>
              </a:defRPr>
            </a:pPr>
            <a:r>
              <a:rPr sz="4350" b="1">
                <a:solidFill>
                  <a:srgbClr val="111111"/>
                </a:solidFill>
                <a:latin typeface="Inter"/>
                <a:ea typeface="Inter"/>
                <a:cs typeface="Inter"/>
              </a:rPr>
              <a:t>What changes with Celloras?</a:t>
            </a:r>
          </a:p>
        </p:txBody>
      </p:sp>
      <p:sp>
        <p:nvSpPr>
          <p:cNvPr id="2" name="block-6">
            <a:extLst xmlns:a="http://schemas.openxmlformats.org/drawingml/2006/main">
              <a:ext uri="{FF2B5EF4-FFF2-40B4-BE49-F238E27FC236}">
                <a16:creationId xmlns:a16="http://schemas.microsoft.com/office/drawing/2014/main" id="{B2EFCFB6-C220-4A63-885E-A87398A740F5}"/>
              </a:ext>
            </a:extLst>
          </p:cNvPr>
          <p:cNvSpPr>
            <a:spLocks xmlns:a="http://schemas.openxmlformats.org/drawingml/2006/main" noGrp="1"/>
          </p:cNvSpPr>
          <p:nvPr/>
        </p:nvSpPr>
        <p:spPr>
          <a:xfrm xmlns:a="http://schemas.openxmlformats.org/drawingml/2006/main">
            <a:off x="6334125" y="1847850"/>
            <a:ext cx="5362575" cy="3971925"/>
          </a:xfrm>
          <a:prstGeom xmlns:a="http://schemas.openxmlformats.org/drawingml/2006/main" prst="rect">
            <a:avLst/>
          </a:prstGeom>
          <a:solidFill xmlns:a="http://schemas.openxmlformats.org/drawingml/2006/main">
            <a:srgbClr val="F0F5ED"/>
          </a:solidFill>
          <a:ln xmlns:a="http://schemas.openxmlformats.org/drawingml/2006/main" w="0">
            <a:noFill/>
          </a:ln>
        </p:spPr>
      </p:sp>
      <p:sp>
        <p:nvSpPr>
          <p:cNvPr id="3" name="copy-7">
            <a:extLst xmlns:a="http://schemas.openxmlformats.org/drawingml/2006/main">
              <a:ext uri="{FF2B5EF4-FFF2-40B4-BE49-F238E27FC236}">
                <a16:creationId xmlns:a16="http://schemas.microsoft.com/office/drawing/2014/main" id="{64739AF2-975F-44CA-B6B9-D5FE10CAA122}"/>
              </a:ext>
            </a:extLst>
          </p:cNvPr>
          <p:cNvSpPr>
            <a:spLocks xmlns:a="http://schemas.openxmlformats.org/drawingml/2006/main" noGrp="1"/>
          </p:cNvSpPr>
          <p:nvPr/>
        </p:nvSpPr>
        <p:spPr>
          <a:xfrm xmlns:a="http://schemas.openxmlformats.org/drawingml/2006/main">
            <a:off x="552450" y="2076450"/>
            <a:ext cx="50482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700" b="1">
                <a:solidFill>
                  <a:srgbClr val="666666"/>
                </a:solidFill>
                <a:latin typeface="Inter"/>
                <a:ea typeface="Inter"/>
                <a:cs typeface="Inter"/>
              </a:defRPr>
            </a:defPPr>
            <a:lvl1pPr>
              <a:defRPr sz="2700" b="1">
                <a:solidFill>
                  <a:srgbClr val="666666"/>
                </a:solidFill>
                <a:latin typeface="Inter"/>
                <a:ea typeface="Inter"/>
                <a:cs typeface="Inter"/>
              </a:defRPr>
            </a:lvl1pPr>
            <a:lvl2pPr>
              <a:defRPr sz="2700" b="1">
                <a:solidFill>
                  <a:srgbClr val="666666"/>
                </a:solidFill>
                <a:latin typeface="Inter"/>
                <a:ea typeface="Inter"/>
                <a:cs typeface="Inter"/>
              </a:defRPr>
            </a:lvl2pPr>
            <a:lvl3pPr>
              <a:defRPr sz="2700" b="1">
                <a:solidFill>
                  <a:srgbClr val="666666"/>
                </a:solidFill>
                <a:latin typeface="Inter"/>
                <a:ea typeface="Inter"/>
                <a:cs typeface="Inter"/>
              </a:defRPr>
            </a:lvl3pPr>
            <a:lvl4pPr>
              <a:defRPr sz="2700" b="1">
                <a:solidFill>
                  <a:srgbClr val="666666"/>
                </a:solidFill>
                <a:latin typeface="Inter"/>
                <a:ea typeface="Inter"/>
                <a:cs typeface="Inter"/>
              </a:defRPr>
            </a:lvl4pPr>
            <a:lvl5pPr>
              <a:defRPr sz="2700" b="1">
                <a:solidFill>
                  <a:srgbClr val="666666"/>
                </a:solidFill>
                <a:latin typeface="Inter"/>
                <a:ea typeface="Inter"/>
                <a:cs typeface="Inter"/>
              </a:defRPr>
            </a:lvl5pPr>
            <a:lvl6pPr>
              <a:defRPr sz="2700" b="1">
                <a:solidFill>
                  <a:srgbClr val="666666"/>
                </a:solidFill>
                <a:latin typeface="Inter"/>
                <a:ea typeface="Inter"/>
                <a:cs typeface="Inter"/>
              </a:defRPr>
            </a:lvl6pPr>
            <a:lvl7pPr>
              <a:defRPr sz="2700" b="1">
                <a:solidFill>
                  <a:srgbClr val="666666"/>
                </a:solidFill>
                <a:latin typeface="Inter"/>
                <a:ea typeface="Inter"/>
                <a:cs typeface="Inter"/>
              </a:defRPr>
            </a:lvl7pPr>
            <a:lvl8pPr>
              <a:defRPr sz="2700" b="1">
                <a:solidFill>
                  <a:srgbClr val="666666"/>
                </a:solidFill>
                <a:latin typeface="Inter"/>
                <a:ea typeface="Inter"/>
                <a:cs typeface="Inter"/>
              </a:defRPr>
            </a:lvl8pPr>
            <a:lvl9pPr>
              <a:defRPr sz="2700" b="1">
                <a:solidFill>
                  <a:srgbClr val="666666"/>
                </a:solidFill>
                <a:latin typeface="Inter"/>
                <a:ea typeface="Inter"/>
                <a:cs typeface="Inter"/>
              </a:defRPr>
            </a:lvl9pPr>
          </a:lstStyle>
          <a:p xmlns:a="http://schemas.openxmlformats.org/drawingml/2006/main">
            <a:pPr>
              <a:defRPr sz="2700" b="1">
                <a:solidFill>
                  <a:srgbClr val="666666"/>
                </a:solidFill>
                <a:latin typeface="Inter"/>
                <a:ea typeface="Inter"/>
                <a:cs typeface="Inter"/>
              </a:defRPr>
            </a:pPr>
            <a:r>
              <a:rPr sz="2700" b="1">
                <a:solidFill>
                  <a:srgbClr val="666666"/>
                </a:solidFill>
                <a:latin typeface="Inter"/>
                <a:ea typeface="Inter"/>
                <a:cs typeface="Inter"/>
              </a:rPr>
              <a:t>Without Celloras</a:t>
            </a:r>
          </a:p>
        </p:txBody>
      </p:sp>
      <p:sp>
        <p:nvSpPr>
          <p:cNvPr id="4" name="copy-8">
            <a:extLst xmlns:a="http://schemas.openxmlformats.org/drawingml/2006/main">
              <a:ext uri="{FF2B5EF4-FFF2-40B4-BE49-F238E27FC236}">
                <a16:creationId xmlns:a16="http://schemas.microsoft.com/office/drawing/2014/main" id="{2E0ABB6F-5947-4DCD-82E8-0F591079A85E}"/>
              </a:ext>
            </a:extLst>
          </p:cNvPr>
          <p:cNvSpPr>
            <a:spLocks xmlns:a="http://schemas.openxmlformats.org/drawingml/2006/main" noGrp="1"/>
          </p:cNvSpPr>
          <p:nvPr/>
        </p:nvSpPr>
        <p:spPr>
          <a:xfrm xmlns:a="http://schemas.openxmlformats.org/drawingml/2006/main">
            <a:off x="6667500" y="2076450"/>
            <a:ext cx="46672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700" b="1">
                <a:solidFill>
                  <a:srgbClr val="1B5E20"/>
                </a:solidFill>
                <a:latin typeface="Inter"/>
                <a:ea typeface="Inter"/>
                <a:cs typeface="Inter"/>
              </a:defRPr>
            </a:defPPr>
            <a:lvl1pPr>
              <a:defRPr sz="2700" b="1">
                <a:solidFill>
                  <a:srgbClr val="1B5E20"/>
                </a:solidFill>
                <a:latin typeface="Inter"/>
                <a:ea typeface="Inter"/>
                <a:cs typeface="Inter"/>
              </a:defRPr>
            </a:lvl1pPr>
            <a:lvl2pPr>
              <a:defRPr sz="2700" b="1">
                <a:solidFill>
                  <a:srgbClr val="1B5E20"/>
                </a:solidFill>
                <a:latin typeface="Inter"/>
                <a:ea typeface="Inter"/>
                <a:cs typeface="Inter"/>
              </a:defRPr>
            </a:lvl2pPr>
            <a:lvl3pPr>
              <a:defRPr sz="2700" b="1">
                <a:solidFill>
                  <a:srgbClr val="1B5E20"/>
                </a:solidFill>
                <a:latin typeface="Inter"/>
                <a:ea typeface="Inter"/>
                <a:cs typeface="Inter"/>
              </a:defRPr>
            </a:lvl3pPr>
            <a:lvl4pPr>
              <a:defRPr sz="2700" b="1">
                <a:solidFill>
                  <a:srgbClr val="1B5E20"/>
                </a:solidFill>
                <a:latin typeface="Inter"/>
                <a:ea typeface="Inter"/>
                <a:cs typeface="Inter"/>
              </a:defRPr>
            </a:lvl4pPr>
            <a:lvl5pPr>
              <a:defRPr sz="2700" b="1">
                <a:solidFill>
                  <a:srgbClr val="1B5E20"/>
                </a:solidFill>
                <a:latin typeface="Inter"/>
                <a:ea typeface="Inter"/>
                <a:cs typeface="Inter"/>
              </a:defRPr>
            </a:lvl5pPr>
            <a:lvl6pPr>
              <a:defRPr sz="2700" b="1">
                <a:solidFill>
                  <a:srgbClr val="1B5E20"/>
                </a:solidFill>
                <a:latin typeface="Inter"/>
                <a:ea typeface="Inter"/>
                <a:cs typeface="Inter"/>
              </a:defRPr>
            </a:lvl6pPr>
            <a:lvl7pPr>
              <a:defRPr sz="2700" b="1">
                <a:solidFill>
                  <a:srgbClr val="1B5E20"/>
                </a:solidFill>
                <a:latin typeface="Inter"/>
                <a:ea typeface="Inter"/>
                <a:cs typeface="Inter"/>
              </a:defRPr>
            </a:lvl7pPr>
            <a:lvl8pPr>
              <a:defRPr sz="2700" b="1">
                <a:solidFill>
                  <a:srgbClr val="1B5E20"/>
                </a:solidFill>
                <a:latin typeface="Inter"/>
                <a:ea typeface="Inter"/>
                <a:cs typeface="Inter"/>
              </a:defRPr>
            </a:lvl8pPr>
            <a:lvl9pPr>
              <a:defRPr sz="2700" b="1">
                <a:solidFill>
                  <a:srgbClr val="1B5E20"/>
                </a:solidFill>
                <a:latin typeface="Inter"/>
                <a:ea typeface="Inter"/>
                <a:cs typeface="Inter"/>
              </a:defRPr>
            </a:lvl9pPr>
          </a:lstStyle>
          <a:p xmlns:a="http://schemas.openxmlformats.org/drawingml/2006/main">
            <a:pPr>
              <a:defRPr sz="2700" b="1">
                <a:solidFill>
                  <a:srgbClr val="1B5E20"/>
                </a:solidFill>
                <a:latin typeface="Inter"/>
                <a:ea typeface="Inter"/>
                <a:cs typeface="Inter"/>
              </a:defRPr>
            </a:pPr>
            <a:r>
              <a:rPr sz="2700" b="1">
                <a:solidFill>
                  <a:srgbClr val="1B5E20"/>
                </a:solidFill>
                <a:latin typeface="Inter"/>
                <a:ea typeface="Inter"/>
                <a:cs typeface="Inter"/>
              </a:rPr>
              <a:t>With Celloras</a:t>
            </a:r>
          </a:p>
        </p:txBody>
      </p:sp>
      <p:sp>
        <p:nvSpPr>
          <p:cNvPr id="5" name="copy-9">
            <a:extLst xmlns:a="http://schemas.openxmlformats.org/drawingml/2006/main">
              <a:ext uri="{FF2B5EF4-FFF2-40B4-BE49-F238E27FC236}">
                <a16:creationId xmlns:a16="http://schemas.microsoft.com/office/drawing/2014/main" id="{EF387A8D-02E0-410E-99EE-96EDD35AD89A}"/>
              </a:ext>
            </a:extLst>
          </p:cNvPr>
          <p:cNvSpPr>
            <a:spLocks xmlns:a="http://schemas.openxmlformats.org/drawingml/2006/main" noGrp="1"/>
          </p:cNvSpPr>
          <p:nvPr/>
        </p:nvSpPr>
        <p:spPr>
          <a:xfrm xmlns:a="http://schemas.openxmlformats.org/drawingml/2006/main">
            <a:off x="552450" y="3124200"/>
            <a:ext cx="4953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666666"/>
                </a:solidFill>
                <a:latin typeface="Inter"/>
                <a:ea typeface="Inter"/>
                <a:cs typeface="Inter"/>
              </a:defRPr>
            </a:defPPr>
            <a:lvl1pPr>
              <a:defRPr sz="2100" b="0">
                <a:solidFill>
                  <a:srgbClr val="666666"/>
                </a:solidFill>
                <a:latin typeface="Inter"/>
                <a:ea typeface="Inter"/>
                <a:cs typeface="Inter"/>
              </a:defRPr>
            </a:lvl1pPr>
            <a:lvl2pPr>
              <a:defRPr sz="2100" b="0">
                <a:solidFill>
                  <a:srgbClr val="666666"/>
                </a:solidFill>
                <a:latin typeface="Inter"/>
                <a:ea typeface="Inter"/>
                <a:cs typeface="Inter"/>
              </a:defRPr>
            </a:lvl2pPr>
            <a:lvl3pPr>
              <a:defRPr sz="2100" b="0">
                <a:solidFill>
                  <a:srgbClr val="666666"/>
                </a:solidFill>
                <a:latin typeface="Inter"/>
                <a:ea typeface="Inter"/>
                <a:cs typeface="Inter"/>
              </a:defRPr>
            </a:lvl3pPr>
            <a:lvl4pPr>
              <a:defRPr sz="2100" b="0">
                <a:solidFill>
                  <a:srgbClr val="666666"/>
                </a:solidFill>
                <a:latin typeface="Inter"/>
                <a:ea typeface="Inter"/>
                <a:cs typeface="Inter"/>
              </a:defRPr>
            </a:lvl4pPr>
            <a:lvl5pPr>
              <a:defRPr sz="2100" b="0">
                <a:solidFill>
                  <a:srgbClr val="666666"/>
                </a:solidFill>
                <a:latin typeface="Inter"/>
                <a:ea typeface="Inter"/>
                <a:cs typeface="Inter"/>
              </a:defRPr>
            </a:lvl5pPr>
            <a:lvl6pPr>
              <a:defRPr sz="2100" b="0">
                <a:solidFill>
                  <a:srgbClr val="666666"/>
                </a:solidFill>
                <a:latin typeface="Inter"/>
                <a:ea typeface="Inter"/>
                <a:cs typeface="Inter"/>
              </a:defRPr>
            </a:lvl6pPr>
            <a:lvl7pPr>
              <a:defRPr sz="2100" b="0">
                <a:solidFill>
                  <a:srgbClr val="666666"/>
                </a:solidFill>
                <a:latin typeface="Inter"/>
                <a:ea typeface="Inter"/>
                <a:cs typeface="Inter"/>
              </a:defRPr>
            </a:lvl7pPr>
            <a:lvl8pPr>
              <a:defRPr sz="2100" b="0">
                <a:solidFill>
                  <a:srgbClr val="666666"/>
                </a:solidFill>
                <a:latin typeface="Inter"/>
                <a:ea typeface="Inter"/>
                <a:cs typeface="Inter"/>
              </a:defRPr>
            </a:lvl8pPr>
            <a:lvl9pPr>
              <a:defRPr sz="2100" b="0">
                <a:solidFill>
                  <a:srgbClr val="666666"/>
                </a:solidFill>
                <a:latin typeface="Inter"/>
                <a:ea typeface="Inter"/>
                <a:cs typeface="Inter"/>
              </a:defRPr>
            </a:lvl9pPr>
          </a:lstStyle>
          <a:p xmlns:a="http://schemas.openxmlformats.org/drawingml/2006/main">
            <a:pPr>
              <a:defRPr sz="2100" b="0">
                <a:solidFill>
                  <a:srgbClr val="666666"/>
                </a:solidFill>
                <a:latin typeface="Inter"/>
                <a:ea typeface="Inter"/>
                <a:cs typeface="Inter"/>
              </a:defRPr>
            </a:pPr>
            <a:r>
              <a:rPr sz="2100" b="0">
                <a:solidFill>
                  <a:srgbClr val="666666"/>
                </a:solidFill>
                <a:latin typeface="Inter"/>
                <a:ea typeface="Inter"/>
                <a:cs typeface="Inter"/>
              </a:rPr>
              <a:t>Run analysis scripts</a:t>
            </a:r>
          </a:p>
        </p:txBody>
      </p:sp>
      <p:sp>
        <p:nvSpPr>
          <p:cNvPr id="6" name="arrow-10">
            <a:extLst xmlns:a="http://schemas.openxmlformats.org/drawingml/2006/main">
              <a:ext uri="{FF2B5EF4-FFF2-40B4-BE49-F238E27FC236}">
                <a16:creationId xmlns:a16="http://schemas.microsoft.com/office/drawing/2014/main" id="{332E2F28-8D2D-44D9-81EF-7F8B5A925026}"/>
              </a:ext>
            </a:extLst>
          </p:cNvPr>
          <p:cNvSpPr>
            <a:spLocks xmlns:a="http://schemas.openxmlformats.org/drawingml/2006/main" noGrp="1"/>
          </p:cNvSpPr>
          <p:nvPr/>
        </p:nvSpPr>
        <p:spPr>
          <a:xfrm xmlns:a="http://schemas.openxmlformats.org/drawingml/2006/main">
            <a:off x="5781675" y="3228975"/>
            <a:ext cx="304800" cy="152400"/>
          </a:xfrm>
          <a:prstGeom xmlns:a="http://schemas.openxmlformats.org/drawingml/2006/main" prst="rightArrow">
            <a:avLst/>
          </a:prstGeom>
          <a:solidFill xmlns:a="http://schemas.openxmlformats.org/drawingml/2006/main">
            <a:srgbClr val="1B5E20"/>
          </a:solidFill>
          <a:ln xmlns:a="http://schemas.openxmlformats.org/drawingml/2006/main" w="0">
            <a:noFill/>
          </a:ln>
        </p:spPr>
      </p:sp>
      <p:sp>
        <p:nvSpPr>
          <p:cNvPr id="7" name="copy-11">
            <a:extLst xmlns:a="http://schemas.openxmlformats.org/drawingml/2006/main">
              <a:ext uri="{FF2B5EF4-FFF2-40B4-BE49-F238E27FC236}">
                <a16:creationId xmlns:a16="http://schemas.microsoft.com/office/drawing/2014/main" id="{AA9E3AEE-7E3E-40E8-A452-3E06D68F31BC}"/>
              </a:ext>
            </a:extLst>
          </p:cNvPr>
          <p:cNvSpPr>
            <a:spLocks xmlns:a="http://schemas.openxmlformats.org/drawingml/2006/main" noGrp="1"/>
          </p:cNvSpPr>
          <p:nvPr/>
        </p:nvSpPr>
        <p:spPr>
          <a:xfrm xmlns:a="http://schemas.openxmlformats.org/drawingml/2006/main">
            <a:off x="6667500" y="3124200"/>
            <a:ext cx="46958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1">
                <a:solidFill>
                  <a:srgbClr val="1B5E20"/>
                </a:solidFill>
                <a:latin typeface="Inter"/>
                <a:ea typeface="Inter"/>
                <a:cs typeface="Inter"/>
              </a:defRPr>
            </a:defPPr>
            <a:lvl1pPr>
              <a:defRPr sz="2100" b="1">
                <a:solidFill>
                  <a:srgbClr val="1B5E20"/>
                </a:solidFill>
                <a:latin typeface="Inter"/>
                <a:ea typeface="Inter"/>
                <a:cs typeface="Inter"/>
              </a:defRPr>
            </a:lvl1pPr>
            <a:lvl2pPr>
              <a:defRPr sz="2100" b="1">
                <a:solidFill>
                  <a:srgbClr val="1B5E20"/>
                </a:solidFill>
                <a:latin typeface="Inter"/>
                <a:ea typeface="Inter"/>
                <a:cs typeface="Inter"/>
              </a:defRPr>
            </a:lvl2pPr>
            <a:lvl3pPr>
              <a:defRPr sz="2100" b="1">
                <a:solidFill>
                  <a:srgbClr val="1B5E20"/>
                </a:solidFill>
                <a:latin typeface="Inter"/>
                <a:ea typeface="Inter"/>
                <a:cs typeface="Inter"/>
              </a:defRPr>
            </a:lvl3pPr>
            <a:lvl4pPr>
              <a:defRPr sz="2100" b="1">
                <a:solidFill>
                  <a:srgbClr val="1B5E20"/>
                </a:solidFill>
                <a:latin typeface="Inter"/>
                <a:ea typeface="Inter"/>
                <a:cs typeface="Inter"/>
              </a:defRPr>
            </a:lvl4pPr>
            <a:lvl5pPr>
              <a:defRPr sz="2100" b="1">
                <a:solidFill>
                  <a:srgbClr val="1B5E20"/>
                </a:solidFill>
                <a:latin typeface="Inter"/>
                <a:ea typeface="Inter"/>
                <a:cs typeface="Inter"/>
              </a:defRPr>
            </a:lvl5pPr>
            <a:lvl6pPr>
              <a:defRPr sz="2100" b="1">
                <a:solidFill>
                  <a:srgbClr val="1B5E20"/>
                </a:solidFill>
                <a:latin typeface="Inter"/>
                <a:ea typeface="Inter"/>
                <a:cs typeface="Inter"/>
              </a:defRPr>
            </a:lvl6pPr>
            <a:lvl7pPr>
              <a:defRPr sz="2100" b="1">
                <a:solidFill>
                  <a:srgbClr val="1B5E20"/>
                </a:solidFill>
                <a:latin typeface="Inter"/>
                <a:ea typeface="Inter"/>
                <a:cs typeface="Inter"/>
              </a:defRPr>
            </a:lvl7pPr>
            <a:lvl8pPr>
              <a:defRPr sz="2100" b="1">
                <a:solidFill>
                  <a:srgbClr val="1B5E20"/>
                </a:solidFill>
                <a:latin typeface="Inter"/>
                <a:ea typeface="Inter"/>
                <a:cs typeface="Inter"/>
              </a:defRPr>
            </a:lvl8pPr>
            <a:lvl9pPr>
              <a:defRPr sz="2100" b="1">
                <a:solidFill>
                  <a:srgbClr val="1B5E20"/>
                </a:solidFill>
                <a:latin typeface="Inter"/>
                <a:ea typeface="Inter"/>
                <a:cs typeface="Inter"/>
              </a:defRPr>
            </a:lvl9pPr>
          </a:lstStyle>
          <a:p xmlns:a="http://schemas.openxmlformats.org/drawingml/2006/main">
            <a:pPr>
              <a:defRPr sz="2100" b="1">
                <a:solidFill>
                  <a:srgbClr val="1B5E20"/>
                </a:solidFill>
                <a:latin typeface="Inter"/>
                <a:ea typeface="Inter"/>
                <a:cs typeface="Inter"/>
              </a:defRPr>
            </a:pPr>
            <a:r>
              <a:rPr sz="2100" b="1">
                <a:solidFill>
                  <a:srgbClr val="1B5E20"/>
                </a:solidFill>
                <a:latin typeface="Inter"/>
                <a:ea typeface="Inter"/>
                <a:cs typeface="Inter"/>
              </a:rPr>
              <a:t>Ask the agent to run the analysis</a:t>
            </a:r>
          </a:p>
        </p:txBody>
      </p:sp>
      <p:sp>
        <p:nvSpPr>
          <p:cNvPr id="8" name="copy-12">
            <a:extLst xmlns:a="http://schemas.openxmlformats.org/drawingml/2006/main">
              <a:ext uri="{FF2B5EF4-FFF2-40B4-BE49-F238E27FC236}">
                <a16:creationId xmlns:a16="http://schemas.microsoft.com/office/drawing/2014/main" id="{024FD050-9023-4C98-BC9D-AE8AF93014D3}"/>
              </a:ext>
            </a:extLst>
          </p:cNvPr>
          <p:cNvSpPr>
            <a:spLocks xmlns:a="http://schemas.openxmlformats.org/drawingml/2006/main" noGrp="1"/>
          </p:cNvSpPr>
          <p:nvPr/>
        </p:nvSpPr>
        <p:spPr>
          <a:xfrm xmlns:a="http://schemas.openxmlformats.org/drawingml/2006/main">
            <a:off x="552450" y="4152900"/>
            <a:ext cx="4953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666666"/>
                </a:solidFill>
                <a:latin typeface="Inter"/>
                <a:ea typeface="Inter"/>
                <a:cs typeface="Inter"/>
              </a:defRPr>
            </a:defPPr>
            <a:lvl1pPr>
              <a:defRPr sz="2100" b="0">
                <a:solidFill>
                  <a:srgbClr val="666666"/>
                </a:solidFill>
                <a:latin typeface="Inter"/>
                <a:ea typeface="Inter"/>
                <a:cs typeface="Inter"/>
              </a:defRPr>
            </a:lvl1pPr>
            <a:lvl2pPr>
              <a:defRPr sz="2100" b="0">
                <a:solidFill>
                  <a:srgbClr val="666666"/>
                </a:solidFill>
                <a:latin typeface="Inter"/>
                <a:ea typeface="Inter"/>
                <a:cs typeface="Inter"/>
              </a:defRPr>
            </a:lvl2pPr>
            <a:lvl3pPr>
              <a:defRPr sz="2100" b="0">
                <a:solidFill>
                  <a:srgbClr val="666666"/>
                </a:solidFill>
                <a:latin typeface="Inter"/>
                <a:ea typeface="Inter"/>
                <a:cs typeface="Inter"/>
              </a:defRPr>
            </a:lvl3pPr>
            <a:lvl4pPr>
              <a:defRPr sz="2100" b="0">
                <a:solidFill>
                  <a:srgbClr val="666666"/>
                </a:solidFill>
                <a:latin typeface="Inter"/>
                <a:ea typeface="Inter"/>
                <a:cs typeface="Inter"/>
              </a:defRPr>
            </a:lvl4pPr>
            <a:lvl5pPr>
              <a:defRPr sz="2100" b="0">
                <a:solidFill>
                  <a:srgbClr val="666666"/>
                </a:solidFill>
                <a:latin typeface="Inter"/>
                <a:ea typeface="Inter"/>
                <a:cs typeface="Inter"/>
              </a:defRPr>
            </a:lvl5pPr>
            <a:lvl6pPr>
              <a:defRPr sz="2100" b="0">
                <a:solidFill>
                  <a:srgbClr val="666666"/>
                </a:solidFill>
                <a:latin typeface="Inter"/>
                <a:ea typeface="Inter"/>
                <a:cs typeface="Inter"/>
              </a:defRPr>
            </a:lvl6pPr>
            <a:lvl7pPr>
              <a:defRPr sz="2100" b="0">
                <a:solidFill>
                  <a:srgbClr val="666666"/>
                </a:solidFill>
                <a:latin typeface="Inter"/>
                <a:ea typeface="Inter"/>
                <a:cs typeface="Inter"/>
              </a:defRPr>
            </a:lvl7pPr>
            <a:lvl8pPr>
              <a:defRPr sz="2100" b="0">
                <a:solidFill>
                  <a:srgbClr val="666666"/>
                </a:solidFill>
                <a:latin typeface="Inter"/>
                <a:ea typeface="Inter"/>
                <a:cs typeface="Inter"/>
              </a:defRPr>
            </a:lvl8pPr>
            <a:lvl9pPr>
              <a:defRPr sz="2100" b="0">
                <a:solidFill>
                  <a:srgbClr val="666666"/>
                </a:solidFill>
                <a:latin typeface="Inter"/>
                <a:ea typeface="Inter"/>
                <a:cs typeface="Inter"/>
              </a:defRPr>
            </a:lvl9pPr>
          </a:lstStyle>
          <a:p xmlns:a="http://schemas.openxmlformats.org/drawingml/2006/main">
            <a:pPr>
              <a:defRPr sz="2100" b="0">
                <a:solidFill>
                  <a:srgbClr val="666666"/>
                </a:solidFill>
                <a:latin typeface="Inter"/>
                <a:ea typeface="Inter"/>
                <a:cs typeface="Inter"/>
              </a:defRPr>
            </a:pPr>
            <a:r>
              <a:rPr sz="2100" b="0">
                <a:solidFill>
                  <a:srgbClr val="666666"/>
                </a:solidFill>
                <a:latin typeface="Inter"/>
                <a:ea typeface="Inter"/>
                <a:cs typeface="Inter"/>
              </a:rPr>
              <a:t>Look up marker references</a:t>
            </a:r>
          </a:p>
        </p:txBody>
      </p:sp>
      <p:sp>
        <p:nvSpPr>
          <p:cNvPr id="9" name="arrow-13">
            <a:extLst xmlns:a="http://schemas.openxmlformats.org/drawingml/2006/main">
              <a:ext uri="{FF2B5EF4-FFF2-40B4-BE49-F238E27FC236}">
                <a16:creationId xmlns:a16="http://schemas.microsoft.com/office/drawing/2014/main" id="{72562C67-A842-441F-8385-D049189E4FFE}"/>
              </a:ext>
            </a:extLst>
          </p:cNvPr>
          <p:cNvSpPr>
            <a:spLocks xmlns:a="http://schemas.openxmlformats.org/drawingml/2006/main" noGrp="1"/>
          </p:cNvSpPr>
          <p:nvPr/>
        </p:nvSpPr>
        <p:spPr>
          <a:xfrm xmlns:a="http://schemas.openxmlformats.org/drawingml/2006/main">
            <a:off x="5781675" y="4257675"/>
            <a:ext cx="304800" cy="152400"/>
          </a:xfrm>
          <a:prstGeom xmlns:a="http://schemas.openxmlformats.org/drawingml/2006/main" prst="rightArrow">
            <a:avLst/>
          </a:prstGeom>
          <a:solidFill xmlns:a="http://schemas.openxmlformats.org/drawingml/2006/main">
            <a:srgbClr val="1B5E20"/>
          </a:solidFill>
          <a:ln xmlns:a="http://schemas.openxmlformats.org/drawingml/2006/main" w="0">
            <a:noFill/>
          </a:ln>
        </p:spPr>
      </p:sp>
      <p:sp>
        <p:nvSpPr>
          <p:cNvPr id="10" name="copy-14">
            <a:extLst xmlns:a="http://schemas.openxmlformats.org/drawingml/2006/main">
              <a:ext uri="{FF2B5EF4-FFF2-40B4-BE49-F238E27FC236}">
                <a16:creationId xmlns:a16="http://schemas.microsoft.com/office/drawing/2014/main" id="{8DCBF99D-013F-4F36-B0D8-C966E62DE0F8}"/>
              </a:ext>
            </a:extLst>
          </p:cNvPr>
          <p:cNvSpPr>
            <a:spLocks xmlns:a="http://schemas.openxmlformats.org/drawingml/2006/main" noGrp="1"/>
          </p:cNvSpPr>
          <p:nvPr/>
        </p:nvSpPr>
        <p:spPr>
          <a:xfrm xmlns:a="http://schemas.openxmlformats.org/drawingml/2006/main">
            <a:off x="6667500" y="4152900"/>
            <a:ext cx="46958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1">
                <a:solidFill>
                  <a:srgbClr val="1B5E20"/>
                </a:solidFill>
                <a:latin typeface="Inter"/>
                <a:ea typeface="Inter"/>
                <a:cs typeface="Inter"/>
              </a:defRPr>
            </a:defPPr>
            <a:lvl1pPr>
              <a:defRPr sz="2100" b="1">
                <a:solidFill>
                  <a:srgbClr val="1B5E20"/>
                </a:solidFill>
                <a:latin typeface="Inter"/>
                <a:ea typeface="Inter"/>
                <a:cs typeface="Inter"/>
              </a:defRPr>
            </a:lvl1pPr>
            <a:lvl2pPr>
              <a:defRPr sz="2100" b="1">
                <a:solidFill>
                  <a:srgbClr val="1B5E20"/>
                </a:solidFill>
                <a:latin typeface="Inter"/>
                <a:ea typeface="Inter"/>
                <a:cs typeface="Inter"/>
              </a:defRPr>
            </a:lvl2pPr>
            <a:lvl3pPr>
              <a:defRPr sz="2100" b="1">
                <a:solidFill>
                  <a:srgbClr val="1B5E20"/>
                </a:solidFill>
                <a:latin typeface="Inter"/>
                <a:ea typeface="Inter"/>
                <a:cs typeface="Inter"/>
              </a:defRPr>
            </a:lvl3pPr>
            <a:lvl4pPr>
              <a:defRPr sz="2100" b="1">
                <a:solidFill>
                  <a:srgbClr val="1B5E20"/>
                </a:solidFill>
                <a:latin typeface="Inter"/>
                <a:ea typeface="Inter"/>
                <a:cs typeface="Inter"/>
              </a:defRPr>
            </a:lvl4pPr>
            <a:lvl5pPr>
              <a:defRPr sz="2100" b="1">
                <a:solidFill>
                  <a:srgbClr val="1B5E20"/>
                </a:solidFill>
                <a:latin typeface="Inter"/>
                <a:ea typeface="Inter"/>
                <a:cs typeface="Inter"/>
              </a:defRPr>
            </a:lvl5pPr>
            <a:lvl6pPr>
              <a:defRPr sz="2100" b="1">
                <a:solidFill>
                  <a:srgbClr val="1B5E20"/>
                </a:solidFill>
                <a:latin typeface="Inter"/>
                <a:ea typeface="Inter"/>
                <a:cs typeface="Inter"/>
              </a:defRPr>
            </a:lvl6pPr>
            <a:lvl7pPr>
              <a:defRPr sz="2100" b="1">
                <a:solidFill>
                  <a:srgbClr val="1B5E20"/>
                </a:solidFill>
                <a:latin typeface="Inter"/>
                <a:ea typeface="Inter"/>
                <a:cs typeface="Inter"/>
              </a:defRPr>
            </a:lvl7pPr>
            <a:lvl8pPr>
              <a:defRPr sz="2100" b="1">
                <a:solidFill>
                  <a:srgbClr val="1B5E20"/>
                </a:solidFill>
                <a:latin typeface="Inter"/>
                <a:ea typeface="Inter"/>
                <a:cs typeface="Inter"/>
              </a:defRPr>
            </a:lvl8pPr>
            <a:lvl9pPr>
              <a:defRPr sz="2100" b="1">
                <a:solidFill>
                  <a:srgbClr val="1B5E20"/>
                </a:solidFill>
                <a:latin typeface="Inter"/>
                <a:ea typeface="Inter"/>
                <a:cs typeface="Inter"/>
              </a:defRPr>
            </a:lvl9pPr>
          </a:lstStyle>
          <a:p xmlns:a="http://schemas.openxmlformats.org/drawingml/2006/main">
            <a:pPr>
              <a:defRPr sz="2100" b="1">
                <a:solidFill>
                  <a:srgbClr val="1B5E20"/>
                </a:solidFill>
                <a:latin typeface="Inter"/>
                <a:ea typeface="Inter"/>
                <a:cs typeface="Inter"/>
              </a:defRPr>
            </a:pPr>
            <a:r>
              <a:rPr sz="2100" b="1">
                <a:solidFill>
                  <a:srgbClr val="1B5E20"/>
                </a:solidFill>
                <a:latin typeface="Inter"/>
                <a:ea typeface="Inter"/>
                <a:cs typeface="Inter"/>
              </a:rPr>
              <a:t>Review genes and source links</a:t>
            </a:r>
          </a:p>
        </p:txBody>
      </p:sp>
      <p:sp>
        <p:nvSpPr>
          <p:cNvPr id="11" name="copy-15">
            <a:extLst xmlns:a="http://schemas.openxmlformats.org/drawingml/2006/main">
              <a:ext uri="{FF2B5EF4-FFF2-40B4-BE49-F238E27FC236}">
                <a16:creationId xmlns:a16="http://schemas.microsoft.com/office/drawing/2014/main" id="{A6D79F35-18E0-4A61-B354-8D4902DAD702}"/>
              </a:ext>
            </a:extLst>
          </p:cNvPr>
          <p:cNvSpPr>
            <a:spLocks xmlns:a="http://schemas.openxmlformats.org/drawingml/2006/main" noGrp="1"/>
          </p:cNvSpPr>
          <p:nvPr/>
        </p:nvSpPr>
        <p:spPr>
          <a:xfrm xmlns:a="http://schemas.openxmlformats.org/drawingml/2006/main">
            <a:off x="552450" y="5181600"/>
            <a:ext cx="4953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666666"/>
                </a:solidFill>
                <a:latin typeface="Inter"/>
                <a:ea typeface="Inter"/>
                <a:cs typeface="Inter"/>
              </a:defRPr>
            </a:defPPr>
            <a:lvl1pPr>
              <a:defRPr sz="2100" b="0">
                <a:solidFill>
                  <a:srgbClr val="666666"/>
                </a:solidFill>
                <a:latin typeface="Inter"/>
                <a:ea typeface="Inter"/>
                <a:cs typeface="Inter"/>
              </a:defRPr>
            </a:lvl1pPr>
            <a:lvl2pPr>
              <a:defRPr sz="2100" b="0">
                <a:solidFill>
                  <a:srgbClr val="666666"/>
                </a:solidFill>
                <a:latin typeface="Inter"/>
                <a:ea typeface="Inter"/>
                <a:cs typeface="Inter"/>
              </a:defRPr>
            </a:lvl2pPr>
            <a:lvl3pPr>
              <a:defRPr sz="2100" b="0">
                <a:solidFill>
                  <a:srgbClr val="666666"/>
                </a:solidFill>
                <a:latin typeface="Inter"/>
                <a:ea typeface="Inter"/>
                <a:cs typeface="Inter"/>
              </a:defRPr>
            </a:lvl3pPr>
            <a:lvl4pPr>
              <a:defRPr sz="2100" b="0">
                <a:solidFill>
                  <a:srgbClr val="666666"/>
                </a:solidFill>
                <a:latin typeface="Inter"/>
                <a:ea typeface="Inter"/>
                <a:cs typeface="Inter"/>
              </a:defRPr>
            </a:lvl4pPr>
            <a:lvl5pPr>
              <a:defRPr sz="2100" b="0">
                <a:solidFill>
                  <a:srgbClr val="666666"/>
                </a:solidFill>
                <a:latin typeface="Inter"/>
                <a:ea typeface="Inter"/>
                <a:cs typeface="Inter"/>
              </a:defRPr>
            </a:lvl5pPr>
            <a:lvl6pPr>
              <a:defRPr sz="2100" b="0">
                <a:solidFill>
                  <a:srgbClr val="666666"/>
                </a:solidFill>
                <a:latin typeface="Inter"/>
                <a:ea typeface="Inter"/>
                <a:cs typeface="Inter"/>
              </a:defRPr>
            </a:lvl6pPr>
            <a:lvl7pPr>
              <a:defRPr sz="2100" b="0">
                <a:solidFill>
                  <a:srgbClr val="666666"/>
                </a:solidFill>
                <a:latin typeface="Inter"/>
                <a:ea typeface="Inter"/>
                <a:cs typeface="Inter"/>
              </a:defRPr>
            </a:lvl7pPr>
            <a:lvl8pPr>
              <a:defRPr sz="2100" b="0">
                <a:solidFill>
                  <a:srgbClr val="666666"/>
                </a:solidFill>
                <a:latin typeface="Inter"/>
                <a:ea typeface="Inter"/>
                <a:cs typeface="Inter"/>
              </a:defRPr>
            </a:lvl8pPr>
            <a:lvl9pPr>
              <a:defRPr sz="2100" b="0">
                <a:solidFill>
                  <a:srgbClr val="666666"/>
                </a:solidFill>
                <a:latin typeface="Inter"/>
                <a:ea typeface="Inter"/>
                <a:cs typeface="Inter"/>
              </a:defRPr>
            </a:lvl9pPr>
          </a:lstStyle>
          <a:p xmlns:a="http://schemas.openxmlformats.org/drawingml/2006/main">
            <a:pPr>
              <a:defRPr sz="2100" b="0">
                <a:solidFill>
                  <a:srgbClr val="666666"/>
                </a:solidFill>
                <a:latin typeface="Inter"/>
                <a:ea typeface="Inter"/>
                <a:cs typeface="Inter"/>
              </a:defRPr>
            </a:pPr>
            <a:r>
              <a:rPr sz="2100" b="0">
                <a:solidFill>
                  <a:srgbClr val="666666"/>
                </a:solidFill>
                <a:latin typeface="Inter"/>
                <a:ea typeface="Inter"/>
                <a:cs typeface="Inter"/>
              </a:rPr>
              <a:t>Reconstruct past decisions</a:t>
            </a:r>
          </a:p>
        </p:txBody>
      </p:sp>
      <p:sp>
        <p:nvSpPr>
          <p:cNvPr id="12" name="arrow-16">
            <a:extLst xmlns:a="http://schemas.openxmlformats.org/drawingml/2006/main">
              <a:ext uri="{FF2B5EF4-FFF2-40B4-BE49-F238E27FC236}">
                <a16:creationId xmlns:a16="http://schemas.microsoft.com/office/drawing/2014/main" id="{8668A13A-777A-48DB-809C-4DA85F2E4C54}"/>
              </a:ext>
            </a:extLst>
          </p:cNvPr>
          <p:cNvSpPr>
            <a:spLocks xmlns:a="http://schemas.openxmlformats.org/drawingml/2006/main" noGrp="1"/>
          </p:cNvSpPr>
          <p:nvPr/>
        </p:nvSpPr>
        <p:spPr>
          <a:xfrm xmlns:a="http://schemas.openxmlformats.org/drawingml/2006/main">
            <a:off x="5781675" y="5286375"/>
            <a:ext cx="304800" cy="152400"/>
          </a:xfrm>
          <a:prstGeom xmlns:a="http://schemas.openxmlformats.org/drawingml/2006/main" prst="rightArrow">
            <a:avLst/>
          </a:prstGeom>
          <a:solidFill xmlns:a="http://schemas.openxmlformats.org/drawingml/2006/main">
            <a:srgbClr val="1B5E20"/>
          </a:solidFill>
          <a:ln xmlns:a="http://schemas.openxmlformats.org/drawingml/2006/main" w="0">
            <a:noFill/>
          </a:ln>
        </p:spPr>
      </p:sp>
      <p:sp>
        <p:nvSpPr>
          <p:cNvPr id="13" name="copy-17">
            <a:extLst xmlns:a="http://schemas.openxmlformats.org/drawingml/2006/main">
              <a:ext uri="{FF2B5EF4-FFF2-40B4-BE49-F238E27FC236}">
                <a16:creationId xmlns:a16="http://schemas.microsoft.com/office/drawing/2014/main" id="{D91EEAAC-18D6-4762-B6CE-D5CF361FEA53}"/>
              </a:ext>
            </a:extLst>
          </p:cNvPr>
          <p:cNvSpPr>
            <a:spLocks xmlns:a="http://schemas.openxmlformats.org/drawingml/2006/main" noGrp="1"/>
          </p:cNvSpPr>
          <p:nvPr/>
        </p:nvSpPr>
        <p:spPr>
          <a:xfrm xmlns:a="http://schemas.openxmlformats.org/drawingml/2006/main">
            <a:off x="6667500" y="5181600"/>
            <a:ext cx="46958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1">
                <a:solidFill>
                  <a:srgbClr val="1B5E20"/>
                </a:solidFill>
                <a:latin typeface="Inter"/>
                <a:ea typeface="Inter"/>
                <a:cs typeface="Inter"/>
              </a:defRPr>
            </a:defPPr>
            <a:lvl1pPr>
              <a:defRPr sz="2100" b="1">
                <a:solidFill>
                  <a:srgbClr val="1B5E20"/>
                </a:solidFill>
                <a:latin typeface="Inter"/>
                <a:ea typeface="Inter"/>
                <a:cs typeface="Inter"/>
              </a:defRPr>
            </a:lvl1pPr>
            <a:lvl2pPr>
              <a:defRPr sz="2100" b="1">
                <a:solidFill>
                  <a:srgbClr val="1B5E20"/>
                </a:solidFill>
                <a:latin typeface="Inter"/>
                <a:ea typeface="Inter"/>
                <a:cs typeface="Inter"/>
              </a:defRPr>
            </a:lvl2pPr>
            <a:lvl3pPr>
              <a:defRPr sz="2100" b="1">
                <a:solidFill>
                  <a:srgbClr val="1B5E20"/>
                </a:solidFill>
                <a:latin typeface="Inter"/>
                <a:ea typeface="Inter"/>
                <a:cs typeface="Inter"/>
              </a:defRPr>
            </a:lvl3pPr>
            <a:lvl4pPr>
              <a:defRPr sz="2100" b="1">
                <a:solidFill>
                  <a:srgbClr val="1B5E20"/>
                </a:solidFill>
                <a:latin typeface="Inter"/>
                <a:ea typeface="Inter"/>
                <a:cs typeface="Inter"/>
              </a:defRPr>
            </a:lvl4pPr>
            <a:lvl5pPr>
              <a:defRPr sz="2100" b="1">
                <a:solidFill>
                  <a:srgbClr val="1B5E20"/>
                </a:solidFill>
                <a:latin typeface="Inter"/>
                <a:ea typeface="Inter"/>
                <a:cs typeface="Inter"/>
              </a:defRPr>
            </a:lvl5pPr>
            <a:lvl6pPr>
              <a:defRPr sz="2100" b="1">
                <a:solidFill>
                  <a:srgbClr val="1B5E20"/>
                </a:solidFill>
                <a:latin typeface="Inter"/>
                <a:ea typeface="Inter"/>
                <a:cs typeface="Inter"/>
              </a:defRPr>
            </a:lvl6pPr>
            <a:lvl7pPr>
              <a:defRPr sz="2100" b="1">
                <a:solidFill>
                  <a:srgbClr val="1B5E20"/>
                </a:solidFill>
                <a:latin typeface="Inter"/>
                <a:ea typeface="Inter"/>
                <a:cs typeface="Inter"/>
              </a:defRPr>
            </a:lvl7pPr>
            <a:lvl8pPr>
              <a:defRPr sz="2100" b="1">
                <a:solidFill>
                  <a:srgbClr val="1B5E20"/>
                </a:solidFill>
                <a:latin typeface="Inter"/>
                <a:ea typeface="Inter"/>
                <a:cs typeface="Inter"/>
              </a:defRPr>
            </a:lvl8pPr>
            <a:lvl9pPr>
              <a:defRPr sz="2100" b="1">
                <a:solidFill>
                  <a:srgbClr val="1B5E20"/>
                </a:solidFill>
                <a:latin typeface="Inter"/>
                <a:ea typeface="Inter"/>
                <a:cs typeface="Inter"/>
              </a:defRPr>
            </a:lvl9pPr>
          </a:lstStyle>
          <a:p xmlns:a="http://schemas.openxmlformats.org/drawingml/2006/main">
            <a:pPr>
              <a:defRPr sz="2100" b="1">
                <a:solidFill>
                  <a:srgbClr val="1B5E20"/>
                </a:solidFill>
                <a:latin typeface="Inter"/>
                <a:ea typeface="Inter"/>
                <a:cs typeface="Inter"/>
              </a:defRPr>
            </a:pPr>
            <a:r>
              <a:rPr sz="2100" b="1">
                <a:solidFill>
                  <a:srgbClr val="1B5E20"/>
                </a:solidFill>
                <a:latin typeface="Inter"/>
                <a:ea typeface="Inter"/>
                <a:cs typeface="Inter"/>
              </a:rPr>
              <a:t>Ask what you decided and why</a:t>
            </a:r>
          </a:p>
        </p:txBody>
      </p:sp>
      <p:sp>
        <p:nvSpPr>
          <p:cNvPr id="14" name="copy-18">
            <a:extLst xmlns:a="http://schemas.openxmlformats.org/drawingml/2006/main">
              <a:ext uri="{FF2B5EF4-FFF2-40B4-BE49-F238E27FC236}">
                <a16:creationId xmlns:a16="http://schemas.microsoft.com/office/drawing/2014/main" id="{71C0EE02-649F-4D01-916D-45798F4FD40D}"/>
              </a:ext>
            </a:extLst>
          </p:cNvPr>
          <p:cNvSpPr>
            <a:spLocks xmlns:a="http://schemas.openxmlformats.org/drawingml/2006/main" noGrp="1"/>
          </p:cNvSpPr>
          <p:nvPr/>
        </p:nvSpPr>
        <p:spPr>
          <a:xfrm xmlns:a="http://schemas.openxmlformats.org/drawingml/2006/main">
            <a:off x="552450" y="6191250"/>
            <a:ext cx="110871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950" b="0">
                <a:solidFill>
                  <a:srgbClr val="111111"/>
                </a:solidFill>
                <a:latin typeface="Inter"/>
                <a:ea typeface="Inter"/>
                <a:cs typeface="Inter"/>
              </a:defRPr>
            </a:defPPr>
            <a:lvl1pPr>
              <a:defRPr sz="1950" b="0">
                <a:solidFill>
                  <a:srgbClr val="111111"/>
                </a:solidFill>
                <a:latin typeface="Inter"/>
                <a:ea typeface="Inter"/>
                <a:cs typeface="Inter"/>
              </a:defRPr>
            </a:lvl1pPr>
            <a:lvl2pPr>
              <a:defRPr sz="1950" b="0">
                <a:solidFill>
                  <a:srgbClr val="111111"/>
                </a:solidFill>
                <a:latin typeface="Inter"/>
                <a:ea typeface="Inter"/>
                <a:cs typeface="Inter"/>
              </a:defRPr>
            </a:lvl2pPr>
            <a:lvl3pPr>
              <a:defRPr sz="1950" b="0">
                <a:solidFill>
                  <a:srgbClr val="111111"/>
                </a:solidFill>
                <a:latin typeface="Inter"/>
                <a:ea typeface="Inter"/>
                <a:cs typeface="Inter"/>
              </a:defRPr>
            </a:lvl3pPr>
            <a:lvl4pPr>
              <a:defRPr sz="1950" b="0">
                <a:solidFill>
                  <a:srgbClr val="111111"/>
                </a:solidFill>
                <a:latin typeface="Inter"/>
                <a:ea typeface="Inter"/>
                <a:cs typeface="Inter"/>
              </a:defRPr>
            </a:lvl4pPr>
            <a:lvl5pPr>
              <a:defRPr sz="1950" b="0">
                <a:solidFill>
                  <a:srgbClr val="111111"/>
                </a:solidFill>
                <a:latin typeface="Inter"/>
                <a:ea typeface="Inter"/>
                <a:cs typeface="Inter"/>
              </a:defRPr>
            </a:lvl5pPr>
            <a:lvl6pPr>
              <a:defRPr sz="1950" b="0">
                <a:solidFill>
                  <a:srgbClr val="111111"/>
                </a:solidFill>
                <a:latin typeface="Inter"/>
                <a:ea typeface="Inter"/>
                <a:cs typeface="Inter"/>
              </a:defRPr>
            </a:lvl6pPr>
            <a:lvl7pPr>
              <a:defRPr sz="1950" b="0">
                <a:solidFill>
                  <a:srgbClr val="111111"/>
                </a:solidFill>
                <a:latin typeface="Inter"/>
                <a:ea typeface="Inter"/>
                <a:cs typeface="Inter"/>
              </a:defRPr>
            </a:lvl7pPr>
            <a:lvl8pPr>
              <a:defRPr sz="1950" b="0">
                <a:solidFill>
                  <a:srgbClr val="111111"/>
                </a:solidFill>
                <a:latin typeface="Inter"/>
                <a:ea typeface="Inter"/>
                <a:cs typeface="Inter"/>
              </a:defRPr>
            </a:lvl8pPr>
            <a:lvl9pPr>
              <a:defRPr sz="1950" b="0">
                <a:solidFill>
                  <a:srgbClr val="111111"/>
                </a:solidFill>
                <a:latin typeface="Inter"/>
                <a:ea typeface="Inter"/>
                <a:cs typeface="Inter"/>
              </a:defRPr>
            </a:lvl9pPr>
          </a:lstStyle>
          <a:p xmlns:a="http://schemas.openxmlformats.org/drawingml/2006/main">
            <a:pPr>
              <a:defRPr sz="1950" b="0">
                <a:solidFill>
                  <a:srgbClr val="111111"/>
                </a:solidFill>
                <a:latin typeface="Inter"/>
                <a:ea typeface="Inter"/>
                <a:cs typeface="Inter"/>
              </a:defRPr>
            </a:pPr>
            <a:r>
              <a:rPr sz="1950" b="0">
                <a:solidFill>
                  <a:srgbClr val="111111"/>
                </a:solidFill>
                <a:latin typeface="Inter"/>
                <a:ea typeface="Inter"/>
                <a:cs typeface="Inter"/>
              </a:rPr>
              <a:t>You keep the scientific judgment. The agent coordinates the work.</a:t>
            </a:r>
          </a:p>
        </p:txBody>
      </p:sp>
    </p:spTree>
    <p:extLst>
      <p:ext uri="{BB962C8B-B14F-4D97-AF65-F5344CB8AC3E}">
        <p14:creationId xmlns:p14="http://schemas.microsoft.com/office/powerpoint/2010/main" val="146940154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copy-19">
            <a:extLst xmlns:a="http://schemas.openxmlformats.org/drawingml/2006/main">
              <a:ext uri="{FF2B5EF4-FFF2-40B4-BE49-F238E27FC236}">
                <a16:creationId xmlns:a16="http://schemas.microsoft.com/office/drawing/2014/main" id="{B374BC4E-BA18-4630-8329-4AE94CB95A3B}"/>
              </a:ext>
            </a:extLst>
          </p:cNvPr>
          <p:cNvSpPr>
            <a:spLocks xmlns:a="http://schemas.openxmlformats.org/drawingml/2006/main" noGrp="1"/>
          </p:cNvSpPr>
          <p:nvPr/>
        </p:nvSpPr>
        <p:spPr>
          <a:xfrm xmlns:a="http://schemas.openxmlformats.org/drawingml/2006/main">
            <a:off x="514350" y="600075"/>
            <a:ext cx="111823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4275" b="1">
                <a:solidFill>
                  <a:srgbClr val="111111"/>
                </a:solidFill>
                <a:latin typeface="Inter"/>
                <a:ea typeface="Inter"/>
                <a:cs typeface="Inter"/>
              </a:defRPr>
            </a:defPPr>
            <a:lvl1pPr>
              <a:defRPr sz="4275" b="1">
                <a:solidFill>
                  <a:srgbClr val="111111"/>
                </a:solidFill>
                <a:latin typeface="Inter"/>
                <a:ea typeface="Inter"/>
                <a:cs typeface="Inter"/>
              </a:defRPr>
            </a:lvl1pPr>
            <a:lvl2pPr>
              <a:defRPr sz="4275" b="1">
                <a:solidFill>
                  <a:srgbClr val="111111"/>
                </a:solidFill>
                <a:latin typeface="Inter"/>
                <a:ea typeface="Inter"/>
                <a:cs typeface="Inter"/>
              </a:defRPr>
            </a:lvl2pPr>
            <a:lvl3pPr>
              <a:defRPr sz="4275" b="1">
                <a:solidFill>
                  <a:srgbClr val="111111"/>
                </a:solidFill>
                <a:latin typeface="Inter"/>
                <a:ea typeface="Inter"/>
                <a:cs typeface="Inter"/>
              </a:defRPr>
            </a:lvl3pPr>
            <a:lvl4pPr>
              <a:defRPr sz="4275" b="1">
                <a:solidFill>
                  <a:srgbClr val="111111"/>
                </a:solidFill>
                <a:latin typeface="Inter"/>
                <a:ea typeface="Inter"/>
                <a:cs typeface="Inter"/>
              </a:defRPr>
            </a:lvl4pPr>
            <a:lvl5pPr>
              <a:defRPr sz="4275" b="1">
                <a:solidFill>
                  <a:srgbClr val="111111"/>
                </a:solidFill>
                <a:latin typeface="Inter"/>
                <a:ea typeface="Inter"/>
                <a:cs typeface="Inter"/>
              </a:defRPr>
            </a:lvl5pPr>
            <a:lvl6pPr>
              <a:defRPr sz="4275" b="1">
                <a:solidFill>
                  <a:srgbClr val="111111"/>
                </a:solidFill>
                <a:latin typeface="Inter"/>
                <a:ea typeface="Inter"/>
                <a:cs typeface="Inter"/>
              </a:defRPr>
            </a:lvl6pPr>
            <a:lvl7pPr>
              <a:defRPr sz="4275" b="1">
                <a:solidFill>
                  <a:srgbClr val="111111"/>
                </a:solidFill>
                <a:latin typeface="Inter"/>
                <a:ea typeface="Inter"/>
                <a:cs typeface="Inter"/>
              </a:defRPr>
            </a:lvl7pPr>
            <a:lvl8pPr>
              <a:defRPr sz="4275" b="1">
                <a:solidFill>
                  <a:srgbClr val="111111"/>
                </a:solidFill>
                <a:latin typeface="Inter"/>
                <a:ea typeface="Inter"/>
                <a:cs typeface="Inter"/>
              </a:defRPr>
            </a:lvl8pPr>
            <a:lvl9pPr>
              <a:defRPr sz="4275" b="1">
                <a:solidFill>
                  <a:srgbClr val="111111"/>
                </a:solidFill>
                <a:latin typeface="Inter"/>
                <a:ea typeface="Inter"/>
                <a:cs typeface="Inter"/>
              </a:defRPr>
            </a:lvl9pPr>
          </a:lstStyle>
          <a:p xmlns:a="http://schemas.openxmlformats.org/drawingml/2006/main">
            <a:pPr>
              <a:defRPr sz="4275" b="1">
                <a:solidFill>
                  <a:srgbClr val="111111"/>
                </a:solidFill>
                <a:latin typeface="Inter"/>
                <a:ea typeface="Inter"/>
                <a:cs typeface="Inter"/>
              </a:defRPr>
            </a:pPr>
            <a:r>
              <a:rPr sz="4275" b="1">
                <a:solidFill>
                  <a:srgbClr val="111111"/>
                </a:solidFill>
                <a:latin typeface="Inter"/>
                <a:ea typeface="Inter"/>
                <a:cs typeface="Inter"/>
              </a:rPr>
              <a:t>What the agent actually does</a:t>
            </a:r>
          </a:p>
        </p:txBody>
      </p:sp>
      <p:sp>
        <p:nvSpPr>
          <p:cNvPr id="2" name="copy-20">
            <a:extLst xmlns:a="http://schemas.openxmlformats.org/drawingml/2006/main">
              <a:ext uri="{FF2B5EF4-FFF2-40B4-BE49-F238E27FC236}">
                <a16:creationId xmlns:a16="http://schemas.microsoft.com/office/drawing/2014/main" id="{DFCC718C-3D16-4DFD-840B-960AA8E7D8F9}"/>
              </a:ext>
            </a:extLst>
          </p:cNvPr>
          <p:cNvSpPr>
            <a:spLocks xmlns:a="http://schemas.openxmlformats.org/drawingml/2006/main" noGrp="1"/>
          </p:cNvSpPr>
          <p:nvPr/>
        </p:nvSpPr>
        <p:spPr>
          <a:xfrm xmlns:a="http://schemas.openxmlformats.org/drawingml/2006/main">
            <a:off x="552450" y="2428875"/>
            <a:ext cx="2714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1">
                <a:solidFill>
                  <a:srgbClr val="1B5E20"/>
                </a:solidFill>
                <a:latin typeface="Inter"/>
                <a:ea typeface="Inter"/>
                <a:cs typeface="Inter"/>
              </a:defRPr>
            </a:defPPr>
            <a:lvl1pPr>
              <a:defRPr sz="2100" b="1">
                <a:solidFill>
                  <a:srgbClr val="1B5E20"/>
                </a:solidFill>
                <a:latin typeface="Inter"/>
                <a:ea typeface="Inter"/>
                <a:cs typeface="Inter"/>
              </a:defRPr>
            </a:lvl1pPr>
            <a:lvl2pPr>
              <a:defRPr sz="2100" b="1">
                <a:solidFill>
                  <a:srgbClr val="1B5E20"/>
                </a:solidFill>
                <a:latin typeface="Inter"/>
                <a:ea typeface="Inter"/>
                <a:cs typeface="Inter"/>
              </a:defRPr>
            </a:lvl2pPr>
            <a:lvl3pPr>
              <a:defRPr sz="2100" b="1">
                <a:solidFill>
                  <a:srgbClr val="1B5E20"/>
                </a:solidFill>
                <a:latin typeface="Inter"/>
                <a:ea typeface="Inter"/>
                <a:cs typeface="Inter"/>
              </a:defRPr>
            </a:lvl3pPr>
            <a:lvl4pPr>
              <a:defRPr sz="2100" b="1">
                <a:solidFill>
                  <a:srgbClr val="1B5E20"/>
                </a:solidFill>
                <a:latin typeface="Inter"/>
                <a:ea typeface="Inter"/>
                <a:cs typeface="Inter"/>
              </a:defRPr>
            </a:lvl4pPr>
            <a:lvl5pPr>
              <a:defRPr sz="2100" b="1">
                <a:solidFill>
                  <a:srgbClr val="1B5E20"/>
                </a:solidFill>
                <a:latin typeface="Inter"/>
                <a:ea typeface="Inter"/>
                <a:cs typeface="Inter"/>
              </a:defRPr>
            </a:lvl5pPr>
            <a:lvl6pPr>
              <a:defRPr sz="2100" b="1">
                <a:solidFill>
                  <a:srgbClr val="1B5E20"/>
                </a:solidFill>
                <a:latin typeface="Inter"/>
                <a:ea typeface="Inter"/>
                <a:cs typeface="Inter"/>
              </a:defRPr>
            </a:lvl6pPr>
            <a:lvl7pPr>
              <a:defRPr sz="2100" b="1">
                <a:solidFill>
                  <a:srgbClr val="1B5E20"/>
                </a:solidFill>
                <a:latin typeface="Inter"/>
                <a:ea typeface="Inter"/>
                <a:cs typeface="Inter"/>
              </a:defRPr>
            </a:lvl7pPr>
            <a:lvl8pPr>
              <a:defRPr sz="2100" b="1">
                <a:solidFill>
                  <a:srgbClr val="1B5E20"/>
                </a:solidFill>
                <a:latin typeface="Inter"/>
                <a:ea typeface="Inter"/>
                <a:cs typeface="Inter"/>
              </a:defRPr>
            </a:lvl8pPr>
            <a:lvl9pPr>
              <a:defRPr sz="2100" b="1">
                <a:solidFill>
                  <a:srgbClr val="1B5E20"/>
                </a:solidFill>
                <a:latin typeface="Inter"/>
                <a:ea typeface="Inter"/>
                <a:cs typeface="Inter"/>
              </a:defRPr>
            </a:lvl9pPr>
          </a:lstStyle>
          <a:p xmlns:a="http://schemas.openxmlformats.org/drawingml/2006/main">
            <a:pPr>
              <a:defRPr sz="2100" b="1">
                <a:solidFill>
                  <a:srgbClr val="1B5E20"/>
                </a:solidFill>
                <a:latin typeface="Inter"/>
                <a:ea typeface="Inter"/>
                <a:cs typeface="Inter"/>
              </a:defRPr>
            </a:pPr>
            <a:r>
              <a:rPr sz="2100" b="1">
                <a:solidFill>
                  <a:srgbClr val="1B5E20"/>
                </a:solidFill>
                <a:latin typeface="Inter"/>
                <a:ea typeface="Inter"/>
                <a:cs typeface="Inter"/>
              </a:rPr>
              <a:t>You ask</a:t>
            </a:r>
          </a:p>
        </p:txBody>
      </p:sp>
      <p:sp>
        <p:nvSpPr>
          <p:cNvPr id="3" name="copy-21">
            <a:extLst xmlns:a="http://schemas.openxmlformats.org/drawingml/2006/main">
              <a:ext uri="{FF2B5EF4-FFF2-40B4-BE49-F238E27FC236}">
                <a16:creationId xmlns:a16="http://schemas.microsoft.com/office/drawing/2014/main" id="{149793C8-AD60-4543-BBA7-6376D46BCE21}"/>
              </a:ext>
            </a:extLst>
          </p:cNvPr>
          <p:cNvSpPr>
            <a:spLocks xmlns:a="http://schemas.openxmlformats.org/drawingml/2006/main" noGrp="1"/>
          </p:cNvSpPr>
          <p:nvPr/>
        </p:nvSpPr>
        <p:spPr>
          <a:xfrm xmlns:a="http://schemas.openxmlformats.org/drawingml/2006/main">
            <a:off x="552450" y="3095625"/>
            <a:ext cx="27146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550" b="1">
                <a:solidFill>
                  <a:srgbClr val="111111"/>
                </a:solidFill>
                <a:latin typeface="Inter"/>
                <a:ea typeface="Inter"/>
                <a:cs typeface="Inter"/>
              </a:defRPr>
            </a:defPPr>
            <a:lvl1pPr>
              <a:defRPr sz="2550" b="1">
                <a:solidFill>
                  <a:srgbClr val="111111"/>
                </a:solidFill>
                <a:latin typeface="Inter"/>
                <a:ea typeface="Inter"/>
                <a:cs typeface="Inter"/>
              </a:defRPr>
            </a:lvl1pPr>
            <a:lvl2pPr>
              <a:defRPr sz="2550" b="1">
                <a:solidFill>
                  <a:srgbClr val="111111"/>
                </a:solidFill>
                <a:latin typeface="Inter"/>
                <a:ea typeface="Inter"/>
                <a:cs typeface="Inter"/>
              </a:defRPr>
            </a:lvl2pPr>
            <a:lvl3pPr>
              <a:defRPr sz="2550" b="1">
                <a:solidFill>
                  <a:srgbClr val="111111"/>
                </a:solidFill>
                <a:latin typeface="Inter"/>
                <a:ea typeface="Inter"/>
                <a:cs typeface="Inter"/>
              </a:defRPr>
            </a:lvl3pPr>
            <a:lvl4pPr>
              <a:defRPr sz="2550" b="1">
                <a:solidFill>
                  <a:srgbClr val="111111"/>
                </a:solidFill>
                <a:latin typeface="Inter"/>
                <a:ea typeface="Inter"/>
                <a:cs typeface="Inter"/>
              </a:defRPr>
            </a:lvl4pPr>
            <a:lvl5pPr>
              <a:defRPr sz="2550" b="1">
                <a:solidFill>
                  <a:srgbClr val="111111"/>
                </a:solidFill>
                <a:latin typeface="Inter"/>
                <a:ea typeface="Inter"/>
                <a:cs typeface="Inter"/>
              </a:defRPr>
            </a:lvl5pPr>
            <a:lvl6pPr>
              <a:defRPr sz="2550" b="1">
                <a:solidFill>
                  <a:srgbClr val="111111"/>
                </a:solidFill>
                <a:latin typeface="Inter"/>
                <a:ea typeface="Inter"/>
                <a:cs typeface="Inter"/>
              </a:defRPr>
            </a:lvl6pPr>
            <a:lvl7pPr>
              <a:defRPr sz="2550" b="1">
                <a:solidFill>
                  <a:srgbClr val="111111"/>
                </a:solidFill>
                <a:latin typeface="Inter"/>
                <a:ea typeface="Inter"/>
                <a:cs typeface="Inter"/>
              </a:defRPr>
            </a:lvl7pPr>
            <a:lvl8pPr>
              <a:defRPr sz="2550" b="1">
                <a:solidFill>
                  <a:srgbClr val="111111"/>
                </a:solidFill>
                <a:latin typeface="Inter"/>
                <a:ea typeface="Inter"/>
                <a:cs typeface="Inter"/>
              </a:defRPr>
            </a:lvl8pPr>
            <a:lvl9pPr>
              <a:defRPr sz="2550" b="1">
                <a:solidFill>
                  <a:srgbClr val="111111"/>
                </a:solidFill>
                <a:latin typeface="Inter"/>
                <a:ea typeface="Inter"/>
                <a:cs typeface="Inter"/>
              </a:defRPr>
            </a:lvl9pPr>
          </a:lstStyle>
          <a:p xmlns:a="http://schemas.openxmlformats.org/drawingml/2006/main">
            <a:pPr>
              <a:defRPr sz="2550" b="1">
                <a:solidFill>
                  <a:srgbClr val="111111"/>
                </a:solidFill>
                <a:latin typeface="Inter"/>
                <a:ea typeface="Inter"/>
                <a:cs typeface="Inter"/>
              </a:defRPr>
            </a:pPr>
            <a:r>
              <a:rPr sz="2550" b="1">
                <a:solidFill>
                  <a:srgbClr val="111111"/>
                </a:solidFill>
                <a:latin typeface="Inter"/>
                <a:ea typeface="Inter"/>
                <a:cs typeface="Inter"/>
              </a:rPr>
              <a:t>“Which cells</a:t>
            </a:r>
          </a:p>
          <a:p xmlns:a="http://schemas.openxmlformats.org/drawingml/2006/main">
            <a:pPr>
              <a:defRPr sz="2550" b="1">
                <a:solidFill>
                  <a:srgbClr val="111111"/>
                </a:solidFill>
                <a:latin typeface="Inter"/>
                <a:ea typeface="Inter"/>
                <a:cs typeface="Inter"/>
              </a:defRPr>
            </a:pPr>
            <a:r>
              <a:rPr sz="2550" b="1">
                <a:solidFill>
                  <a:srgbClr val="111111"/>
                </a:solidFill>
                <a:latin typeface="Inter"/>
                <a:ea typeface="Inter"/>
                <a:cs typeface="Inter"/>
              </a:rPr>
              <a:t>are these?”</a:t>
            </a:r>
          </a:p>
        </p:txBody>
      </p:sp>
      <p:sp>
        <p:nvSpPr>
          <p:cNvPr id="4" name="arrow-22">
            <a:extLst xmlns:a="http://schemas.openxmlformats.org/drawingml/2006/main">
              <a:ext uri="{FF2B5EF4-FFF2-40B4-BE49-F238E27FC236}">
                <a16:creationId xmlns:a16="http://schemas.microsoft.com/office/drawing/2014/main" id="{DD93AF22-BF1E-4ECB-8ACF-B94553A539AC}"/>
              </a:ext>
            </a:extLst>
          </p:cNvPr>
          <p:cNvSpPr>
            <a:spLocks xmlns:a="http://schemas.openxmlformats.org/drawingml/2006/main" noGrp="1"/>
          </p:cNvSpPr>
          <p:nvPr/>
        </p:nvSpPr>
        <p:spPr>
          <a:xfrm xmlns:a="http://schemas.openxmlformats.org/drawingml/2006/main">
            <a:off x="3057525" y="3705225"/>
            <a:ext cx="361950" cy="152400"/>
          </a:xfrm>
          <a:prstGeom xmlns:a="http://schemas.openxmlformats.org/drawingml/2006/main" prst="rightArrow">
            <a:avLst/>
          </a:prstGeom>
          <a:solidFill xmlns:a="http://schemas.openxmlformats.org/drawingml/2006/main">
            <a:srgbClr val="1B5E20"/>
          </a:solidFill>
          <a:ln xmlns:a="http://schemas.openxmlformats.org/drawingml/2006/main" w="0">
            <a:noFill/>
          </a:ln>
        </p:spPr>
      </p:sp>
      <p:sp>
        <p:nvSpPr>
          <p:cNvPr id="5" name="block-23">
            <a:extLst xmlns:a="http://schemas.openxmlformats.org/drawingml/2006/main">
              <a:ext uri="{FF2B5EF4-FFF2-40B4-BE49-F238E27FC236}">
                <a16:creationId xmlns:a16="http://schemas.microsoft.com/office/drawing/2014/main" id="{C6453E33-9D11-417E-A683-4682ED99F972}"/>
              </a:ext>
            </a:extLst>
          </p:cNvPr>
          <p:cNvSpPr>
            <a:spLocks xmlns:a="http://schemas.openxmlformats.org/drawingml/2006/main" noGrp="1"/>
          </p:cNvSpPr>
          <p:nvPr/>
        </p:nvSpPr>
        <p:spPr>
          <a:xfrm xmlns:a="http://schemas.openxmlformats.org/drawingml/2006/main">
            <a:off x="3714750" y="2133600"/>
            <a:ext cx="4762500" cy="3476625"/>
          </a:xfrm>
          <a:prstGeom xmlns:a="http://schemas.openxmlformats.org/drawingml/2006/main" prst="rect">
            <a:avLst/>
          </a:prstGeom>
          <a:solidFill xmlns:a="http://schemas.openxmlformats.org/drawingml/2006/main">
            <a:srgbClr val="111111"/>
          </a:solidFill>
          <a:ln xmlns:a="http://schemas.openxmlformats.org/drawingml/2006/main" w="0">
            <a:noFill/>
          </a:ln>
        </p:spPr>
      </p:sp>
      <p:sp>
        <p:nvSpPr>
          <p:cNvPr id="6" name="copy-24">
            <a:extLst xmlns:a="http://schemas.openxmlformats.org/drawingml/2006/main">
              <a:ext uri="{FF2B5EF4-FFF2-40B4-BE49-F238E27FC236}">
                <a16:creationId xmlns:a16="http://schemas.microsoft.com/office/drawing/2014/main" id="{FE7CA30B-2B73-4F84-925C-53823FA3C756}"/>
              </a:ext>
            </a:extLst>
          </p:cNvPr>
          <p:cNvSpPr>
            <a:spLocks xmlns:a="http://schemas.openxmlformats.org/drawingml/2006/main" noGrp="1"/>
          </p:cNvSpPr>
          <p:nvPr/>
        </p:nvSpPr>
        <p:spPr>
          <a:xfrm xmlns:a="http://schemas.openxmlformats.org/drawingml/2006/main">
            <a:off x="4000500" y="2362200"/>
            <a:ext cx="4191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775" b="1">
                <a:solidFill>
                  <a:srgbClr val="FFFFFF"/>
                </a:solidFill>
                <a:latin typeface="Inter"/>
                <a:ea typeface="Inter"/>
                <a:cs typeface="Inter"/>
              </a:defRPr>
            </a:defPPr>
            <a:lvl1pPr>
              <a:defRPr sz="2775" b="1">
                <a:solidFill>
                  <a:srgbClr val="FFFFFF"/>
                </a:solidFill>
                <a:latin typeface="Inter"/>
                <a:ea typeface="Inter"/>
                <a:cs typeface="Inter"/>
              </a:defRPr>
            </a:lvl1pPr>
            <a:lvl2pPr>
              <a:defRPr sz="2775" b="1">
                <a:solidFill>
                  <a:srgbClr val="FFFFFF"/>
                </a:solidFill>
                <a:latin typeface="Inter"/>
                <a:ea typeface="Inter"/>
                <a:cs typeface="Inter"/>
              </a:defRPr>
            </a:lvl2pPr>
            <a:lvl3pPr>
              <a:defRPr sz="2775" b="1">
                <a:solidFill>
                  <a:srgbClr val="FFFFFF"/>
                </a:solidFill>
                <a:latin typeface="Inter"/>
                <a:ea typeface="Inter"/>
                <a:cs typeface="Inter"/>
              </a:defRPr>
            </a:lvl3pPr>
            <a:lvl4pPr>
              <a:defRPr sz="2775" b="1">
                <a:solidFill>
                  <a:srgbClr val="FFFFFF"/>
                </a:solidFill>
                <a:latin typeface="Inter"/>
                <a:ea typeface="Inter"/>
                <a:cs typeface="Inter"/>
              </a:defRPr>
            </a:lvl4pPr>
            <a:lvl5pPr>
              <a:defRPr sz="2775" b="1">
                <a:solidFill>
                  <a:srgbClr val="FFFFFF"/>
                </a:solidFill>
                <a:latin typeface="Inter"/>
                <a:ea typeface="Inter"/>
                <a:cs typeface="Inter"/>
              </a:defRPr>
            </a:lvl5pPr>
            <a:lvl6pPr>
              <a:defRPr sz="2775" b="1">
                <a:solidFill>
                  <a:srgbClr val="FFFFFF"/>
                </a:solidFill>
                <a:latin typeface="Inter"/>
                <a:ea typeface="Inter"/>
                <a:cs typeface="Inter"/>
              </a:defRPr>
            </a:lvl6pPr>
            <a:lvl7pPr>
              <a:defRPr sz="2775" b="1">
                <a:solidFill>
                  <a:srgbClr val="FFFFFF"/>
                </a:solidFill>
                <a:latin typeface="Inter"/>
                <a:ea typeface="Inter"/>
                <a:cs typeface="Inter"/>
              </a:defRPr>
            </a:lvl7pPr>
            <a:lvl8pPr>
              <a:defRPr sz="2775" b="1">
                <a:solidFill>
                  <a:srgbClr val="FFFFFF"/>
                </a:solidFill>
                <a:latin typeface="Inter"/>
                <a:ea typeface="Inter"/>
                <a:cs typeface="Inter"/>
              </a:defRPr>
            </a:lvl8pPr>
            <a:lvl9pPr>
              <a:defRPr sz="2775" b="1">
                <a:solidFill>
                  <a:srgbClr val="FFFFFF"/>
                </a:solidFill>
                <a:latin typeface="Inter"/>
                <a:ea typeface="Inter"/>
                <a:cs typeface="Inter"/>
              </a:defRPr>
            </a:lvl9pPr>
          </a:lstStyle>
          <a:p xmlns:a="http://schemas.openxmlformats.org/drawingml/2006/main">
            <a:pPr>
              <a:defRPr sz="2775" b="1">
                <a:solidFill>
                  <a:srgbClr val="FFFFFF"/>
                </a:solidFill>
                <a:latin typeface="Inter"/>
                <a:ea typeface="Inter"/>
                <a:cs typeface="Inter"/>
              </a:defRPr>
            </a:pPr>
            <a:r>
              <a:rPr sz="2775" b="1">
                <a:solidFill>
                  <a:srgbClr val="FFFFFF"/>
                </a:solidFill>
                <a:latin typeface="Inter"/>
                <a:ea typeface="Inter"/>
                <a:cs typeface="Inter"/>
              </a:rPr>
              <a:t>Celloras agent</a:t>
            </a:r>
          </a:p>
        </p:txBody>
      </p:sp>
      <p:sp>
        <p:nvSpPr>
          <p:cNvPr id="7" name="copy-25">
            <a:extLst xmlns:a="http://schemas.openxmlformats.org/drawingml/2006/main">
              <a:ext uri="{FF2B5EF4-FFF2-40B4-BE49-F238E27FC236}">
                <a16:creationId xmlns:a16="http://schemas.microsoft.com/office/drawing/2014/main" id="{666F5245-859C-42FE-B619-2159436BCD59}"/>
              </a:ext>
            </a:extLst>
          </p:cNvPr>
          <p:cNvSpPr>
            <a:spLocks xmlns:a="http://schemas.openxmlformats.org/drawingml/2006/main" noGrp="1"/>
          </p:cNvSpPr>
          <p:nvPr/>
        </p:nvSpPr>
        <p:spPr>
          <a:xfrm xmlns:a="http://schemas.openxmlformats.org/drawingml/2006/main">
            <a:off x="4000500" y="3152775"/>
            <a:ext cx="4191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FFFFFF"/>
                </a:solidFill>
                <a:latin typeface="Inter"/>
                <a:ea typeface="Inter"/>
                <a:cs typeface="Inter"/>
              </a:defRPr>
            </a:defPPr>
            <a:lvl1pPr>
              <a:defRPr sz="1875" b="1">
                <a:solidFill>
                  <a:srgbClr val="FFFFFF"/>
                </a:solidFill>
                <a:latin typeface="Inter"/>
                <a:ea typeface="Inter"/>
                <a:cs typeface="Inter"/>
              </a:defRPr>
            </a:lvl1pPr>
            <a:lvl2pPr>
              <a:defRPr sz="1875" b="1">
                <a:solidFill>
                  <a:srgbClr val="FFFFFF"/>
                </a:solidFill>
                <a:latin typeface="Inter"/>
                <a:ea typeface="Inter"/>
                <a:cs typeface="Inter"/>
              </a:defRPr>
            </a:lvl2pPr>
            <a:lvl3pPr>
              <a:defRPr sz="1875" b="1">
                <a:solidFill>
                  <a:srgbClr val="FFFFFF"/>
                </a:solidFill>
                <a:latin typeface="Inter"/>
                <a:ea typeface="Inter"/>
                <a:cs typeface="Inter"/>
              </a:defRPr>
            </a:lvl3pPr>
            <a:lvl4pPr>
              <a:defRPr sz="1875" b="1">
                <a:solidFill>
                  <a:srgbClr val="FFFFFF"/>
                </a:solidFill>
                <a:latin typeface="Inter"/>
                <a:ea typeface="Inter"/>
                <a:cs typeface="Inter"/>
              </a:defRPr>
            </a:lvl4pPr>
            <a:lvl5pPr>
              <a:defRPr sz="1875" b="1">
                <a:solidFill>
                  <a:srgbClr val="FFFFFF"/>
                </a:solidFill>
                <a:latin typeface="Inter"/>
                <a:ea typeface="Inter"/>
                <a:cs typeface="Inter"/>
              </a:defRPr>
            </a:lvl5pPr>
            <a:lvl6pPr>
              <a:defRPr sz="1875" b="1">
                <a:solidFill>
                  <a:srgbClr val="FFFFFF"/>
                </a:solidFill>
                <a:latin typeface="Inter"/>
                <a:ea typeface="Inter"/>
                <a:cs typeface="Inter"/>
              </a:defRPr>
            </a:lvl6pPr>
            <a:lvl7pPr>
              <a:defRPr sz="1875" b="1">
                <a:solidFill>
                  <a:srgbClr val="FFFFFF"/>
                </a:solidFill>
                <a:latin typeface="Inter"/>
                <a:ea typeface="Inter"/>
                <a:cs typeface="Inter"/>
              </a:defRPr>
            </a:lvl7pPr>
            <a:lvl8pPr>
              <a:defRPr sz="1875" b="1">
                <a:solidFill>
                  <a:srgbClr val="FFFFFF"/>
                </a:solidFill>
                <a:latin typeface="Inter"/>
                <a:ea typeface="Inter"/>
                <a:cs typeface="Inter"/>
              </a:defRPr>
            </a:lvl8pPr>
            <a:lvl9pPr>
              <a:defRPr sz="1875" b="1">
                <a:solidFill>
                  <a:srgbClr val="FFFFFF"/>
                </a:solidFill>
                <a:latin typeface="Inter"/>
                <a:ea typeface="Inter"/>
                <a:cs typeface="Inter"/>
              </a:defRPr>
            </a:lvl9pPr>
          </a:lstStyle>
          <a:p xmlns:a="http://schemas.openxmlformats.org/drawingml/2006/main">
            <a:pPr>
              <a:defRPr sz="1875" b="1">
                <a:solidFill>
                  <a:srgbClr val="FFFFFF"/>
                </a:solidFill>
                <a:latin typeface="Inter"/>
                <a:ea typeface="Inter"/>
                <a:cs typeface="Inter"/>
              </a:defRPr>
            </a:pPr>
            <a:r>
              <a:rPr sz="1875" b="1">
                <a:solidFill>
                  <a:srgbClr val="FFFFFF"/>
                </a:solidFill>
                <a:latin typeface="Inter"/>
                <a:ea typeface="Inter"/>
                <a:cs typeface="Inter"/>
              </a:rPr>
              <a:t>Checks published markers</a:t>
            </a:r>
          </a:p>
        </p:txBody>
      </p:sp>
      <p:sp>
        <p:nvSpPr>
          <p:cNvPr id="8" name="copy-26">
            <a:extLst xmlns:a="http://schemas.openxmlformats.org/drawingml/2006/main">
              <a:ext uri="{FF2B5EF4-FFF2-40B4-BE49-F238E27FC236}">
                <a16:creationId xmlns:a16="http://schemas.microsoft.com/office/drawing/2014/main" id="{0C0B7B26-3B4B-450E-BBBD-A782513622BD}"/>
              </a:ext>
            </a:extLst>
          </p:cNvPr>
          <p:cNvSpPr>
            <a:spLocks xmlns:a="http://schemas.openxmlformats.org/drawingml/2006/main" noGrp="1"/>
          </p:cNvSpPr>
          <p:nvPr/>
        </p:nvSpPr>
        <p:spPr>
          <a:xfrm xmlns:a="http://schemas.openxmlformats.org/drawingml/2006/main">
            <a:off x="4000500" y="3514725"/>
            <a:ext cx="419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425" b="0">
                <a:solidFill>
                  <a:srgbClr val="BAD4B1"/>
                </a:solidFill>
                <a:latin typeface="Inter"/>
                <a:ea typeface="Inter"/>
                <a:cs typeface="Inter"/>
              </a:defRPr>
            </a:defPPr>
            <a:lvl1pPr>
              <a:defRPr sz="1425" b="0">
                <a:solidFill>
                  <a:srgbClr val="BAD4B1"/>
                </a:solidFill>
                <a:latin typeface="Inter"/>
                <a:ea typeface="Inter"/>
                <a:cs typeface="Inter"/>
              </a:defRPr>
            </a:lvl1pPr>
            <a:lvl2pPr>
              <a:defRPr sz="1425" b="0">
                <a:solidFill>
                  <a:srgbClr val="BAD4B1"/>
                </a:solidFill>
                <a:latin typeface="Inter"/>
                <a:ea typeface="Inter"/>
                <a:cs typeface="Inter"/>
              </a:defRPr>
            </a:lvl2pPr>
            <a:lvl3pPr>
              <a:defRPr sz="1425" b="0">
                <a:solidFill>
                  <a:srgbClr val="BAD4B1"/>
                </a:solidFill>
                <a:latin typeface="Inter"/>
                <a:ea typeface="Inter"/>
                <a:cs typeface="Inter"/>
              </a:defRPr>
            </a:lvl3pPr>
            <a:lvl4pPr>
              <a:defRPr sz="1425" b="0">
                <a:solidFill>
                  <a:srgbClr val="BAD4B1"/>
                </a:solidFill>
                <a:latin typeface="Inter"/>
                <a:ea typeface="Inter"/>
                <a:cs typeface="Inter"/>
              </a:defRPr>
            </a:lvl4pPr>
            <a:lvl5pPr>
              <a:defRPr sz="1425" b="0">
                <a:solidFill>
                  <a:srgbClr val="BAD4B1"/>
                </a:solidFill>
                <a:latin typeface="Inter"/>
                <a:ea typeface="Inter"/>
                <a:cs typeface="Inter"/>
              </a:defRPr>
            </a:lvl5pPr>
            <a:lvl6pPr>
              <a:defRPr sz="1425" b="0">
                <a:solidFill>
                  <a:srgbClr val="BAD4B1"/>
                </a:solidFill>
                <a:latin typeface="Inter"/>
                <a:ea typeface="Inter"/>
                <a:cs typeface="Inter"/>
              </a:defRPr>
            </a:lvl6pPr>
            <a:lvl7pPr>
              <a:defRPr sz="1425" b="0">
                <a:solidFill>
                  <a:srgbClr val="BAD4B1"/>
                </a:solidFill>
                <a:latin typeface="Inter"/>
                <a:ea typeface="Inter"/>
                <a:cs typeface="Inter"/>
              </a:defRPr>
            </a:lvl7pPr>
            <a:lvl8pPr>
              <a:defRPr sz="1425" b="0">
                <a:solidFill>
                  <a:srgbClr val="BAD4B1"/>
                </a:solidFill>
                <a:latin typeface="Inter"/>
                <a:ea typeface="Inter"/>
                <a:cs typeface="Inter"/>
              </a:defRPr>
            </a:lvl8pPr>
            <a:lvl9pPr>
              <a:defRPr sz="1425" b="0">
                <a:solidFill>
                  <a:srgbClr val="BAD4B1"/>
                </a:solidFill>
                <a:latin typeface="Inter"/>
                <a:ea typeface="Inter"/>
                <a:cs typeface="Inter"/>
              </a:defRPr>
            </a:lvl9pPr>
          </a:lstStyle>
          <a:p xmlns:a="http://schemas.openxmlformats.org/drawingml/2006/main">
            <a:pPr>
              <a:defRPr sz="1425" b="0">
                <a:solidFill>
                  <a:srgbClr val="BAD4B1"/>
                </a:solidFill>
                <a:latin typeface="Inter"/>
                <a:ea typeface="Inter"/>
                <a:cs typeface="Inter"/>
              </a:defRPr>
            </a:pPr>
            <a:r>
              <a:rPr sz="1425" b="0">
                <a:solidFill>
                  <a:srgbClr val="BAD4B1"/>
                </a:solidFill>
                <a:latin typeface="Inter"/>
                <a:ea typeface="Inter"/>
                <a:cs typeface="Inter"/>
              </a:rPr>
              <a:t>Zetaris</a:t>
            </a:r>
          </a:p>
        </p:txBody>
      </p:sp>
      <p:sp>
        <p:nvSpPr>
          <p:cNvPr id="9" name="copy-27">
            <a:extLst xmlns:a="http://schemas.openxmlformats.org/drawingml/2006/main">
              <a:ext uri="{FF2B5EF4-FFF2-40B4-BE49-F238E27FC236}">
                <a16:creationId xmlns:a16="http://schemas.microsoft.com/office/drawing/2014/main" id="{CED8882E-8BA3-46A6-AF3D-E00F637376F7}"/>
              </a:ext>
            </a:extLst>
          </p:cNvPr>
          <p:cNvSpPr>
            <a:spLocks xmlns:a="http://schemas.openxmlformats.org/drawingml/2006/main" noGrp="1"/>
          </p:cNvSpPr>
          <p:nvPr/>
        </p:nvSpPr>
        <p:spPr>
          <a:xfrm xmlns:a="http://schemas.openxmlformats.org/drawingml/2006/main">
            <a:off x="4000500" y="3914775"/>
            <a:ext cx="4191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FFFFFF"/>
                </a:solidFill>
                <a:latin typeface="Inter"/>
                <a:ea typeface="Inter"/>
                <a:cs typeface="Inter"/>
              </a:defRPr>
            </a:defPPr>
            <a:lvl1pPr>
              <a:defRPr sz="1875" b="1">
                <a:solidFill>
                  <a:srgbClr val="FFFFFF"/>
                </a:solidFill>
                <a:latin typeface="Inter"/>
                <a:ea typeface="Inter"/>
                <a:cs typeface="Inter"/>
              </a:defRPr>
            </a:lvl1pPr>
            <a:lvl2pPr>
              <a:defRPr sz="1875" b="1">
                <a:solidFill>
                  <a:srgbClr val="FFFFFF"/>
                </a:solidFill>
                <a:latin typeface="Inter"/>
                <a:ea typeface="Inter"/>
                <a:cs typeface="Inter"/>
              </a:defRPr>
            </a:lvl2pPr>
            <a:lvl3pPr>
              <a:defRPr sz="1875" b="1">
                <a:solidFill>
                  <a:srgbClr val="FFFFFF"/>
                </a:solidFill>
                <a:latin typeface="Inter"/>
                <a:ea typeface="Inter"/>
                <a:cs typeface="Inter"/>
              </a:defRPr>
            </a:lvl3pPr>
            <a:lvl4pPr>
              <a:defRPr sz="1875" b="1">
                <a:solidFill>
                  <a:srgbClr val="FFFFFF"/>
                </a:solidFill>
                <a:latin typeface="Inter"/>
                <a:ea typeface="Inter"/>
                <a:cs typeface="Inter"/>
              </a:defRPr>
            </a:lvl4pPr>
            <a:lvl5pPr>
              <a:defRPr sz="1875" b="1">
                <a:solidFill>
                  <a:srgbClr val="FFFFFF"/>
                </a:solidFill>
                <a:latin typeface="Inter"/>
                <a:ea typeface="Inter"/>
                <a:cs typeface="Inter"/>
              </a:defRPr>
            </a:lvl5pPr>
            <a:lvl6pPr>
              <a:defRPr sz="1875" b="1">
                <a:solidFill>
                  <a:srgbClr val="FFFFFF"/>
                </a:solidFill>
                <a:latin typeface="Inter"/>
                <a:ea typeface="Inter"/>
                <a:cs typeface="Inter"/>
              </a:defRPr>
            </a:lvl6pPr>
            <a:lvl7pPr>
              <a:defRPr sz="1875" b="1">
                <a:solidFill>
                  <a:srgbClr val="FFFFFF"/>
                </a:solidFill>
                <a:latin typeface="Inter"/>
                <a:ea typeface="Inter"/>
                <a:cs typeface="Inter"/>
              </a:defRPr>
            </a:lvl7pPr>
            <a:lvl8pPr>
              <a:defRPr sz="1875" b="1">
                <a:solidFill>
                  <a:srgbClr val="FFFFFF"/>
                </a:solidFill>
                <a:latin typeface="Inter"/>
                <a:ea typeface="Inter"/>
                <a:cs typeface="Inter"/>
              </a:defRPr>
            </a:lvl8pPr>
            <a:lvl9pPr>
              <a:defRPr sz="1875" b="1">
                <a:solidFill>
                  <a:srgbClr val="FFFFFF"/>
                </a:solidFill>
                <a:latin typeface="Inter"/>
                <a:ea typeface="Inter"/>
                <a:cs typeface="Inter"/>
              </a:defRPr>
            </a:lvl9pPr>
          </a:lstStyle>
          <a:p xmlns:a="http://schemas.openxmlformats.org/drawingml/2006/main">
            <a:pPr>
              <a:defRPr sz="1875" b="1">
                <a:solidFill>
                  <a:srgbClr val="FFFFFF"/>
                </a:solidFill>
                <a:latin typeface="Inter"/>
                <a:ea typeface="Inter"/>
                <a:cs typeface="Inter"/>
              </a:defRPr>
            </a:pPr>
            <a:r>
              <a:rPr sz="1875" b="1">
                <a:solidFill>
                  <a:srgbClr val="FFFFFF"/>
                </a:solidFill>
                <a:latin typeface="Inter"/>
                <a:ea typeface="Inter"/>
                <a:cs typeface="Inter"/>
              </a:rPr>
              <a:t>Measures gene expression</a:t>
            </a:r>
          </a:p>
        </p:txBody>
      </p:sp>
      <p:sp>
        <p:nvSpPr>
          <p:cNvPr id="10" name="copy-28">
            <a:extLst xmlns:a="http://schemas.openxmlformats.org/drawingml/2006/main">
              <a:ext uri="{FF2B5EF4-FFF2-40B4-BE49-F238E27FC236}">
                <a16:creationId xmlns:a16="http://schemas.microsoft.com/office/drawing/2014/main" id="{6488416E-FB4F-43F9-AE42-CF4695E7FAF9}"/>
              </a:ext>
            </a:extLst>
          </p:cNvPr>
          <p:cNvSpPr>
            <a:spLocks xmlns:a="http://schemas.openxmlformats.org/drawingml/2006/main" noGrp="1"/>
          </p:cNvSpPr>
          <p:nvPr/>
        </p:nvSpPr>
        <p:spPr>
          <a:xfrm xmlns:a="http://schemas.openxmlformats.org/drawingml/2006/main">
            <a:off x="4000500" y="4276725"/>
            <a:ext cx="419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425" b="0">
                <a:solidFill>
                  <a:srgbClr val="BAD4B1"/>
                </a:solidFill>
                <a:latin typeface="Inter"/>
                <a:ea typeface="Inter"/>
                <a:cs typeface="Inter"/>
              </a:defRPr>
            </a:defPPr>
            <a:lvl1pPr>
              <a:defRPr sz="1425" b="0">
                <a:solidFill>
                  <a:srgbClr val="BAD4B1"/>
                </a:solidFill>
                <a:latin typeface="Inter"/>
                <a:ea typeface="Inter"/>
                <a:cs typeface="Inter"/>
              </a:defRPr>
            </a:lvl1pPr>
            <a:lvl2pPr>
              <a:defRPr sz="1425" b="0">
                <a:solidFill>
                  <a:srgbClr val="BAD4B1"/>
                </a:solidFill>
                <a:latin typeface="Inter"/>
                <a:ea typeface="Inter"/>
                <a:cs typeface="Inter"/>
              </a:defRPr>
            </a:lvl2pPr>
            <a:lvl3pPr>
              <a:defRPr sz="1425" b="0">
                <a:solidFill>
                  <a:srgbClr val="BAD4B1"/>
                </a:solidFill>
                <a:latin typeface="Inter"/>
                <a:ea typeface="Inter"/>
                <a:cs typeface="Inter"/>
              </a:defRPr>
            </a:lvl3pPr>
            <a:lvl4pPr>
              <a:defRPr sz="1425" b="0">
                <a:solidFill>
                  <a:srgbClr val="BAD4B1"/>
                </a:solidFill>
                <a:latin typeface="Inter"/>
                <a:ea typeface="Inter"/>
                <a:cs typeface="Inter"/>
              </a:defRPr>
            </a:lvl4pPr>
            <a:lvl5pPr>
              <a:defRPr sz="1425" b="0">
                <a:solidFill>
                  <a:srgbClr val="BAD4B1"/>
                </a:solidFill>
                <a:latin typeface="Inter"/>
                <a:ea typeface="Inter"/>
                <a:cs typeface="Inter"/>
              </a:defRPr>
            </a:lvl5pPr>
            <a:lvl6pPr>
              <a:defRPr sz="1425" b="0">
                <a:solidFill>
                  <a:srgbClr val="BAD4B1"/>
                </a:solidFill>
                <a:latin typeface="Inter"/>
                <a:ea typeface="Inter"/>
                <a:cs typeface="Inter"/>
              </a:defRPr>
            </a:lvl6pPr>
            <a:lvl7pPr>
              <a:defRPr sz="1425" b="0">
                <a:solidFill>
                  <a:srgbClr val="BAD4B1"/>
                </a:solidFill>
                <a:latin typeface="Inter"/>
                <a:ea typeface="Inter"/>
                <a:cs typeface="Inter"/>
              </a:defRPr>
            </a:lvl7pPr>
            <a:lvl8pPr>
              <a:defRPr sz="1425" b="0">
                <a:solidFill>
                  <a:srgbClr val="BAD4B1"/>
                </a:solidFill>
                <a:latin typeface="Inter"/>
                <a:ea typeface="Inter"/>
                <a:cs typeface="Inter"/>
              </a:defRPr>
            </a:lvl8pPr>
            <a:lvl9pPr>
              <a:defRPr sz="1425" b="0">
                <a:solidFill>
                  <a:srgbClr val="BAD4B1"/>
                </a:solidFill>
                <a:latin typeface="Inter"/>
                <a:ea typeface="Inter"/>
                <a:cs typeface="Inter"/>
              </a:defRPr>
            </a:lvl9pPr>
          </a:lstStyle>
          <a:p xmlns:a="http://schemas.openxmlformats.org/drawingml/2006/main">
            <a:pPr>
              <a:defRPr sz="1425" b="0">
                <a:solidFill>
                  <a:srgbClr val="BAD4B1"/>
                </a:solidFill>
                <a:latin typeface="Inter"/>
                <a:ea typeface="Inter"/>
                <a:cs typeface="Inter"/>
              </a:defRPr>
            </a:pPr>
            <a:r>
              <a:rPr sz="1425" b="0">
                <a:solidFill>
                  <a:srgbClr val="BAD4B1"/>
                </a:solidFill>
                <a:latin typeface="Inter"/>
                <a:ea typeface="Inter"/>
                <a:cs typeface="Inter"/>
              </a:rPr>
              <a:t>Scientific analysis tools</a:t>
            </a:r>
          </a:p>
        </p:txBody>
      </p:sp>
      <p:sp>
        <p:nvSpPr>
          <p:cNvPr id="11" name="copy-29">
            <a:extLst xmlns:a="http://schemas.openxmlformats.org/drawingml/2006/main">
              <a:ext uri="{FF2B5EF4-FFF2-40B4-BE49-F238E27FC236}">
                <a16:creationId xmlns:a16="http://schemas.microsoft.com/office/drawing/2014/main" id="{94430AA9-54F6-425A-9535-EB0A2F31DFB5}"/>
              </a:ext>
            </a:extLst>
          </p:cNvPr>
          <p:cNvSpPr>
            <a:spLocks xmlns:a="http://schemas.openxmlformats.org/drawingml/2006/main" noGrp="1"/>
          </p:cNvSpPr>
          <p:nvPr/>
        </p:nvSpPr>
        <p:spPr>
          <a:xfrm xmlns:a="http://schemas.openxmlformats.org/drawingml/2006/main">
            <a:off x="4000500" y="4676775"/>
            <a:ext cx="4191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FFFFFF"/>
                </a:solidFill>
                <a:latin typeface="Inter"/>
                <a:ea typeface="Inter"/>
                <a:cs typeface="Inter"/>
              </a:defRPr>
            </a:defPPr>
            <a:lvl1pPr>
              <a:defRPr sz="1875" b="1">
                <a:solidFill>
                  <a:srgbClr val="FFFFFF"/>
                </a:solidFill>
                <a:latin typeface="Inter"/>
                <a:ea typeface="Inter"/>
                <a:cs typeface="Inter"/>
              </a:defRPr>
            </a:lvl1pPr>
            <a:lvl2pPr>
              <a:defRPr sz="1875" b="1">
                <a:solidFill>
                  <a:srgbClr val="FFFFFF"/>
                </a:solidFill>
                <a:latin typeface="Inter"/>
                <a:ea typeface="Inter"/>
                <a:cs typeface="Inter"/>
              </a:defRPr>
            </a:lvl2pPr>
            <a:lvl3pPr>
              <a:defRPr sz="1875" b="1">
                <a:solidFill>
                  <a:srgbClr val="FFFFFF"/>
                </a:solidFill>
                <a:latin typeface="Inter"/>
                <a:ea typeface="Inter"/>
                <a:cs typeface="Inter"/>
              </a:defRPr>
            </a:lvl3pPr>
            <a:lvl4pPr>
              <a:defRPr sz="1875" b="1">
                <a:solidFill>
                  <a:srgbClr val="FFFFFF"/>
                </a:solidFill>
                <a:latin typeface="Inter"/>
                <a:ea typeface="Inter"/>
                <a:cs typeface="Inter"/>
              </a:defRPr>
            </a:lvl4pPr>
            <a:lvl5pPr>
              <a:defRPr sz="1875" b="1">
                <a:solidFill>
                  <a:srgbClr val="FFFFFF"/>
                </a:solidFill>
                <a:latin typeface="Inter"/>
                <a:ea typeface="Inter"/>
                <a:cs typeface="Inter"/>
              </a:defRPr>
            </a:lvl5pPr>
            <a:lvl6pPr>
              <a:defRPr sz="1875" b="1">
                <a:solidFill>
                  <a:srgbClr val="FFFFFF"/>
                </a:solidFill>
                <a:latin typeface="Inter"/>
                <a:ea typeface="Inter"/>
                <a:cs typeface="Inter"/>
              </a:defRPr>
            </a:lvl6pPr>
            <a:lvl7pPr>
              <a:defRPr sz="1875" b="1">
                <a:solidFill>
                  <a:srgbClr val="FFFFFF"/>
                </a:solidFill>
                <a:latin typeface="Inter"/>
                <a:ea typeface="Inter"/>
                <a:cs typeface="Inter"/>
              </a:defRPr>
            </a:lvl7pPr>
            <a:lvl8pPr>
              <a:defRPr sz="1875" b="1">
                <a:solidFill>
                  <a:srgbClr val="FFFFFF"/>
                </a:solidFill>
                <a:latin typeface="Inter"/>
                <a:ea typeface="Inter"/>
                <a:cs typeface="Inter"/>
              </a:defRPr>
            </a:lvl8pPr>
            <a:lvl9pPr>
              <a:defRPr sz="1875" b="1">
                <a:solidFill>
                  <a:srgbClr val="FFFFFF"/>
                </a:solidFill>
                <a:latin typeface="Inter"/>
                <a:ea typeface="Inter"/>
                <a:cs typeface="Inter"/>
              </a:defRPr>
            </a:lvl9pPr>
          </a:lstStyle>
          <a:p xmlns:a="http://schemas.openxmlformats.org/drawingml/2006/main">
            <a:pPr>
              <a:defRPr sz="1875" b="1">
                <a:solidFill>
                  <a:srgbClr val="FFFFFF"/>
                </a:solidFill>
                <a:latin typeface="Inter"/>
                <a:ea typeface="Inter"/>
                <a:cs typeface="Inter"/>
              </a:defRPr>
            </a:pPr>
            <a:r>
              <a:rPr sz="1875" b="1">
                <a:solidFill>
                  <a:srgbClr val="FFFFFF"/>
                </a:solidFill>
                <a:latin typeface="Inter"/>
                <a:ea typeface="Inter"/>
                <a:cs typeface="Inter"/>
              </a:rPr>
              <a:t>Recalls your reviewed decisions</a:t>
            </a:r>
          </a:p>
        </p:txBody>
      </p:sp>
      <p:sp>
        <p:nvSpPr>
          <p:cNvPr id="12" name="copy-30">
            <a:extLst xmlns:a="http://schemas.openxmlformats.org/drawingml/2006/main">
              <a:ext uri="{FF2B5EF4-FFF2-40B4-BE49-F238E27FC236}">
                <a16:creationId xmlns:a16="http://schemas.microsoft.com/office/drawing/2014/main" id="{9CAC7BDB-0147-4BD3-96A6-4449412F0320}"/>
              </a:ext>
            </a:extLst>
          </p:cNvPr>
          <p:cNvSpPr>
            <a:spLocks xmlns:a="http://schemas.openxmlformats.org/drawingml/2006/main" noGrp="1"/>
          </p:cNvSpPr>
          <p:nvPr/>
        </p:nvSpPr>
        <p:spPr>
          <a:xfrm xmlns:a="http://schemas.openxmlformats.org/drawingml/2006/main">
            <a:off x="4000500" y="5038725"/>
            <a:ext cx="419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425" b="0">
                <a:solidFill>
                  <a:srgbClr val="BAD4B1"/>
                </a:solidFill>
                <a:latin typeface="Inter"/>
                <a:ea typeface="Inter"/>
                <a:cs typeface="Inter"/>
              </a:defRPr>
            </a:defPPr>
            <a:lvl1pPr>
              <a:defRPr sz="1425" b="0">
                <a:solidFill>
                  <a:srgbClr val="BAD4B1"/>
                </a:solidFill>
                <a:latin typeface="Inter"/>
                <a:ea typeface="Inter"/>
                <a:cs typeface="Inter"/>
              </a:defRPr>
            </a:lvl1pPr>
            <a:lvl2pPr>
              <a:defRPr sz="1425" b="0">
                <a:solidFill>
                  <a:srgbClr val="BAD4B1"/>
                </a:solidFill>
                <a:latin typeface="Inter"/>
                <a:ea typeface="Inter"/>
                <a:cs typeface="Inter"/>
              </a:defRPr>
            </a:lvl2pPr>
            <a:lvl3pPr>
              <a:defRPr sz="1425" b="0">
                <a:solidFill>
                  <a:srgbClr val="BAD4B1"/>
                </a:solidFill>
                <a:latin typeface="Inter"/>
                <a:ea typeface="Inter"/>
                <a:cs typeface="Inter"/>
              </a:defRPr>
            </a:lvl3pPr>
            <a:lvl4pPr>
              <a:defRPr sz="1425" b="0">
                <a:solidFill>
                  <a:srgbClr val="BAD4B1"/>
                </a:solidFill>
                <a:latin typeface="Inter"/>
                <a:ea typeface="Inter"/>
                <a:cs typeface="Inter"/>
              </a:defRPr>
            </a:lvl4pPr>
            <a:lvl5pPr>
              <a:defRPr sz="1425" b="0">
                <a:solidFill>
                  <a:srgbClr val="BAD4B1"/>
                </a:solidFill>
                <a:latin typeface="Inter"/>
                <a:ea typeface="Inter"/>
                <a:cs typeface="Inter"/>
              </a:defRPr>
            </a:lvl5pPr>
            <a:lvl6pPr>
              <a:defRPr sz="1425" b="0">
                <a:solidFill>
                  <a:srgbClr val="BAD4B1"/>
                </a:solidFill>
                <a:latin typeface="Inter"/>
                <a:ea typeface="Inter"/>
                <a:cs typeface="Inter"/>
              </a:defRPr>
            </a:lvl6pPr>
            <a:lvl7pPr>
              <a:defRPr sz="1425" b="0">
                <a:solidFill>
                  <a:srgbClr val="BAD4B1"/>
                </a:solidFill>
                <a:latin typeface="Inter"/>
                <a:ea typeface="Inter"/>
                <a:cs typeface="Inter"/>
              </a:defRPr>
            </a:lvl7pPr>
            <a:lvl8pPr>
              <a:defRPr sz="1425" b="0">
                <a:solidFill>
                  <a:srgbClr val="BAD4B1"/>
                </a:solidFill>
                <a:latin typeface="Inter"/>
                <a:ea typeface="Inter"/>
                <a:cs typeface="Inter"/>
              </a:defRPr>
            </a:lvl8pPr>
            <a:lvl9pPr>
              <a:defRPr sz="1425" b="0">
                <a:solidFill>
                  <a:srgbClr val="BAD4B1"/>
                </a:solidFill>
                <a:latin typeface="Inter"/>
                <a:ea typeface="Inter"/>
                <a:cs typeface="Inter"/>
              </a:defRPr>
            </a:lvl9pPr>
          </a:lstStyle>
          <a:p xmlns:a="http://schemas.openxmlformats.org/drawingml/2006/main">
            <a:pPr>
              <a:defRPr sz="1425" b="0">
                <a:solidFill>
                  <a:srgbClr val="BAD4B1"/>
                </a:solidFill>
                <a:latin typeface="Inter"/>
                <a:ea typeface="Inter"/>
                <a:cs typeface="Inter"/>
              </a:defRPr>
            </a:pPr>
            <a:r>
              <a:rPr sz="1425" b="0">
                <a:solidFill>
                  <a:srgbClr val="BAD4B1"/>
                </a:solidFill>
                <a:latin typeface="Inter"/>
                <a:ea typeface="Inter"/>
                <a:cs typeface="Inter"/>
              </a:rPr>
              <a:t>Meterless H-MEM</a:t>
            </a:r>
          </a:p>
        </p:txBody>
      </p:sp>
      <p:sp>
        <p:nvSpPr>
          <p:cNvPr id="13" name="arrow-31">
            <a:extLst xmlns:a="http://schemas.openxmlformats.org/drawingml/2006/main">
              <a:ext uri="{FF2B5EF4-FFF2-40B4-BE49-F238E27FC236}">
                <a16:creationId xmlns:a16="http://schemas.microsoft.com/office/drawing/2014/main" id="{A446DA27-0513-444B-BD85-03C652A8959C}"/>
              </a:ext>
            </a:extLst>
          </p:cNvPr>
          <p:cNvSpPr>
            <a:spLocks xmlns:a="http://schemas.openxmlformats.org/drawingml/2006/main" noGrp="1"/>
          </p:cNvSpPr>
          <p:nvPr/>
        </p:nvSpPr>
        <p:spPr>
          <a:xfrm xmlns:a="http://schemas.openxmlformats.org/drawingml/2006/main">
            <a:off x="8724900" y="3705225"/>
            <a:ext cx="361950" cy="152400"/>
          </a:xfrm>
          <a:prstGeom xmlns:a="http://schemas.openxmlformats.org/drawingml/2006/main" prst="rightArrow">
            <a:avLst/>
          </a:prstGeom>
          <a:solidFill xmlns:a="http://schemas.openxmlformats.org/drawingml/2006/main">
            <a:srgbClr val="1B5E20"/>
          </a:solidFill>
          <a:ln xmlns:a="http://schemas.openxmlformats.org/drawingml/2006/main" w="0">
            <a:noFill/>
          </a:ln>
        </p:spPr>
      </p:sp>
      <p:sp>
        <p:nvSpPr>
          <p:cNvPr id="14" name="copy-32">
            <a:extLst xmlns:a="http://schemas.openxmlformats.org/drawingml/2006/main">
              <a:ext uri="{FF2B5EF4-FFF2-40B4-BE49-F238E27FC236}">
                <a16:creationId xmlns:a16="http://schemas.microsoft.com/office/drawing/2014/main" id="{7A8EA216-7165-44E3-80C8-CC98AD033E1F}"/>
              </a:ext>
            </a:extLst>
          </p:cNvPr>
          <p:cNvSpPr>
            <a:spLocks xmlns:a="http://schemas.openxmlformats.org/drawingml/2006/main" noGrp="1"/>
          </p:cNvSpPr>
          <p:nvPr/>
        </p:nvSpPr>
        <p:spPr>
          <a:xfrm xmlns:a="http://schemas.openxmlformats.org/drawingml/2006/main">
            <a:off x="9372600" y="2428875"/>
            <a:ext cx="238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1">
                <a:solidFill>
                  <a:srgbClr val="1B5E20"/>
                </a:solidFill>
                <a:latin typeface="Inter"/>
                <a:ea typeface="Inter"/>
                <a:cs typeface="Inter"/>
              </a:defRPr>
            </a:defPPr>
            <a:lvl1pPr>
              <a:defRPr sz="2100" b="1">
                <a:solidFill>
                  <a:srgbClr val="1B5E20"/>
                </a:solidFill>
                <a:latin typeface="Inter"/>
                <a:ea typeface="Inter"/>
                <a:cs typeface="Inter"/>
              </a:defRPr>
            </a:lvl1pPr>
            <a:lvl2pPr>
              <a:defRPr sz="2100" b="1">
                <a:solidFill>
                  <a:srgbClr val="1B5E20"/>
                </a:solidFill>
                <a:latin typeface="Inter"/>
                <a:ea typeface="Inter"/>
                <a:cs typeface="Inter"/>
              </a:defRPr>
            </a:lvl2pPr>
            <a:lvl3pPr>
              <a:defRPr sz="2100" b="1">
                <a:solidFill>
                  <a:srgbClr val="1B5E20"/>
                </a:solidFill>
                <a:latin typeface="Inter"/>
                <a:ea typeface="Inter"/>
                <a:cs typeface="Inter"/>
              </a:defRPr>
            </a:lvl3pPr>
            <a:lvl4pPr>
              <a:defRPr sz="2100" b="1">
                <a:solidFill>
                  <a:srgbClr val="1B5E20"/>
                </a:solidFill>
                <a:latin typeface="Inter"/>
                <a:ea typeface="Inter"/>
                <a:cs typeface="Inter"/>
              </a:defRPr>
            </a:lvl4pPr>
            <a:lvl5pPr>
              <a:defRPr sz="2100" b="1">
                <a:solidFill>
                  <a:srgbClr val="1B5E20"/>
                </a:solidFill>
                <a:latin typeface="Inter"/>
                <a:ea typeface="Inter"/>
                <a:cs typeface="Inter"/>
              </a:defRPr>
            </a:lvl5pPr>
            <a:lvl6pPr>
              <a:defRPr sz="2100" b="1">
                <a:solidFill>
                  <a:srgbClr val="1B5E20"/>
                </a:solidFill>
                <a:latin typeface="Inter"/>
                <a:ea typeface="Inter"/>
                <a:cs typeface="Inter"/>
              </a:defRPr>
            </a:lvl6pPr>
            <a:lvl7pPr>
              <a:defRPr sz="2100" b="1">
                <a:solidFill>
                  <a:srgbClr val="1B5E20"/>
                </a:solidFill>
                <a:latin typeface="Inter"/>
                <a:ea typeface="Inter"/>
                <a:cs typeface="Inter"/>
              </a:defRPr>
            </a:lvl7pPr>
            <a:lvl8pPr>
              <a:defRPr sz="2100" b="1">
                <a:solidFill>
                  <a:srgbClr val="1B5E20"/>
                </a:solidFill>
                <a:latin typeface="Inter"/>
                <a:ea typeface="Inter"/>
                <a:cs typeface="Inter"/>
              </a:defRPr>
            </a:lvl8pPr>
            <a:lvl9pPr>
              <a:defRPr sz="2100" b="1">
                <a:solidFill>
                  <a:srgbClr val="1B5E20"/>
                </a:solidFill>
                <a:latin typeface="Inter"/>
                <a:ea typeface="Inter"/>
                <a:cs typeface="Inter"/>
              </a:defRPr>
            </a:lvl9pPr>
          </a:lstStyle>
          <a:p xmlns:a="http://schemas.openxmlformats.org/drawingml/2006/main">
            <a:pPr>
              <a:defRPr sz="2100" b="1">
                <a:solidFill>
                  <a:srgbClr val="1B5E20"/>
                </a:solidFill>
                <a:latin typeface="Inter"/>
                <a:ea typeface="Inter"/>
                <a:cs typeface="Inter"/>
              </a:defRPr>
            </a:pPr>
            <a:r>
              <a:rPr sz="2100" b="1">
                <a:solidFill>
                  <a:srgbClr val="1B5E20"/>
                </a:solidFill>
                <a:latin typeface="Inter"/>
                <a:ea typeface="Inter"/>
                <a:cs typeface="Inter"/>
              </a:rPr>
              <a:t>You receive</a:t>
            </a:r>
          </a:p>
        </p:txBody>
      </p:sp>
      <p:sp>
        <p:nvSpPr>
          <p:cNvPr id="15" name="copy-33">
            <a:extLst xmlns:a="http://schemas.openxmlformats.org/drawingml/2006/main">
              <a:ext uri="{FF2B5EF4-FFF2-40B4-BE49-F238E27FC236}">
                <a16:creationId xmlns:a16="http://schemas.microsoft.com/office/drawing/2014/main" id="{C110C285-2917-4A64-84DA-C450DC72E081}"/>
              </a:ext>
            </a:extLst>
          </p:cNvPr>
          <p:cNvSpPr>
            <a:spLocks xmlns:a="http://schemas.openxmlformats.org/drawingml/2006/main" noGrp="1"/>
          </p:cNvSpPr>
          <p:nvPr/>
        </p:nvSpPr>
        <p:spPr>
          <a:xfrm xmlns:a="http://schemas.openxmlformats.org/drawingml/2006/main">
            <a:off x="9372600" y="3095625"/>
            <a:ext cx="23812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11111"/>
                </a:solidFill>
                <a:latin typeface="Inter"/>
                <a:ea typeface="Inter"/>
                <a:cs typeface="Inter"/>
              </a:defRPr>
            </a:defPPr>
            <a:lvl1pPr>
              <a:defRPr sz="2025" b="0">
                <a:solidFill>
                  <a:srgbClr val="111111"/>
                </a:solidFill>
                <a:latin typeface="Inter"/>
                <a:ea typeface="Inter"/>
                <a:cs typeface="Inter"/>
              </a:defRPr>
            </a:lvl1pPr>
            <a:lvl2pPr>
              <a:defRPr sz="2025" b="0">
                <a:solidFill>
                  <a:srgbClr val="111111"/>
                </a:solidFill>
                <a:latin typeface="Inter"/>
                <a:ea typeface="Inter"/>
                <a:cs typeface="Inter"/>
              </a:defRPr>
            </a:lvl2pPr>
            <a:lvl3pPr>
              <a:defRPr sz="2025" b="0">
                <a:solidFill>
                  <a:srgbClr val="111111"/>
                </a:solidFill>
                <a:latin typeface="Inter"/>
                <a:ea typeface="Inter"/>
                <a:cs typeface="Inter"/>
              </a:defRPr>
            </a:lvl3pPr>
            <a:lvl4pPr>
              <a:defRPr sz="2025" b="0">
                <a:solidFill>
                  <a:srgbClr val="111111"/>
                </a:solidFill>
                <a:latin typeface="Inter"/>
                <a:ea typeface="Inter"/>
                <a:cs typeface="Inter"/>
              </a:defRPr>
            </a:lvl4pPr>
            <a:lvl5pPr>
              <a:defRPr sz="2025" b="0">
                <a:solidFill>
                  <a:srgbClr val="111111"/>
                </a:solidFill>
                <a:latin typeface="Inter"/>
                <a:ea typeface="Inter"/>
                <a:cs typeface="Inter"/>
              </a:defRPr>
            </a:lvl5pPr>
            <a:lvl6pPr>
              <a:defRPr sz="2025" b="0">
                <a:solidFill>
                  <a:srgbClr val="111111"/>
                </a:solidFill>
                <a:latin typeface="Inter"/>
                <a:ea typeface="Inter"/>
                <a:cs typeface="Inter"/>
              </a:defRPr>
            </a:lvl6pPr>
            <a:lvl7pPr>
              <a:defRPr sz="2025" b="0">
                <a:solidFill>
                  <a:srgbClr val="111111"/>
                </a:solidFill>
                <a:latin typeface="Inter"/>
                <a:ea typeface="Inter"/>
                <a:cs typeface="Inter"/>
              </a:defRPr>
            </a:lvl7pPr>
            <a:lvl8pPr>
              <a:defRPr sz="2025" b="0">
                <a:solidFill>
                  <a:srgbClr val="111111"/>
                </a:solidFill>
                <a:latin typeface="Inter"/>
                <a:ea typeface="Inter"/>
                <a:cs typeface="Inter"/>
              </a:defRPr>
            </a:lvl8pPr>
            <a:lvl9pPr>
              <a:defRPr sz="2025" b="0">
                <a:solidFill>
                  <a:srgbClr val="111111"/>
                </a:solidFill>
                <a:latin typeface="Inter"/>
                <a:ea typeface="Inter"/>
                <a:cs typeface="Inter"/>
              </a:defRPr>
            </a:lvl9pPr>
          </a:lstStyle>
          <a:p xmlns:a="http://schemas.openxmlformats.org/drawingml/2006/main">
            <a:pPr>
              <a:defRPr sz="2025" b="0">
                <a:solidFill>
                  <a:srgbClr val="111111"/>
                </a:solidFill>
                <a:latin typeface="Inter"/>
                <a:ea typeface="Inter"/>
                <a:cs typeface="Inter"/>
              </a:defRPr>
            </a:pPr>
            <a:r>
              <a:rPr sz="2025" b="0">
                <a:solidFill>
                  <a:srgbClr val="111111"/>
                </a:solidFill>
                <a:latin typeface="Inter"/>
                <a:ea typeface="Inter"/>
                <a:cs typeface="Inter"/>
              </a:rPr>
              <a:t>Cell map</a:t>
            </a:r>
          </a:p>
          <a:p xmlns:a="http://schemas.openxmlformats.org/drawingml/2006/main">
            <a:pPr>
              <a:defRPr sz="2025" b="0">
                <a:solidFill>
                  <a:srgbClr val="111111"/>
                </a:solidFill>
                <a:latin typeface="Inter"/>
                <a:ea typeface="Inter"/>
                <a:cs typeface="Inter"/>
              </a:defRPr>
            </a:pPr>
            <a:r>
              <a:rPr sz="2025" b="0">
                <a:solidFill>
                  <a:srgbClr val="111111"/>
                </a:solidFill>
                <a:latin typeface="Inter"/>
                <a:ea typeface="Inter"/>
                <a:cs typeface="Inter"/>
              </a:rPr>
              <a:t>Supporting genes</a:t>
            </a:r>
          </a:p>
          <a:p xmlns:a="http://schemas.openxmlformats.org/drawingml/2006/main">
            <a:pPr>
              <a:defRPr sz="2025" b="0">
                <a:solidFill>
                  <a:srgbClr val="111111"/>
                </a:solidFill>
                <a:latin typeface="Inter"/>
                <a:ea typeface="Inter"/>
                <a:cs typeface="Inter"/>
              </a:defRPr>
            </a:pPr>
            <a:r>
              <a:rPr sz="2025" b="0">
                <a:solidFill>
                  <a:srgbClr val="111111"/>
                </a:solidFill>
                <a:latin typeface="Inter"/>
                <a:ea typeface="Inter"/>
                <a:cs typeface="Inter"/>
              </a:rPr>
              <a:t>Source links</a:t>
            </a:r>
          </a:p>
        </p:txBody>
      </p:sp>
      <p:sp>
        <p:nvSpPr>
          <p:cNvPr id="16" name="copy-34">
            <a:extLst xmlns:a="http://schemas.openxmlformats.org/drawingml/2006/main">
              <a:ext uri="{FF2B5EF4-FFF2-40B4-BE49-F238E27FC236}">
                <a16:creationId xmlns:a16="http://schemas.microsoft.com/office/drawing/2014/main" id="{C302DCCD-D9EF-4D59-9B71-7A8CC8BA2BB4}"/>
              </a:ext>
            </a:extLst>
          </p:cNvPr>
          <p:cNvSpPr>
            <a:spLocks xmlns:a="http://schemas.openxmlformats.org/drawingml/2006/main" noGrp="1"/>
          </p:cNvSpPr>
          <p:nvPr/>
        </p:nvSpPr>
        <p:spPr>
          <a:xfrm xmlns:a="http://schemas.openxmlformats.org/drawingml/2006/main">
            <a:off x="552450" y="6172200"/>
            <a:ext cx="110871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111111"/>
                </a:solidFill>
                <a:latin typeface="Inter"/>
                <a:ea typeface="Inter"/>
                <a:cs typeface="Inter"/>
              </a:defRPr>
            </a:defPPr>
            <a:lvl1pPr>
              <a:defRPr sz="2100" b="0">
                <a:solidFill>
                  <a:srgbClr val="111111"/>
                </a:solidFill>
                <a:latin typeface="Inter"/>
                <a:ea typeface="Inter"/>
                <a:cs typeface="Inter"/>
              </a:defRPr>
            </a:lvl1pPr>
            <a:lvl2pPr>
              <a:defRPr sz="2100" b="0">
                <a:solidFill>
                  <a:srgbClr val="111111"/>
                </a:solidFill>
                <a:latin typeface="Inter"/>
                <a:ea typeface="Inter"/>
                <a:cs typeface="Inter"/>
              </a:defRPr>
            </a:lvl2pPr>
            <a:lvl3pPr>
              <a:defRPr sz="2100" b="0">
                <a:solidFill>
                  <a:srgbClr val="111111"/>
                </a:solidFill>
                <a:latin typeface="Inter"/>
                <a:ea typeface="Inter"/>
                <a:cs typeface="Inter"/>
              </a:defRPr>
            </a:lvl3pPr>
            <a:lvl4pPr>
              <a:defRPr sz="2100" b="0">
                <a:solidFill>
                  <a:srgbClr val="111111"/>
                </a:solidFill>
                <a:latin typeface="Inter"/>
                <a:ea typeface="Inter"/>
                <a:cs typeface="Inter"/>
              </a:defRPr>
            </a:lvl4pPr>
            <a:lvl5pPr>
              <a:defRPr sz="2100" b="0">
                <a:solidFill>
                  <a:srgbClr val="111111"/>
                </a:solidFill>
                <a:latin typeface="Inter"/>
                <a:ea typeface="Inter"/>
                <a:cs typeface="Inter"/>
              </a:defRPr>
            </a:lvl5pPr>
            <a:lvl6pPr>
              <a:defRPr sz="2100" b="0">
                <a:solidFill>
                  <a:srgbClr val="111111"/>
                </a:solidFill>
                <a:latin typeface="Inter"/>
                <a:ea typeface="Inter"/>
                <a:cs typeface="Inter"/>
              </a:defRPr>
            </a:lvl6pPr>
            <a:lvl7pPr>
              <a:defRPr sz="2100" b="0">
                <a:solidFill>
                  <a:srgbClr val="111111"/>
                </a:solidFill>
                <a:latin typeface="Inter"/>
                <a:ea typeface="Inter"/>
                <a:cs typeface="Inter"/>
              </a:defRPr>
            </a:lvl7pPr>
            <a:lvl8pPr>
              <a:defRPr sz="2100" b="0">
                <a:solidFill>
                  <a:srgbClr val="111111"/>
                </a:solidFill>
                <a:latin typeface="Inter"/>
                <a:ea typeface="Inter"/>
                <a:cs typeface="Inter"/>
              </a:defRPr>
            </a:lvl8pPr>
            <a:lvl9pPr>
              <a:defRPr sz="2100" b="0">
                <a:solidFill>
                  <a:srgbClr val="111111"/>
                </a:solidFill>
                <a:latin typeface="Inter"/>
                <a:ea typeface="Inter"/>
                <a:cs typeface="Inter"/>
              </a:defRPr>
            </a:lvl9pPr>
          </a:lstStyle>
          <a:p xmlns:a="http://schemas.openxmlformats.org/drawingml/2006/main">
            <a:pPr>
              <a:defRPr sz="2100" b="0">
                <a:solidFill>
                  <a:srgbClr val="111111"/>
                </a:solidFill>
                <a:latin typeface="Inter"/>
                <a:ea typeface="Inter"/>
                <a:cs typeface="Inter"/>
              </a:defRPr>
            </a:pPr>
            <a:r>
              <a:rPr sz="2100" b="0">
                <a:solidFill>
                  <a:srgbClr val="111111"/>
                </a:solidFill>
                <a:latin typeface="Inter"/>
                <a:ea typeface="Inter"/>
                <a:cs typeface="Inter"/>
              </a:rPr>
              <a:t>You review the evidence and save your decision.</a:t>
            </a:r>
          </a:p>
        </p:txBody>
      </p:sp>
    </p:spTree>
    <p:extLst>
      <p:ext uri="{BB962C8B-B14F-4D97-AF65-F5344CB8AC3E}">
        <p14:creationId xmlns:p14="http://schemas.microsoft.com/office/powerpoint/2010/main" val="102087443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py-35">
            <a:extLst xmlns:a="http://schemas.openxmlformats.org/drawingml/2006/main">
              <a:ext uri="{FF2B5EF4-FFF2-40B4-BE49-F238E27FC236}">
                <a16:creationId xmlns:a16="http://schemas.microsoft.com/office/drawing/2014/main" id="{94F7065F-F657-4019-92CB-22EF801D5FBB}"/>
              </a:ext>
            </a:extLst>
          </p:cNvPr>
          <p:cNvSpPr>
            <a:spLocks xmlns:a="http://schemas.openxmlformats.org/drawingml/2006/main" noGrp="1"/>
          </p:cNvSpPr>
          <p:nvPr/>
        </p:nvSpPr>
        <p:spPr>
          <a:xfrm xmlns:a="http://schemas.openxmlformats.org/drawingml/2006/main">
            <a:off x="514350" y="552450"/>
            <a:ext cx="111823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4125" b="1">
                <a:solidFill>
                  <a:srgbClr val="111111"/>
                </a:solidFill>
                <a:latin typeface="Inter"/>
                <a:ea typeface="Inter"/>
                <a:cs typeface="Inter"/>
              </a:defRPr>
            </a:defPPr>
            <a:lvl1pPr>
              <a:defRPr sz="4125" b="1">
                <a:solidFill>
                  <a:srgbClr val="111111"/>
                </a:solidFill>
                <a:latin typeface="Inter"/>
                <a:ea typeface="Inter"/>
                <a:cs typeface="Inter"/>
              </a:defRPr>
            </a:lvl1pPr>
            <a:lvl2pPr>
              <a:defRPr sz="4125" b="1">
                <a:solidFill>
                  <a:srgbClr val="111111"/>
                </a:solidFill>
                <a:latin typeface="Inter"/>
                <a:ea typeface="Inter"/>
                <a:cs typeface="Inter"/>
              </a:defRPr>
            </a:lvl2pPr>
            <a:lvl3pPr>
              <a:defRPr sz="4125" b="1">
                <a:solidFill>
                  <a:srgbClr val="111111"/>
                </a:solidFill>
                <a:latin typeface="Inter"/>
                <a:ea typeface="Inter"/>
                <a:cs typeface="Inter"/>
              </a:defRPr>
            </a:lvl3pPr>
            <a:lvl4pPr>
              <a:defRPr sz="4125" b="1">
                <a:solidFill>
                  <a:srgbClr val="111111"/>
                </a:solidFill>
                <a:latin typeface="Inter"/>
                <a:ea typeface="Inter"/>
                <a:cs typeface="Inter"/>
              </a:defRPr>
            </a:lvl4pPr>
            <a:lvl5pPr>
              <a:defRPr sz="4125" b="1">
                <a:solidFill>
                  <a:srgbClr val="111111"/>
                </a:solidFill>
                <a:latin typeface="Inter"/>
                <a:ea typeface="Inter"/>
                <a:cs typeface="Inter"/>
              </a:defRPr>
            </a:lvl5pPr>
            <a:lvl6pPr>
              <a:defRPr sz="4125" b="1">
                <a:solidFill>
                  <a:srgbClr val="111111"/>
                </a:solidFill>
                <a:latin typeface="Inter"/>
                <a:ea typeface="Inter"/>
                <a:cs typeface="Inter"/>
              </a:defRPr>
            </a:lvl6pPr>
            <a:lvl7pPr>
              <a:defRPr sz="4125" b="1">
                <a:solidFill>
                  <a:srgbClr val="111111"/>
                </a:solidFill>
                <a:latin typeface="Inter"/>
                <a:ea typeface="Inter"/>
                <a:cs typeface="Inter"/>
              </a:defRPr>
            </a:lvl7pPr>
            <a:lvl8pPr>
              <a:defRPr sz="4125" b="1">
                <a:solidFill>
                  <a:srgbClr val="111111"/>
                </a:solidFill>
                <a:latin typeface="Inter"/>
                <a:ea typeface="Inter"/>
                <a:cs typeface="Inter"/>
              </a:defRPr>
            </a:lvl8pPr>
            <a:lvl9pPr>
              <a:defRPr sz="4125" b="1">
                <a:solidFill>
                  <a:srgbClr val="111111"/>
                </a:solidFill>
                <a:latin typeface="Inter"/>
                <a:ea typeface="Inter"/>
                <a:cs typeface="Inter"/>
              </a:defRPr>
            </a:lvl9pPr>
          </a:lstStyle>
          <a:p xmlns:a="http://schemas.openxmlformats.org/drawingml/2006/main">
            <a:pPr>
              <a:defRPr sz="4125" b="1">
                <a:solidFill>
                  <a:srgbClr val="111111"/>
                </a:solidFill>
                <a:latin typeface="Inter"/>
                <a:ea typeface="Inter"/>
                <a:cs typeface="Inter"/>
              </a:defRPr>
            </a:pPr>
            <a:r>
              <a:rPr sz="4125" b="1">
                <a:solidFill>
                  <a:srgbClr val="111111"/>
                </a:solidFill>
                <a:latin typeface="Inter"/>
                <a:ea typeface="Inter"/>
                <a:cs typeface="Inter"/>
              </a:rPr>
              <a:t>“What did we decide, and why?”</a:t>
            </a:r>
          </a:p>
        </p:txBody>
      </p:sp>
      <p:sp>
        <p:nvSpPr>
          <p:cNvPr id="2" name="copy-36">
            <a:extLst xmlns:a="http://schemas.openxmlformats.org/drawingml/2006/main">
              <a:ext uri="{FF2B5EF4-FFF2-40B4-BE49-F238E27FC236}">
                <a16:creationId xmlns:a16="http://schemas.microsoft.com/office/drawing/2014/main" id="{598F4407-745E-448E-9E6C-1C6EAB9E527E}"/>
              </a:ext>
            </a:extLst>
          </p:cNvPr>
          <p:cNvSpPr>
            <a:spLocks xmlns:a="http://schemas.openxmlformats.org/drawingml/2006/main" noGrp="1"/>
          </p:cNvSpPr>
          <p:nvPr/>
        </p:nvSpPr>
        <p:spPr>
          <a:xfrm xmlns:a="http://schemas.openxmlformats.org/drawingml/2006/main">
            <a:off x="552450" y="1514475"/>
            <a:ext cx="110871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666666"/>
                </a:solidFill>
                <a:latin typeface="Inter"/>
                <a:ea typeface="Inter"/>
                <a:cs typeface="Inter"/>
              </a:defRPr>
            </a:defPPr>
            <a:lvl1pPr>
              <a:defRPr sz="2100" b="0">
                <a:solidFill>
                  <a:srgbClr val="666666"/>
                </a:solidFill>
                <a:latin typeface="Inter"/>
                <a:ea typeface="Inter"/>
                <a:cs typeface="Inter"/>
              </a:defRPr>
            </a:lvl1pPr>
            <a:lvl2pPr>
              <a:defRPr sz="2100" b="0">
                <a:solidFill>
                  <a:srgbClr val="666666"/>
                </a:solidFill>
                <a:latin typeface="Inter"/>
                <a:ea typeface="Inter"/>
                <a:cs typeface="Inter"/>
              </a:defRPr>
            </a:lvl2pPr>
            <a:lvl3pPr>
              <a:defRPr sz="2100" b="0">
                <a:solidFill>
                  <a:srgbClr val="666666"/>
                </a:solidFill>
                <a:latin typeface="Inter"/>
                <a:ea typeface="Inter"/>
                <a:cs typeface="Inter"/>
              </a:defRPr>
            </a:lvl3pPr>
            <a:lvl4pPr>
              <a:defRPr sz="2100" b="0">
                <a:solidFill>
                  <a:srgbClr val="666666"/>
                </a:solidFill>
                <a:latin typeface="Inter"/>
                <a:ea typeface="Inter"/>
                <a:cs typeface="Inter"/>
              </a:defRPr>
            </a:lvl4pPr>
            <a:lvl5pPr>
              <a:defRPr sz="2100" b="0">
                <a:solidFill>
                  <a:srgbClr val="666666"/>
                </a:solidFill>
                <a:latin typeface="Inter"/>
                <a:ea typeface="Inter"/>
                <a:cs typeface="Inter"/>
              </a:defRPr>
            </a:lvl5pPr>
            <a:lvl6pPr>
              <a:defRPr sz="2100" b="0">
                <a:solidFill>
                  <a:srgbClr val="666666"/>
                </a:solidFill>
                <a:latin typeface="Inter"/>
                <a:ea typeface="Inter"/>
                <a:cs typeface="Inter"/>
              </a:defRPr>
            </a:lvl6pPr>
            <a:lvl7pPr>
              <a:defRPr sz="2100" b="0">
                <a:solidFill>
                  <a:srgbClr val="666666"/>
                </a:solidFill>
                <a:latin typeface="Inter"/>
                <a:ea typeface="Inter"/>
                <a:cs typeface="Inter"/>
              </a:defRPr>
            </a:lvl7pPr>
            <a:lvl8pPr>
              <a:defRPr sz="2100" b="0">
                <a:solidFill>
                  <a:srgbClr val="666666"/>
                </a:solidFill>
                <a:latin typeface="Inter"/>
                <a:ea typeface="Inter"/>
                <a:cs typeface="Inter"/>
              </a:defRPr>
            </a:lvl8pPr>
            <a:lvl9pPr>
              <a:defRPr sz="2100" b="0">
                <a:solidFill>
                  <a:srgbClr val="666666"/>
                </a:solidFill>
                <a:latin typeface="Inter"/>
                <a:ea typeface="Inter"/>
                <a:cs typeface="Inter"/>
              </a:defRPr>
            </a:lvl9pPr>
          </a:lstStyle>
          <a:p xmlns:a="http://schemas.openxmlformats.org/drawingml/2006/main">
            <a:pPr>
              <a:defRPr sz="2100" b="0">
                <a:solidFill>
                  <a:srgbClr val="666666"/>
                </a:solidFill>
                <a:latin typeface="Inter"/>
                <a:ea typeface="Inter"/>
                <a:cs typeface="Inter"/>
              </a:defRPr>
            </a:pPr>
            <a:r>
              <a:rPr sz="2100" b="0">
                <a:solidFill>
                  <a:srgbClr val="666666"/>
                </a:solidFill>
                <a:latin typeface="Inter"/>
                <a:ea typeface="Inter"/>
                <a:cs typeface="Inter"/>
              </a:rPr>
              <a:t>The agent recalls your latest decision and links to its source.</a:t>
            </a:r>
          </a:p>
        </p:txBody>
      </p:sp>
      <p:sp>
        <p:nvSpPr>
          <p:cNvPr id="3" name="copy-37">
            <a:extLst xmlns:a="http://schemas.openxmlformats.org/drawingml/2006/main">
              <a:ext uri="{FF2B5EF4-FFF2-40B4-BE49-F238E27FC236}">
                <a16:creationId xmlns:a16="http://schemas.microsoft.com/office/drawing/2014/main" id="{160B9BA7-06BF-4AF7-8FFB-BED151A722AF}"/>
              </a:ext>
            </a:extLst>
          </p:cNvPr>
          <p:cNvSpPr>
            <a:spLocks xmlns:a="http://schemas.openxmlformats.org/drawingml/2006/main" noGrp="1"/>
          </p:cNvSpPr>
          <p:nvPr/>
        </p:nvSpPr>
        <p:spPr>
          <a:xfrm xmlns:a="http://schemas.openxmlformats.org/drawingml/2006/main">
            <a:off x="552450" y="2286000"/>
            <a:ext cx="11087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1">
                <a:solidFill>
                  <a:srgbClr val="1B5E20"/>
                </a:solidFill>
                <a:latin typeface="Inter"/>
                <a:ea typeface="Inter"/>
                <a:cs typeface="Inter"/>
              </a:defRPr>
            </a:defPPr>
            <a:lvl1pPr>
              <a:defRPr sz="1575" b="1">
                <a:solidFill>
                  <a:srgbClr val="1B5E20"/>
                </a:solidFill>
                <a:latin typeface="Inter"/>
                <a:ea typeface="Inter"/>
                <a:cs typeface="Inter"/>
              </a:defRPr>
            </a:lvl1pPr>
            <a:lvl2pPr>
              <a:defRPr sz="1575" b="1">
                <a:solidFill>
                  <a:srgbClr val="1B5E20"/>
                </a:solidFill>
                <a:latin typeface="Inter"/>
                <a:ea typeface="Inter"/>
                <a:cs typeface="Inter"/>
              </a:defRPr>
            </a:lvl2pPr>
            <a:lvl3pPr>
              <a:defRPr sz="1575" b="1">
                <a:solidFill>
                  <a:srgbClr val="1B5E20"/>
                </a:solidFill>
                <a:latin typeface="Inter"/>
                <a:ea typeface="Inter"/>
                <a:cs typeface="Inter"/>
              </a:defRPr>
            </a:lvl3pPr>
            <a:lvl4pPr>
              <a:defRPr sz="1575" b="1">
                <a:solidFill>
                  <a:srgbClr val="1B5E20"/>
                </a:solidFill>
                <a:latin typeface="Inter"/>
                <a:ea typeface="Inter"/>
                <a:cs typeface="Inter"/>
              </a:defRPr>
            </a:lvl4pPr>
            <a:lvl5pPr>
              <a:defRPr sz="1575" b="1">
                <a:solidFill>
                  <a:srgbClr val="1B5E20"/>
                </a:solidFill>
                <a:latin typeface="Inter"/>
                <a:ea typeface="Inter"/>
                <a:cs typeface="Inter"/>
              </a:defRPr>
            </a:lvl5pPr>
            <a:lvl6pPr>
              <a:defRPr sz="1575" b="1">
                <a:solidFill>
                  <a:srgbClr val="1B5E20"/>
                </a:solidFill>
                <a:latin typeface="Inter"/>
                <a:ea typeface="Inter"/>
                <a:cs typeface="Inter"/>
              </a:defRPr>
            </a:lvl6pPr>
            <a:lvl7pPr>
              <a:defRPr sz="1575" b="1">
                <a:solidFill>
                  <a:srgbClr val="1B5E20"/>
                </a:solidFill>
                <a:latin typeface="Inter"/>
                <a:ea typeface="Inter"/>
                <a:cs typeface="Inter"/>
              </a:defRPr>
            </a:lvl7pPr>
            <a:lvl8pPr>
              <a:defRPr sz="1575" b="1">
                <a:solidFill>
                  <a:srgbClr val="1B5E20"/>
                </a:solidFill>
                <a:latin typeface="Inter"/>
                <a:ea typeface="Inter"/>
                <a:cs typeface="Inter"/>
              </a:defRPr>
            </a:lvl8pPr>
            <a:lvl9pPr>
              <a:defRPr sz="1575" b="1">
                <a:solidFill>
                  <a:srgbClr val="1B5E20"/>
                </a:solidFill>
                <a:latin typeface="Inter"/>
                <a:ea typeface="Inter"/>
                <a:cs typeface="Inter"/>
              </a:defRPr>
            </a:lvl9pPr>
          </a:lstStyle>
          <a:p xmlns:a="http://schemas.openxmlformats.org/drawingml/2006/main">
            <a:pPr>
              <a:defRPr sz="1575" b="1">
                <a:solidFill>
                  <a:srgbClr val="1B5E20"/>
                </a:solidFill>
                <a:latin typeface="Inter"/>
                <a:ea typeface="Inter"/>
                <a:cs typeface="Inter"/>
              </a:defRPr>
            </a:pPr>
            <a:r>
              <a:rPr sz="1575" b="1">
                <a:solidFill>
                  <a:srgbClr val="1B5E20"/>
                </a:solidFill>
                <a:latin typeface="Inter"/>
                <a:ea typeface="Inter"/>
                <a:cs typeface="Inter"/>
              </a:rPr>
              <a:t>Actual agent reply</a:t>
            </a:r>
          </a:p>
        </p:txBody>
      </p:sp>
      <p:sp>
        <p:nvSpPr>
          <p:cNvPr id="4" name="copy-38">
            <a:extLst xmlns:a="http://schemas.openxmlformats.org/drawingml/2006/main">
              <a:ext uri="{FF2B5EF4-FFF2-40B4-BE49-F238E27FC236}">
                <a16:creationId xmlns:a16="http://schemas.microsoft.com/office/drawing/2014/main" id="{87E76C6C-DBA0-436A-BB0D-0048DA1D766C}"/>
              </a:ext>
            </a:extLst>
          </p:cNvPr>
          <p:cNvSpPr>
            <a:spLocks xmlns:a="http://schemas.openxmlformats.org/drawingml/2006/main" noGrp="1"/>
          </p:cNvSpPr>
          <p:nvPr/>
        </p:nvSpPr>
        <p:spPr>
          <a:xfrm xmlns:a="http://schemas.openxmlformats.org/drawingml/2006/main">
            <a:off x="552450" y="2800350"/>
            <a:ext cx="1108710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111111"/>
                </a:solidFill>
                <a:latin typeface="Inter"/>
                <a:ea typeface="Inter"/>
                <a:cs typeface="Inter"/>
              </a:defRPr>
            </a:defPPr>
            <a:lvl1pPr>
              <a:defRPr sz="2175" b="0">
                <a:solidFill>
                  <a:srgbClr val="111111"/>
                </a:solidFill>
                <a:latin typeface="Inter"/>
                <a:ea typeface="Inter"/>
                <a:cs typeface="Inter"/>
              </a:defRPr>
            </a:lvl1pPr>
            <a:lvl2pPr>
              <a:defRPr sz="2175" b="0">
                <a:solidFill>
                  <a:srgbClr val="111111"/>
                </a:solidFill>
                <a:latin typeface="Inter"/>
                <a:ea typeface="Inter"/>
                <a:cs typeface="Inter"/>
              </a:defRPr>
            </a:lvl2pPr>
            <a:lvl3pPr>
              <a:defRPr sz="2175" b="0">
                <a:solidFill>
                  <a:srgbClr val="111111"/>
                </a:solidFill>
                <a:latin typeface="Inter"/>
                <a:ea typeface="Inter"/>
                <a:cs typeface="Inter"/>
              </a:defRPr>
            </a:lvl3pPr>
            <a:lvl4pPr>
              <a:defRPr sz="2175" b="0">
                <a:solidFill>
                  <a:srgbClr val="111111"/>
                </a:solidFill>
                <a:latin typeface="Inter"/>
                <a:ea typeface="Inter"/>
                <a:cs typeface="Inter"/>
              </a:defRPr>
            </a:lvl4pPr>
            <a:lvl5pPr>
              <a:defRPr sz="2175" b="0">
                <a:solidFill>
                  <a:srgbClr val="111111"/>
                </a:solidFill>
                <a:latin typeface="Inter"/>
                <a:ea typeface="Inter"/>
                <a:cs typeface="Inter"/>
              </a:defRPr>
            </a:lvl5pPr>
            <a:lvl6pPr>
              <a:defRPr sz="2175" b="0">
                <a:solidFill>
                  <a:srgbClr val="111111"/>
                </a:solidFill>
                <a:latin typeface="Inter"/>
                <a:ea typeface="Inter"/>
                <a:cs typeface="Inter"/>
              </a:defRPr>
            </a:lvl6pPr>
            <a:lvl7pPr>
              <a:defRPr sz="2175" b="0">
                <a:solidFill>
                  <a:srgbClr val="111111"/>
                </a:solidFill>
                <a:latin typeface="Inter"/>
                <a:ea typeface="Inter"/>
                <a:cs typeface="Inter"/>
              </a:defRPr>
            </a:lvl7pPr>
            <a:lvl8pPr>
              <a:defRPr sz="2175" b="0">
                <a:solidFill>
                  <a:srgbClr val="111111"/>
                </a:solidFill>
                <a:latin typeface="Inter"/>
                <a:ea typeface="Inter"/>
                <a:cs typeface="Inter"/>
              </a:defRPr>
            </a:lvl8pPr>
            <a:lvl9pPr>
              <a:defRPr sz="2175" b="0">
                <a:solidFill>
                  <a:srgbClr val="111111"/>
                </a:solidFill>
                <a:latin typeface="Inter"/>
                <a:ea typeface="Inter"/>
                <a:cs typeface="Inter"/>
              </a:defRPr>
            </a:lvl9pPr>
          </a:lstStyle>
          <a:p xmlns:a="http://schemas.openxmlformats.org/drawingml/2006/main">
            <a:pPr>
              <a:defRPr sz="2175" b="0">
                <a:solidFill>
                  <a:srgbClr val="111111"/>
                </a:solidFill>
                <a:latin typeface="Inter"/>
                <a:ea typeface="Inter"/>
                <a:cs typeface="Inter"/>
              </a:defRPr>
            </a:pPr>
            <a:r>
              <a:rPr sz="2175" b="0">
                <a:solidFill>
                  <a:srgbClr val="111111"/>
                </a:solidFill>
                <a:latin typeface="Inter"/>
                <a:ea typeface="Inter"/>
                <a:cs typeface="Inter"/>
              </a:rPr>
              <a:t>Your latest decision for group 6 is unresolved: you withdrew the provisional Root hair label pending review of independent evidence.</a:t>
            </a:r>
          </a:p>
        </p:txBody>
      </p:sp>
      <p:sp>
        <p:nvSpPr>
          <p:cNvPr id="5" name="copy-39">
            <a:extLst xmlns:a="http://schemas.openxmlformats.org/drawingml/2006/main">
              <a:ext uri="{FF2B5EF4-FFF2-40B4-BE49-F238E27FC236}">
                <a16:creationId xmlns:a16="http://schemas.microsoft.com/office/drawing/2014/main" id="{5B53936B-BABA-400B-8123-42992C7EDA8F}"/>
              </a:ext>
            </a:extLst>
          </p:cNvPr>
          <p:cNvSpPr>
            <a:spLocks xmlns:a="http://schemas.openxmlformats.org/drawingml/2006/main" noGrp="1"/>
          </p:cNvSpPr>
          <p:nvPr/>
        </p:nvSpPr>
        <p:spPr>
          <a:xfrm xmlns:a="http://schemas.openxmlformats.org/drawingml/2006/main">
            <a:off x="552450" y="3981450"/>
            <a:ext cx="11087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1B5E20"/>
                </a:solidFill>
                <a:latin typeface="Inter"/>
                <a:ea typeface="Inter"/>
                <a:cs typeface="Inter"/>
              </a:defRPr>
            </a:defPPr>
            <a:lvl1pPr>
              <a:defRPr sz="1650" b="0">
                <a:solidFill>
                  <a:srgbClr val="1B5E20"/>
                </a:solidFill>
                <a:latin typeface="Inter"/>
                <a:ea typeface="Inter"/>
                <a:cs typeface="Inter"/>
              </a:defRPr>
            </a:lvl1pPr>
            <a:lvl2pPr>
              <a:defRPr sz="1650" b="0">
                <a:solidFill>
                  <a:srgbClr val="1B5E20"/>
                </a:solidFill>
                <a:latin typeface="Inter"/>
                <a:ea typeface="Inter"/>
                <a:cs typeface="Inter"/>
              </a:defRPr>
            </a:lvl2pPr>
            <a:lvl3pPr>
              <a:defRPr sz="1650" b="0">
                <a:solidFill>
                  <a:srgbClr val="1B5E20"/>
                </a:solidFill>
                <a:latin typeface="Inter"/>
                <a:ea typeface="Inter"/>
                <a:cs typeface="Inter"/>
              </a:defRPr>
            </a:lvl3pPr>
            <a:lvl4pPr>
              <a:defRPr sz="1650" b="0">
                <a:solidFill>
                  <a:srgbClr val="1B5E20"/>
                </a:solidFill>
                <a:latin typeface="Inter"/>
                <a:ea typeface="Inter"/>
                <a:cs typeface="Inter"/>
              </a:defRPr>
            </a:lvl4pPr>
            <a:lvl5pPr>
              <a:defRPr sz="1650" b="0">
                <a:solidFill>
                  <a:srgbClr val="1B5E20"/>
                </a:solidFill>
                <a:latin typeface="Inter"/>
                <a:ea typeface="Inter"/>
                <a:cs typeface="Inter"/>
              </a:defRPr>
            </a:lvl5pPr>
            <a:lvl6pPr>
              <a:defRPr sz="1650" b="0">
                <a:solidFill>
                  <a:srgbClr val="1B5E20"/>
                </a:solidFill>
                <a:latin typeface="Inter"/>
                <a:ea typeface="Inter"/>
                <a:cs typeface="Inter"/>
              </a:defRPr>
            </a:lvl6pPr>
            <a:lvl7pPr>
              <a:defRPr sz="1650" b="0">
                <a:solidFill>
                  <a:srgbClr val="1B5E20"/>
                </a:solidFill>
                <a:latin typeface="Inter"/>
                <a:ea typeface="Inter"/>
                <a:cs typeface="Inter"/>
              </a:defRPr>
            </a:lvl7pPr>
            <a:lvl8pPr>
              <a:defRPr sz="1650" b="0">
                <a:solidFill>
                  <a:srgbClr val="1B5E20"/>
                </a:solidFill>
                <a:latin typeface="Inter"/>
                <a:ea typeface="Inter"/>
                <a:cs typeface="Inter"/>
              </a:defRPr>
            </a:lvl8pPr>
            <a:lvl9pPr>
              <a:defRPr sz="1650" b="0">
                <a:solidFill>
                  <a:srgbClr val="1B5E20"/>
                </a:solidFill>
                <a:latin typeface="Inter"/>
                <a:ea typeface="Inter"/>
                <a:cs typeface="Inter"/>
              </a:defRPr>
            </a:lvl9pPr>
          </a:lstStyle>
          <a:p xmlns:a="http://schemas.openxmlformats.org/drawingml/2006/main">
            <a:pPr>
              <a:defRPr sz="1650" b="0">
                <a:solidFill>
                  <a:srgbClr val="1B5E20"/>
                </a:solidFill>
                <a:latin typeface="Inter"/>
                <a:ea typeface="Inter"/>
                <a:cs typeface="Inter"/>
              </a:defRPr>
            </a:pPr>
            <a:r>
              <a:rPr sz="1650" b="0">
                <a:solidFill>
                  <a:srgbClr val="1B5E20"/>
                </a:solidFill>
                <a:latin typeface="Inter"/>
                <a:ea typeface="Inter"/>
                <a:cs typeface="Inter"/>
                <a:hlinkClick xmlns:r="http://schemas.openxmlformats.org/officeDocument/2006/relationships" r:id="Rfa0665f5669b49ba"/>
              </a:rPr>
              <a:t>Open the reply and its saved-review source</a:t>
            </a:r>
          </a:p>
        </p:txBody>
      </p:sp>
      <p:sp>
        <p:nvSpPr>
          <p:cNvPr id="6" name="copy-40">
            <a:extLst xmlns:a="http://schemas.openxmlformats.org/drawingml/2006/main">
              <a:ext uri="{FF2B5EF4-FFF2-40B4-BE49-F238E27FC236}">
                <a16:creationId xmlns:a16="http://schemas.microsoft.com/office/drawing/2014/main" id="{27DF9C1C-EE4C-4ECE-94E6-72193D9666D0}"/>
              </a:ext>
            </a:extLst>
          </p:cNvPr>
          <p:cNvSpPr>
            <a:spLocks xmlns:a="http://schemas.openxmlformats.org/drawingml/2006/main" noGrp="1"/>
          </p:cNvSpPr>
          <p:nvPr/>
        </p:nvSpPr>
        <p:spPr>
          <a:xfrm xmlns:a="http://schemas.openxmlformats.org/drawingml/2006/main">
            <a:off x="552450" y="45339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666666"/>
                </a:solidFill>
                <a:latin typeface="Inter"/>
                <a:ea typeface="Inter"/>
                <a:cs typeface="Inter"/>
              </a:defRPr>
            </a:defPPr>
            <a:lvl1pPr>
              <a:defRPr sz="1800" b="0">
                <a:solidFill>
                  <a:srgbClr val="666666"/>
                </a:solidFill>
                <a:latin typeface="Inter"/>
                <a:ea typeface="Inter"/>
                <a:cs typeface="Inter"/>
              </a:defRPr>
            </a:lvl1pPr>
            <a:lvl2pPr>
              <a:defRPr sz="1800" b="0">
                <a:solidFill>
                  <a:srgbClr val="666666"/>
                </a:solidFill>
                <a:latin typeface="Inter"/>
                <a:ea typeface="Inter"/>
                <a:cs typeface="Inter"/>
              </a:defRPr>
            </a:lvl2pPr>
            <a:lvl3pPr>
              <a:defRPr sz="1800" b="0">
                <a:solidFill>
                  <a:srgbClr val="666666"/>
                </a:solidFill>
                <a:latin typeface="Inter"/>
                <a:ea typeface="Inter"/>
                <a:cs typeface="Inter"/>
              </a:defRPr>
            </a:lvl3pPr>
            <a:lvl4pPr>
              <a:defRPr sz="1800" b="0">
                <a:solidFill>
                  <a:srgbClr val="666666"/>
                </a:solidFill>
                <a:latin typeface="Inter"/>
                <a:ea typeface="Inter"/>
                <a:cs typeface="Inter"/>
              </a:defRPr>
            </a:lvl4pPr>
            <a:lvl5pPr>
              <a:defRPr sz="1800" b="0">
                <a:solidFill>
                  <a:srgbClr val="666666"/>
                </a:solidFill>
                <a:latin typeface="Inter"/>
                <a:ea typeface="Inter"/>
                <a:cs typeface="Inter"/>
              </a:defRPr>
            </a:lvl5pPr>
            <a:lvl6pPr>
              <a:defRPr sz="1800" b="0">
                <a:solidFill>
                  <a:srgbClr val="666666"/>
                </a:solidFill>
                <a:latin typeface="Inter"/>
                <a:ea typeface="Inter"/>
                <a:cs typeface="Inter"/>
              </a:defRPr>
            </a:lvl6pPr>
            <a:lvl7pPr>
              <a:defRPr sz="1800" b="0">
                <a:solidFill>
                  <a:srgbClr val="666666"/>
                </a:solidFill>
                <a:latin typeface="Inter"/>
                <a:ea typeface="Inter"/>
                <a:cs typeface="Inter"/>
              </a:defRPr>
            </a:lvl7pPr>
            <a:lvl8pPr>
              <a:defRPr sz="1800" b="0">
                <a:solidFill>
                  <a:srgbClr val="666666"/>
                </a:solidFill>
                <a:latin typeface="Inter"/>
                <a:ea typeface="Inter"/>
                <a:cs typeface="Inter"/>
              </a:defRPr>
            </a:lvl8pPr>
            <a:lvl9pPr>
              <a:defRPr sz="1800" b="0">
                <a:solidFill>
                  <a:srgbClr val="666666"/>
                </a:solidFill>
                <a:latin typeface="Inter"/>
                <a:ea typeface="Inter"/>
                <a:cs typeface="Inter"/>
              </a:defRPr>
            </a:lvl9pPr>
          </a:lstStyle>
          <a:p xmlns:a="http://schemas.openxmlformats.org/drawingml/2006/main">
            <a:pPr>
              <a:defRPr sz="1800" b="0">
                <a:solidFill>
                  <a:srgbClr val="666666"/>
                </a:solidFill>
                <a:latin typeface="Inter"/>
                <a:ea typeface="Inter"/>
                <a:cs typeface="Inter"/>
              </a:defRPr>
            </a:pPr>
            <a:r>
              <a:rPr sz="1800" b="0">
                <a:solidFill>
                  <a:srgbClr val="666666"/>
                </a:solidFill>
                <a:latin typeface="Inter"/>
                <a:ea typeface="Inter"/>
                <a:cs typeface="Inter"/>
              </a:rPr>
              <a:t>Computed candidate</a:t>
            </a:r>
          </a:p>
        </p:txBody>
      </p:sp>
      <p:sp>
        <p:nvSpPr>
          <p:cNvPr id="7" name="copy-41">
            <a:extLst xmlns:a="http://schemas.openxmlformats.org/drawingml/2006/main">
              <a:ext uri="{FF2B5EF4-FFF2-40B4-BE49-F238E27FC236}">
                <a16:creationId xmlns:a16="http://schemas.microsoft.com/office/drawing/2014/main" id="{CDE0BCC8-35B1-4360-80CA-53FA194DC67E}"/>
              </a:ext>
            </a:extLst>
          </p:cNvPr>
          <p:cNvSpPr>
            <a:spLocks xmlns:a="http://schemas.openxmlformats.org/drawingml/2006/main" noGrp="1"/>
          </p:cNvSpPr>
          <p:nvPr/>
        </p:nvSpPr>
        <p:spPr>
          <a:xfrm xmlns:a="http://schemas.openxmlformats.org/drawingml/2006/main">
            <a:off x="552450" y="5010150"/>
            <a:ext cx="4953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825" b="1">
                <a:solidFill>
                  <a:srgbClr val="111111"/>
                </a:solidFill>
                <a:latin typeface="Inter"/>
                <a:ea typeface="Inter"/>
                <a:cs typeface="Inter"/>
              </a:defRPr>
            </a:defPPr>
            <a:lvl1pPr>
              <a:defRPr sz="3825" b="1">
                <a:solidFill>
                  <a:srgbClr val="111111"/>
                </a:solidFill>
                <a:latin typeface="Inter"/>
                <a:ea typeface="Inter"/>
                <a:cs typeface="Inter"/>
              </a:defRPr>
            </a:lvl1pPr>
            <a:lvl2pPr>
              <a:defRPr sz="3825" b="1">
                <a:solidFill>
                  <a:srgbClr val="111111"/>
                </a:solidFill>
                <a:latin typeface="Inter"/>
                <a:ea typeface="Inter"/>
                <a:cs typeface="Inter"/>
              </a:defRPr>
            </a:lvl2pPr>
            <a:lvl3pPr>
              <a:defRPr sz="3825" b="1">
                <a:solidFill>
                  <a:srgbClr val="111111"/>
                </a:solidFill>
                <a:latin typeface="Inter"/>
                <a:ea typeface="Inter"/>
                <a:cs typeface="Inter"/>
              </a:defRPr>
            </a:lvl3pPr>
            <a:lvl4pPr>
              <a:defRPr sz="3825" b="1">
                <a:solidFill>
                  <a:srgbClr val="111111"/>
                </a:solidFill>
                <a:latin typeface="Inter"/>
                <a:ea typeface="Inter"/>
                <a:cs typeface="Inter"/>
              </a:defRPr>
            </a:lvl4pPr>
            <a:lvl5pPr>
              <a:defRPr sz="3825" b="1">
                <a:solidFill>
                  <a:srgbClr val="111111"/>
                </a:solidFill>
                <a:latin typeface="Inter"/>
                <a:ea typeface="Inter"/>
                <a:cs typeface="Inter"/>
              </a:defRPr>
            </a:lvl5pPr>
            <a:lvl6pPr>
              <a:defRPr sz="3825" b="1">
                <a:solidFill>
                  <a:srgbClr val="111111"/>
                </a:solidFill>
                <a:latin typeface="Inter"/>
                <a:ea typeface="Inter"/>
                <a:cs typeface="Inter"/>
              </a:defRPr>
            </a:lvl6pPr>
            <a:lvl7pPr>
              <a:defRPr sz="3825" b="1">
                <a:solidFill>
                  <a:srgbClr val="111111"/>
                </a:solidFill>
                <a:latin typeface="Inter"/>
                <a:ea typeface="Inter"/>
                <a:cs typeface="Inter"/>
              </a:defRPr>
            </a:lvl7pPr>
            <a:lvl8pPr>
              <a:defRPr sz="3825" b="1">
                <a:solidFill>
                  <a:srgbClr val="111111"/>
                </a:solidFill>
                <a:latin typeface="Inter"/>
                <a:ea typeface="Inter"/>
                <a:cs typeface="Inter"/>
              </a:defRPr>
            </a:lvl8pPr>
            <a:lvl9pPr>
              <a:defRPr sz="3825" b="1">
                <a:solidFill>
                  <a:srgbClr val="111111"/>
                </a:solidFill>
                <a:latin typeface="Inter"/>
                <a:ea typeface="Inter"/>
                <a:cs typeface="Inter"/>
              </a:defRPr>
            </a:lvl9pPr>
          </a:lstStyle>
          <a:p xmlns:a="http://schemas.openxmlformats.org/drawingml/2006/main">
            <a:pPr>
              <a:defRPr sz="3825" b="1">
                <a:solidFill>
                  <a:srgbClr val="111111"/>
                </a:solidFill>
                <a:latin typeface="Inter"/>
                <a:ea typeface="Inter"/>
                <a:cs typeface="Inter"/>
              </a:defRPr>
            </a:pPr>
            <a:r>
              <a:rPr sz="3825" b="1">
                <a:solidFill>
                  <a:srgbClr val="111111"/>
                </a:solidFill>
                <a:latin typeface="Inter"/>
                <a:ea typeface="Inter"/>
                <a:cs typeface="Inter"/>
              </a:rPr>
              <a:t>Root hair</a:t>
            </a:r>
          </a:p>
        </p:txBody>
      </p:sp>
      <p:sp>
        <p:nvSpPr>
          <p:cNvPr id="8" name="copy-42">
            <a:extLst xmlns:a="http://schemas.openxmlformats.org/drawingml/2006/main">
              <a:ext uri="{FF2B5EF4-FFF2-40B4-BE49-F238E27FC236}">
                <a16:creationId xmlns:a16="http://schemas.microsoft.com/office/drawing/2014/main" id="{B41745BD-65FF-4650-961A-5DBBD7BA1586}"/>
              </a:ext>
            </a:extLst>
          </p:cNvPr>
          <p:cNvSpPr>
            <a:spLocks xmlns:a="http://schemas.openxmlformats.org/drawingml/2006/main" noGrp="1"/>
          </p:cNvSpPr>
          <p:nvPr/>
        </p:nvSpPr>
        <p:spPr>
          <a:xfrm xmlns:a="http://schemas.openxmlformats.org/drawingml/2006/main">
            <a:off x="6686550" y="45339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666666"/>
                </a:solidFill>
                <a:latin typeface="Inter"/>
                <a:ea typeface="Inter"/>
                <a:cs typeface="Inter"/>
              </a:defRPr>
            </a:defPPr>
            <a:lvl1pPr>
              <a:defRPr sz="1800" b="0">
                <a:solidFill>
                  <a:srgbClr val="666666"/>
                </a:solidFill>
                <a:latin typeface="Inter"/>
                <a:ea typeface="Inter"/>
                <a:cs typeface="Inter"/>
              </a:defRPr>
            </a:lvl1pPr>
            <a:lvl2pPr>
              <a:defRPr sz="1800" b="0">
                <a:solidFill>
                  <a:srgbClr val="666666"/>
                </a:solidFill>
                <a:latin typeface="Inter"/>
                <a:ea typeface="Inter"/>
                <a:cs typeface="Inter"/>
              </a:defRPr>
            </a:lvl2pPr>
            <a:lvl3pPr>
              <a:defRPr sz="1800" b="0">
                <a:solidFill>
                  <a:srgbClr val="666666"/>
                </a:solidFill>
                <a:latin typeface="Inter"/>
                <a:ea typeface="Inter"/>
                <a:cs typeface="Inter"/>
              </a:defRPr>
            </a:lvl3pPr>
            <a:lvl4pPr>
              <a:defRPr sz="1800" b="0">
                <a:solidFill>
                  <a:srgbClr val="666666"/>
                </a:solidFill>
                <a:latin typeface="Inter"/>
                <a:ea typeface="Inter"/>
                <a:cs typeface="Inter"/>
              </a:defRPr>
            </a:lvl4pPr>
            <a:lvl5pPr>
              <a:defRPr sz="1800" b="0">
                <a:solidFill>
                  <a:srgbClr val="666666"/>
                </a:solidFill>
                <a:latin typeface="Inter"/>
                <a:ea typeface="Inter"/>
                <a:cs typeface="Inter"/>
              </a:defRPr>
            </a:lvl5pPr>
            <a:lvl6pPr>
              <a:defRPr sz="1800" b="0">
                <a:solidFill>
                  <a:srgbClr val="666666"/>
                </a:solidFill>
                <a:latin typeface="Inter"/>
                <a:ea typeface="Inter"/>
                <a:cs typeface="Inter"/>
              </a:defRPr>
            </a:lvl6pPr>
            <a:lvl7pPr>
              <a:defRPr sz="1800" b="0">
                <a:solidFill>
                  <a:srgbClr val="666666"/>
                </a:solidFill>
                <a:latin typeface="Inter"/>
                <a:ea typeface="Inter"/>
                <a:cs typeface="Inter"/>
              </a:defRPr>
            </a:lvl7pPr>
            <a:lvl8pPr>
              <a:defRPr sz="1800" b="0">
                <a:solidFill>
                  <a:srgbClr val="666666"/>
                </a:solidFill>
                <a:latin typeface="Inter"/>
                <a:ea typeface="Inter"/>
                <a:cs typeface="Inter"/>
              </a:defRPr>
            </a:lvl8pPr>
            <a:lvl9pPr>
              <a:defRPr sz="1800" b="0">
                <a:solidFill>
                  <a:srgbClr val="666666"/>
                </a:solidFill>
                <a:latin typeface="Inter"/>
                <a:ea typeface="Inter"/>
                <a:cs typeface="Inter"/>
              </a:defRPr>
            </a:lvl9pPr>
          </a:lstStyle>
          <a:p xmlns:a="http://schemas.openxmlformats.org/drawingml/2006/main">
            <a:pPr>
              <a:defRPr sz="1800" b="0">
                <a:solidFill>
                  <a:srgbClr val="666666"/>
                </a:solidFill>
                <a:latin typeface="Inter"/>
                <a:ea typeface="Inter"/>
                <a:cs typeface="Inter"/>
              </a:defRPr>
            </a:pPr>
            <a:r>
              <a:rPr sz="1800" b="0">
                <a:solidFill>
                  <a:srgbClr val="666666"/>
                </a:solidFill>
                <a:latin typeface="Inter"/>
                <a:ea typeface="Inter"/>
                <a:cs typeface="Inter"/>
              </a:rPr>
              <a:t>Researcher’s saved decision</a:t>
            </a:r>
          </a:p>
        </p:txBody>
      </p:sp>
      <p:sp>
        <p:nvSpPr>
          <p:cNvPr id="9" name="copy-43">
            <a:extLst xmlns:a="http://schemas.openxmlformats.org/drawingml/2006/main">
              <a:ext uri="{FF2B5EF4-FFF2-40B4-BE49-F238E27FC236}">
                <a16:creationId xmlns:a16="http://schemas.microsoft.com/office/drawing/2014/main" id="{A2CCE58B-76BD-4677-8A44-4FA49F17B209}"/>
              </a:ext>
            </a:extLst>
          </p:cNvPr>
          <p:cNvSpPr>
            <a:spLocks xmlns:a="http://schemas.openxmlformats.org/drawingml/2006/main" noGrp="1"/>
          </p:cNvSpPr>
          <p:nvPr/>
        </p:nvSpPr>
        <p:spPr>
          <a:xfrm xmlns:a="http://schemas.openxmlformats.org/drawingml/2006/main">
            <a:off x="6686550" y="5010150"/>
            <a:ext cx="4953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825" b="1">
                <a:solidFill>
                  <a:srgbClr val="1B5E20"/>
                </a:solidFill>
                <a:latin typeface="Inter"/>
                <a:ea typeface="Inter"/>
                <a:cs typeface="Inter"/>
              </a:defRPr>
            </a:defPPr>
            <a:lvl1pPr>
              <a:defRPr sz="3825" b="1">
                <a:solidFill>
                  <a:srgbClr val="1B5E20"/>
                </a:solidFill>
                <a:latin typeface="Inter"/>
                <a:ea typeface="Inter"/>
                <a:cs typeface="Inter"/>
              </a:defRPr>
            </a:lvl1pPr>
            <a:lvl2pPr>
              <a:defRPr sz="3825" b="1">
                <a:solidFill>
                  <a:srgbClr val="1B5E20"/>
                </a:solidFill>
                <a:latin typeface="Inter"/>
                <a:ea typeface="Inter"/>
                <a:cs typeface="Inter"/>
              </a:defRPr>
            </a:lvl2pPr>
            <a:lvl3pPr>
              <a:defRPr sz="3825" b="1">
                <a:solidFill>
                  <a:srgbClr val="1B5E20"/>
                </a:solidFill>
                <a:latin typeface="Inter"/>
                <a:ea typeface="Inter"/>
                <a:cs typeface="Inter"/>
              </a:defRPr>
            </a:lvl3pPr>
            <a:lvl4pPr>
              <a:defRPr sz="3825" b="1">
                <a:solidFill>
                  <a:srgbClr val="1B5E20"/>
                </a:solidFill>
                <a:latin typeface="Inter"/>
                <a:ea typeface="Inter"/>
                <a:cs typeface="Inter"/>
              </a:defRPr>
            </a:lvl4pPr>
            <a:lvl5pPr>
              <a:defRPr sz="3825" b="1">
                <a:solidFill>
                  <a:srgbClr val="1B5E20"/>
                </a:solidFill>
                <a:latin typeface="Inter"/>
                <a:ea typeface="Inter"/>
                <a:cs typeface="Inter"/>
              </a:defRPr>
            </a:lvl5pPr>
            <a:lvl6pPr>
              <a:defRPr sz="3825" b="1">
                <a:solidFill>
                  <a:srgbClr val="1B5E20"/>
                </a:solidFill>
                <a:latin typeface="Inter"/>
                <a:ea typeface="Inter"/>
                <a:cs typeface="Inter"/>
              </a:defRPr>
            </a:lvl6pPr>
            <a:lvl7pPr>
              <a:defRPr sz="3825" b="1">
                <a:solidFill>
                  <a:srgbClr val="1B5E20"/>
                </a:solidFill>
                <a:latin typeface="Inter"/>
                <a:ea typeface="Inter"/>
                <a:cs typeface="Inter"/>
              </a:defRPr>
            </a:lvl7pPr>
            <a:lvl8pPr>
              <a:defRPr sz="3825" b="1">
                <a:solidFill>
                  <a:srgbClr val="1B5E20"/>
                </a:solidFill>
                <a:latin typeface="Inter"/>
                <a:ea typeface="Inter"/>
                <a:cs typeface="Inter"/>
              </a:defRPr>
            </a:lvl8pPr>
            <a:lvl9pPr>
              <a:defRPr sz="3825" b="1">
                <a:solidFill>
                  <a:srgbClr val="1B5E20"/>
                </a:solidFill>
                <a:latin typeface="Inter"/>
                <a:ea typeface="Inter"/>
                <a:cs typeface="Inter"/>
              </a:defRPr>
            </a:lvl9pPr>
          </a:lstStyle>
          <a:p xmlns:a="http://schemas.openxmlformats.org/drawingml/2006/main">
            <a:pPr>
              <a:defRPr sz="3825" b="1">
                <a:solidFill>
                  <a:srgbClr val="1B5E20"/>
                </a:solidFill>
                <a:latin typeface="Inter"/>
                <a:ea typeface="Inter"/>
                <a:cs typeface="Inter"/>
              </a:defRPr>
            </a:pPr>
            <a:r>
              <a:rPr sz="3825" b="1">
                <a:solidFill>
                  <a:srgbClr val="1B5E20"/>
                </a:solidFill>
                <a:latin typeface="Inter"/>
                <a:ea typeface="Inter"/>
                <a:cs typeface="Inter"/>
              </a:rPr>
              <a:t>Unresolved</a:t>
            </a:r>
          </a:p>
        </p:txBody>
      </p:sp>
      <p:sp>
        <p:nvSpPr>
          <p:cNvPr id="10" name="copy-44">
            <a:extLst xmlns:a="http://schemas.openxmlformats.org/drawingml/2006/main">
              <a:ext uri="{FF2B5EF4-FFF2-40B4-BE49-F238E27FC236}">
                <a16:creationId xmlns:a16="http://schemas.microsoft.com/office/drawing/2014/main" id="{1279840C-05BF-4C01-A80C-800150690D77}"/>
              </a:ext>
            </a:extLst>
          </p:cNvPr>
          <p:cNvSpPr>
            <a:spLocks xmlns:a="http://schemas.openxmlformats.org/drawingml/2006/main" noGrp="1"/>
          </p:cNvSpPr>
          <p:nvPr/>
        </p:nvSpPr>
        <p:spPr>
          <a:xfrm xmlns:a="http://schemas.openxmlformats.org/drawingml/2006/main">
            <a:off x="552450" y="6210300"/>
            <a:ext cx="59055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00" b="1">
                <a:solidFill>
                  <a:srgbClr val="1B5E20"/>
                </a:solidFill>
                <a:latin typeface="Inter"/>
                <a:ea typeface="Inter"/>
                <a:cs typeface="Inter"/>
              </a:defRPr>
            </a:defPPr>
            <a:lvl1pPr>
              <a:defRPr sz="2400" b="1">
                <a:solidFill>
                  <a:srgbClr val="1B5E20"/>
                </a:solidFill>
                <a:latin typeface="Inter"/>
                <a:ea typeface="Inter"/>
                <a:cs typeface="Inter"/>
              </a:defRPr>
            </a:lvl1pPr>
            <a:lvl2pPr>
              <a:defRPr sz="2400" b="1">
                <a:solidFill>
                  <a:srgbClr val="1B5E20"/>
                </a:solidFill>
                <a:latin typeface="Inter"/>
                <a:ea typeface="Inter"/>
                <a:cs typeface="Inter"/>
              </a:defRPr>
            </a:lvl2pPr>
            <a:lvl3pPr>
              <a:defRPr sz="2400" b="1">
                <a:solidFill>
                  <a:srgbClr val="1B5E20"/>
                </a:solidFill>
                <a:latin typeface="Inter"/>
                <a:ea typeface="Inter"/>
                <a:cs typeface="Inter"/>
              </a:defRPr>
            </a:lvl3pPr>
            <a:lvl4pPr>
              <a:defRPr sz="2400" b="1">
                <a:solidFill>
                  <a:srgbClr val="1B5E20"/>
                </a:solidFill>
                <a:latin typeface="Inter"/>
                <a:ea typeface="Inter"/>
                <a:cs typeface="Inter"/>
              </a:defRPr>
            </a:lvl4pPr>
            <a:lvl5pPr>
              <a:defRPr sz="2400" b="1">
                <a:solidFill>
                  <a:srgbClr val="1B5E20"/>
                </a:solidFill>
                <a:latin typeface="Inter"/>
                <a:ea typeface="Inter"/>
                <a:cs typeface="Inter"/>
              </a:defRPr>
            </a:lvl5pPr>
            <a:lvl6pPr>
              <a:defRPr sz="2400" b="1">
                <a:solidFill>
                  <a:srgbClr val="1B5E20"/>
                </a:solidFill>
                <a:latin typeface="Inter"/>
                <a:ea typeface="Inter"/>
                <a:cs typeface="Inter"/>
              </a:defRPr>
            </a:lvl6pPr>
            <a:lvl7pPr>
              <a:defRPr sz="2400" b="1">
                <a:solidFill>
                  <a:srgbClr val="1B5E20"/>
                </a:solidFill>
                <a:latin typeface="Inter"/>
                <a:ea typeface="Inter"/>
                <a:cs typeface="Inter"/>
              </a:defRPr>
            </a:lvl7pPr>
            <a:lvl8pPr>
              <a:defRPr sz="2400" b="1">
                <a:solidFill>
                  <a:srgbClr val="1B5E20"/>
                </a:solidFill>
                <a:latin typeface="Inter"/>
                <a:ea typeface="Inter"/>
                <a:cs typeface="Inter"/>
              </a:defRPr>
            </a:lvl8pPr>
            <a:lvl9pPr>
              <a:defRPr sz="2400" b="1">
                <a:solidFill>
                  <a:srgbClr val="1B5E20"/>
                </a:solidFill>
                <a:latin typeface="Inter"/>
                <a:ea typeface="Inter"/>
                <a:cs typeface="Inter"/>
              </a:defRPr>
            </a:lvl9pPr>
          </a:lstStyle>
          <a:p xmlns:a="http://schemas.openxmlformats.org/drawingml/2006/main">
            <a:pPr>
              <a:defRPr sz="2400" b="1">
                <a:solidFill>
                  <a:srgbClr val="1B5E20"/>
                </a:solidFill>
                <a:latin typeface="Inter"/>
                <a:ea typeface="Inter"/>
                <a:cs typeface="Inter"/>
              </a:defRPr>
            </a:pPr>
            <a:r>
              <a:rPr sz="2400" b="1">
                <a:solidFill>
                  <a:srgbClr val="1B5E20"/>
                </a:solidFill>
                <a:latin typeface="Inter"/>
                <a:ea typeface="Inter"/>
                <a:cs typeface="Inter"/>
              </a:rPr>
              <a:t>celloras.com</a:t>
            </a:r>
          </a:p>
        </p:txBody>
      </p:sp>
      <p:sp>
        <p:nvSpPr>
          <p:cNvPr id="11" name="copy-45">
            <a:extLst xmlns:a="http://schemas.openxmlformats.org/drawingml/2006/main">
              <a:ext uri="{FF2B5EF4-FFF2-40B4-BE49-F238E27FC236}">
                <a16:creationId xmlns:a16="http://schemas.microsoft.com/office/drawing/2014/main" id="{4DAF4A1B-3F59-4C08-9524-78564A9980F0}"/>
              </a:ext>
            </a:extLst>
          </p:cNvPr>
          <p:cNvSpPr>
            <a:spLocks xmlns:a="http://schemas.openxmlformats.org/drawingml/2006/main" noGrp="1"/>
          </p:cNvSpPr>
          <p:nvPr/>
        </p:nvSpPr>
        <p:spPr>
          <a:xfrm xmlns:a="http://schemas.openxmlformats.org/drawingml/2006/main">
            <a:off x="8410575" y="6248400"/>
            <a:ext cx="32670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1B5E20"/>
                </a:solidFill>
                <a:latin typeface="Inter"/>
                <a:ea typeface="Inter"/>
                <a:cs typeface="Inter"/>
              </a:defRPr>
            </a:defPPr>
            <a:lvl1pPr>
              <a:defRPr sz="1725" b="0">
                <a:solidFill>
                  <a:srgbClr val="1B5E20"/>
                </a:solidFill>
                <a:latin typeface="Inter"/>
                <a:ea typeface="Inter"/>
                <a:cs typeface="Inter"/>
              </a:defRPr>
            </a:lvl1pPr>
            <a:lvl2pPr>
              <a:defRPr sz="1725" b="0">
                <a:solidFill>
                  <a:srgbClr val="1B5E20"/>
                </a:solidFill>
                <a:latin typeface="Inter"/>
                <a:ea typeface="Inter"/>
                <a:cs typeface="Inter"/>
              </a:defRPr>
            </a:lvl2pPr>
            <a:lvl3pPr>
              <a:defRPr sz="1725" b="0">
                <a:solidFill>
                  <a:srgbClr val="1B5E20"/>
                </a:solidFill>
                <a:latin typeface="Inter"/>
                <a:ea typeface="Inter"/>
                <a:cs typeface="Inter"/>
              </a:defRPr>
            </a:lvl3pPr>
            <a:lvl4pPr>
              <a:defRPr sz="1725" b="0">
                <a:solidFill>
                  <a:srgbClr val="1B5E20"/>
                </a:solidFill>
                <a:latin typeface="Inter"/>
                <a:ea typeface="Inter"/>
                <a:cs typeface="Inter"/>
              </a:defRPr>
            </a:lvl4pPr>
            <a:lvl5pPr>
              <a:defRPr sz="1725" b="0">
                <a:solidFill>
                  <a:srgbClr val="1B5E20"/>
                </a:solidFill>
                <a:latin typeface="Inter"/>
                <a:ea typeface="Inter"/>
                <a:cs typeface="Inter"/>
              </a:defRPr>
            </a:lvl5pPr>
            <a:lvl6pPr>
              <a:defRPr sz="1725" b="0">
                <a:solidFill>
                  <a:srgbClr val="1B5E20"/>
                </a:solidFill>
                <a:latin typeface="Inter"/>
                <a:ea typeface="Inter"/>
                <a:cs typeface="Inter"/>
              </a:defRPr>
            </a:lvl6pPr>
            <a:lvl7pPr>
              <a:defRPr sz="1725" b="0">
                <a:solidFill>
                  <a:srgbClr val="1B5E20"/>
                </a:solidFill>
                <a:latin typeface="Inter"/>
                <a:ea typeface="Inter"/>
                <a:cs typeface="Inter"/>
              </a:defRPr>
            </a:lvl7pPr>
            <a:lvl8pPr>
              <a:defRPr sz="1725" b="0">
                <a:solidFill>
                  <a:srgbClr val="1B5E20"/>
                </a:solidFill>
                <a:latin typeface="Inter"/>
                <a:ea typeface="Inter"/>
                <a:cs typeface="Inter"/>
              </a:defRPr>
            </a:lvl8pPr>
            <a:lvl9pPr>
              <a:defRPr sz="1725" b="0">
                <a:solidFill>
                  <a:srgbClr val="1B5E20"/>
                </a:solidFill>
                <a:latin typeface="Inter"/>
                <a:ea typeface="Inter"/>
                <a:cs typeface="Inter"/>
              </a:defRPr>
            </a:lvl9pPr>
          </a:lstStyle>
          <a:p xmlns:a="http://schemas.openxmlformats.org/drawingml/2006/main">
            <a:pPr>
              <a:defRPr sz="1725" b="0">
                <a:solidFill>
                  <a:srgbClr val="1B5E20"/>
                </a:solidFill>
                <a:latin typeface="Inter"/>
                <a:ea typeface="Inter"/>
                <a:cs typeface="Inter"/>
              </a:defRPr>
            </a:pPr>
            <a:r>
              <a:rPr sz="1725" b="0">
                <a:solidFill>
                  <a:srgbClr val="1B5E20"/>
                </a:solidFill>
                <a:latin typeface="Inter"/>
                <a:ea typeface="Inter"/>
                <a:cs typeface="Inter"/>
                <a:hlinkClick xmlns:r="http://schemas.openxmlformats.org/officeDocument/2006/relationships" r:id="R1756bb5969b54154"/>
              </a:rPr>
              <a:t>Public code and demo</a:t>
            </a:r>
          </a:p>
        </p:txBody>
      </p:sp>
    </p:spTree>
    <p:extLst>
      <p:ext uri="{BB962C8B-B14F-4D97-AF65-F5344CB8AC3E}">
        <p14:creationId xmlns:p14="http://schemas.microsoft.com/office/powerpoint/2010/main" val="51737649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2026-10-25T23:35:54.8770000Z</dcterms:created>
  <dcterms:modified xsi:type="dcterms:W3CDTF">2026-10-25T23:35:54.8780000Z</dcterms:modified>
</coreProperties>
</file>