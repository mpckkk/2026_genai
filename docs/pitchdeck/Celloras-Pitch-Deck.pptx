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480fec6b5234c0a" /><Relationship Type="http://schemas.openxmlformats.org/officeDocument/2006/relationships/extended-properties" Target="/docProps/app.xml" Id="Re288ce29fdb74475" /><Relationship Type="http://schemas.openxmlformats.org/officeDocument/2006/relationships/officeDocument" Target="/ppt/presentation.xml" Id="R075bde00c0cd4d7f" /></Relationships>
</file>

<file path=ppt/presentation.xml><?xml version="1.0" encoding="utf-8"?>
<p:presentation xmlns:p="http://schemas.openxmlformats.org/presentationml/2006/main">
  <p:sldMasterIdLst>
    <p:sldMasterId xmlns:r="http://schemas.openxmlformats.org/officeDocument/2006/relationships" id="2147483648" r:id="Re566faf301a14f21"/>
  </p:sldMasterIdLst>
  <p:notesMasterIdLst>
    <p:notesMasterId xmlns:r="http://schemas.openxmlformats.org/officeDocument/2006/relationships" r:id="R51d6eca10d2b4255"/>
  </p:notesMasterIdLst>
  <p:sldIdLst>
    <p:sldId xmlns:r="http://schemas.openxmlformats.org/officeDocument/2006/relationships" id="256" r:id="R853eddbfb19f4422"/>
    <p:sldId xmlns:r="http://schemas.openxmlformats.org/officeDocument/2006/relationships" id="257" r:id="R7da982d0124d4d17"/>
    <p:sldId xmlns:r="http://schemas.openxmlformats.org/officeDocument/2006/relationships" id="258" r:id="Ra838a9f7f7034fb8"/>
    <p:sldId xmlns:r="http://schemas.openxmlformats.org/officeDocument/2006/relationships" id="259" r:id="R3d324e6b8d7c40d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293ec565a24d21" /><Relationship Type="http://schemas.openxmlformats.org/officeDocument/2006/relationships/slideMaster" Target="/ppt/slideMasters/slideMaster1.xml" Id="Re566faf301a14f21" /><Relationship Type="http://schemas.openxmlformats.org/officeDocument/2006/relationships/notesMaster" Target="/ppt/notesMasters/notesMaster1.xml" Id="R51d6eca10d2b4255" /><Relationship Type="http://schemas.openxmlformats.org/officeDocument/2006/relationships/presProps" Target="/ppt/presProps.xml" Id="Rb73000e9490042a7" /><Relationship Type="http://schemas.openxmlformats.org/officeDocument/2006/relationships/tableStyles" Target="/ppt/tableStyles.xml" Id="Rfa5543dade424ed8" /><Relationship Type="http://schemas.openxmlformats.org/officeDocument/2006/relationships/slide" Target="/ppt/slides/slide1.xml" Id="R853eddbfb19f4422" /><Relationship Type="http://schemas.openxmlformats.org/officeDocument/2006/relationships/slide" Target="/ppt/slides/slide2.xml" Id="R7da982d0124d4d17" /><Relationship Type="http://schemas.openxmlformats.org/officeDocument/2006/relationships/slide" Target="/ppt/slides/slide3.xml" Id="Ra838a9f7f7034fb8" /><Relationship Type="http://schemas.openxmlformats.org/officeDocument/2006/relationships/slide" Target="/ppt/slides/slide4.xml" Id="R3d324e6b8d7c40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673a1d5b484ec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bc4066f3334aba" /><Relationship Type="http://schemas.openxmlformats.org/officeDocument/2006/relationships/notesMaster" Target="/ppt/notesMasters/notesMaster1.xml" Id="Rb74aeed7a0ff43b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33e231194e46fc" /><Relationship Type="http://schemas.openxmlformats.org/officeDocument/2006/relationships/notesMaster" Target="/ppt/notesMasters/notesMaster1.xml" Id="Ra0d053f8485948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7f4abcbaaf204b24" /><Relationship Type="http://schemas.openxmlformats.org/officeDocument/2006/relationships/notesMaster" Target="/ppt/notesMasters/notesMaster1.xml" Id="R4393a0e14c3d4b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73d02c60eb4d9e" /><Relationship Type="http://schemas.openxmlformats.org/officeDocument/2006/relationships/notesMaster" Target="/ppt/notesMasters/notesMaster1.xml" Id="R4e00ae3536b44d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Plant researchers have to connect expression data and published evidence to identify their cells. Celloras runs that investigation and keeps the evidence and review together. This is the actual soybean-root demo with 7,496 nuclei. The intended benefit is less manual analysis and evidence reconstruction; time savings and biological accuracy have not been independently benchmarked.</a:t>
            </a:r>
          </a:p>
          <a:p xmlns:a="http://schemas.openxmlformats.org/drawingml/2006/main">
            <a:r>
              <a:t/>
            </a:r>
          </a:p>
          <a:p xmlns:a="http://schemas.openxmlformats.org/drawingml/2006/main">
            <a:r>
              <a:t>Sources:</a:t>
            </a:r>
          </a:p>
          <a:p xmlns:a="http://schemas.openxmlformats.org/drawingml/2006/main">
            <a:r>
              <a:t>https://pmc.ncbi.nlm.nih.gov/articles/PMC12136577/</a:t>
            </a:r>
          </a:p>
          <a:p xmlns:a="http://schemas.openxmlformats.org/drawingml/2006/main">
            <a:r>
              <a:t>https://github.com/mpckkk/2026_GenAI/blob/celloras.com/docs/demo.md</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for annotation, then inspect one group. Two measured marker genes support the Root hair candidate for group 6. The researcher keeps it unresolved pending independent evidence. Candidate calculations and reviews stay separate. Guided prompts, the selectable map and inline sources support the workflow. Later, the agent can retrieve that saved judgment and its reason.</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server-side agent uses real analysis tools. Zetaris supplies one versioned marker panel, checks all 42 associations and retains the retrieval receipt. The official Meterless H-MEM Engine stores project-owned reviews in PostgreSQL and recalls the latest correction with its source. Both receipts shown here come from the same working demo. Next.js and Keycloak provide the authenticated interface.</a:t>
            </a:r>
          </a:p>
          <a:p xmlns:a="http://schemas.openxmlformats.org/drawingml/2006/main">
            <a:r>
              <a:t/>
            </a:r>
          </a:p>
          <a:p xmlns:a="http://schemas.openxmlformats.org/drawingml/2006/main">
            <a:r>
              <a:t>Sources:</a:t>
            </a:r>
          </a:p>
          <a:p xmlns:a="http://schemas.openxmlformats.org/drawingml/2006/main">
            <a:r>
              <a:t>https://github.com/mpckkk/2026_GenAI/blob/celloras.com/docs/sponsor-explanation.md</a:t>
            </a:r>
          </a:p>
          <a:p xmlns:a="http://schemas.openxmlformats.org/drawingml/2006/main">
            <a:r>
              <a:t>https://github.com/mpckkk/2026_GenAI/blob/celloras.com/docs/verification.md</a:t>
            </a:r>
          </a:p>
          <a:p xmlns:a="http://schemas.openxmlformats.org/drawingml/2006/main">
            <a:r>
              <a:t>https://github.com/mpckkk/2026_GenAI/tree/celloras.com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combined annotation, evidence, review and corrected-recall workflow passed on the public app. An independent base-R calculation agreed across 2,952 numerical values. That establishes computational consistency, not independent biological accuracy. Seven groups receive exploratory suggestions, one is ambiguous and four stay unresolved. Next are independent validation, researchers’ own datasets and more plants. The live demo and public code are available for inspection.</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https://github.com/mpckkk/2026_GenAI/blob/celloras.com/docs/verification.md</a:t>
            </a:r>
          </a:p>
          <a:p xmlns:a="http://schemas.openxmlformats.org/drawingml/2006/main">
            <a:r>
              <a:t>https://github.com/mpckkk/2026_GenAI/blob/celloras.com/docs/annotation-method.md</a:t>
            </a:r>
          </a:p>
          <a:p xmlns:a="http://schemas.openxmlformats.org/drawingml/2006/main">
            <a:r>
              <a:t>https://github.com/mpckkk/2026_GenAI/tree/celloras.com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db3cec4253452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9063b94a1b499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a394e53e2a147a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cd4d985a3eb459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3fa2d12ff0c471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1b969ef8c904b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E51872-32C3-4333-9B83-878CC2EA038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B3D8EF2-01FB-49E8-9CC2-A6F392E5D76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12DEA4-8CE3-4752-8360-CF2308AEB06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B9A0AA-D262-4234-919D-CC665CC27F0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318D913-5ED1-40E4-A31C-6B2D39164BC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B82D13F-9917-4C64-9599-2C9FCDC5B25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03CC18-27E0-44A0-A828-2BF385B087E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DDAF9D4-5DF2-4E24-9F4A-BC285A5D28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47AF41-B025-4751-BA33-D70A9E387F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972926-34D0-41EF-B176-698897D431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249f58e33d411e" /><Relationship Type="http://schemas.openxmlformats.org/officeDocument/2006/relationships/slideLayout" Target="/ppt/slideLayouts/slideLayout1.xml" Id="R50f0a29ab9744e3d" /><Relationship Type="http://schemas.openxmlformats.org/officeDocument/2006/relationships/slideLayout" Target="/ppt/slideLayouts/slideLayout2.xml" Id="R822c7746462c4182" /><Relationship Type="http://schemas.openxmlformats.org/officeDocument/2006/relationships/slideLayout" Target="/ppt/slideLayouts/slideLayout3.xml" Id="Reda5cb8874fb44f0" /><Relationship Type="http://schemas.openxmlformats.org/officeDocument/2006/relationships/slideLayout" Target="/ppt/slideLayouts/slideLayout4.xml" Id="R19c51350cdf8497d" /><Relationship Type="http://schemas.openxmlformats.org/officeDocument/2006/relationships/slideLayout" Target="/ppt/slideLayouts/slideLayout5.xml" Id="R7f7eff955aa7476b" /><Relationship Type="http://schemas.openxmlformats.org/officeDocument/2006/relationships/slideLayout" Target="/ppt/slideLayouts/slideLayout6.xml" Id="Rafbc5ec5387243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f0a29ab9744e3d"/>
    <p:sldLayoutId xmlns:r="http://schemas.openxmlformats.org/officeDocument/2006/relationships" id="2147483650" r:id="R822c7746462c4182"/>
    <p:sldLayoutId xmlns:r="http://schemas.openxmlformats.org/officeDocument/2006/relationships" id="2147483651" r:id="Reda5cb8874fb44f0"/>
    <p:sldLayoutId xmlns:r="http://schemas.openxmlformats.org/officeDocument/2006/relationships" id="2147483652" r:id="R19c51350cdf8497d"/>
    <p:sldLayoutId xmlns:r="http://schemas.openxmlformats.org/officeDocument/2006/relationships" id="2147483653" r:id="R7f7eff955aa7476b"/>
    <p:sldLayoutId xmlns:r="http://schemas.openxmlformats.org/officeDocument/2006/relationships" id="2147483654" r:id="Rafbc5ec5387243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4368e5477cc40fd" /><Relationship Type="http://schemas.openxmlformats.org/officeDocument/2006/relationships/image" Target="/ppt/media/image.png" Id="R1064ab2677bd48cc" /><Relationship Type="http://schemas.openxmlformats.org/officeDocument/2006/relationships/image" Target="/ppt/media/image2.png" Id="Rbb7d83d0a6b446f3" /><Relationship Type="http://schemas.openxmlformats.org/officeDocument/2006/relationships/notesSlide" Target="/ppt/notesSlides/notesSlide1.xml" Id="Ra5d4ad4c368146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217c995dc684883" /><Relationship Type="http://schemas.openxmlformats.org/officeDocument/2006/relationships/image" Target="/ppt/media/image3.png" Id="Rb686fe6889b1437b" /><Relationship Type="http://schemas.openxmlformats.org/officeDocument/2006/relationships/notesSlide" Target="/ppt/notesSlides/notesSlide2.xml" Id="R0086a358a9954a3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ac73466d3ea4861" /><Relationship Type="http://schemas.openxmlformats.org/officeDocument/2006/relationships/image" Target="/ppt/media/image4.png" Id="R6ad0862976c64c8a" /><Relationship Type="http://schemas.openxmlformats.org/officeDocument/2006/relationships/image" Target="/ppt/media/image5.png" Id="R6a7ec571aca04f95" /><Relationship Type="http://schemas.openxmlformats.org/officeDocument/2006/relationships/notesSlide" Target="/ppt/notesSlides/notesSlide3.xml" Id="Rc27a947d950f45b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1c0dc2061544c8b" /><Relationship Type="http://schemas.openxmlformats.org/officeDocument/2006/relationships/hyperlink" Target="https://github.com/mpckkk/2026_GenAI/tree/celloras.com" TargetMode="External" Id="R627fa1d9f2134190" /><Relationship Type="http://schemas.openxmlformats.org/officeDocument/2006/relationships/notesSlide" Target="/ppt/notesSlides/notesSlide4.xml" Id="R9b72ed5d4b68477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0C32908-F1F6-4EE6-A909-24CE65FCD908}"/>
              </a:ext>
            </a:extLst>
          </p:cNvPr>
          <p:cNvPicPr>
            <a:picLocks xmlns:a="http://schemas.openxmlformats.org/drawingml/2006/main" noChangeAspect="1"/>
          </p:cNvPicPr>
          <p:nvPr/>
        </p:nvPicPr>
        <p:blipFill>
          <a:blip xmlns:r="http://schemas.openxmlformats.org/officeDocument/2006/relationships" xmlns:a="http://schemas.openxmlformats.org/drawingml/2006/main" r:embed="R1064ab2677bd48cc"/>
          <a:srcRect xmlns:a="http://schemas.openxmlformats.org/drawingml/2006/main" l="10800" t="30500" r="5500" b="33000"/>
          <a:stretch xmlns:a="http://schemas.openxmlformats.org/drawingml/2006/main"/>
        </p:blipFill>
        <p:spPr>
          <a:xfrm xmlns:a="http://schemas.openxmlformats.org/drawingml/2006/main">
            <a:off x="514350" y="333375"/>
            <a:ext cx="2000250" cy="600075"/>
          </a:xfrm>
          <a:prstGeom xmlns:a="http://schemas.openxmlformats.org/drawingml/2006/main" prst="rect">
            <a:avLst/>
          </a:prstGeom>
        </p:spPr>
      </p:pic>
      <p:sp>
        <p:nvSpPr>
          <p:cNvPr id="2" name="copy-1">
            <a:extLst xmlns:a="http://schemas.openxmlformats.org/drawingml/2006/main">
              <a:ext uri="{FF2B5EF4-FFF2-40B4-BE49-F238E27FC236}">
                <a16:creationId xmlns:a16="http://schemas.microsoft.com/office/drawing/2014/main" id="{7C6651A4-3159-4101-A2B2-2C84C5A1A828}"/>
              </a:ext>
            </a:extLst>
          </p:cNvPr>
          <p:cNvSpPr>
            <a:spLocks xmlns:a="http://schemas.openxmlformats.org/drawingml/2006/main" noGrp="1"/>
          </p:cNvSpPr>
          <p:nvPr/>
        </p:nvSpPr>
        <p:spPr>
          <a:xfrm xmlns:a="http://schemas.openxmlformats.org/drawingml/2006/main">
            <a:off x="514350" y="1485900"/>
            <a:ext cx="5715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575" b="1">
                <a:solidFill>
                  <a:srgbClr val="111111"/>
                </a:solidFill>
                <a:latin typeface="Inter"/>
                <a:ea typeface="Inter"/>
                <a:cs typeface="Inter"/>
              </a:defRPr>
            </a:defPPr>
            <a:lvl1pPr>
              <a:defRPr sz="4575" b="1">
                <a:solidFill>
                  <a:srgbClr val="111111"/>
                </a:solidFill>
                <a:latin typeface="Inter"/>
                <a:ea typeface="Inter"/>
                <a:cs typeface="Inter"/>
              </a:defRPr>
            </a:lvl1pPr>
            <a:lvl2pPr>
              <a:defRPr sz="4575" b="1">
                <a:solidFill>
                  <a:srgbClr val="111111"/>
                </a:solidFill>
                <a:latin typeface="Inter"/>
                <a:ea typeface="Inter"/>
                <a:cs typeface="Inter"/>
              </a:defRPr>
            </a:lvl2pPr>
            <a:lvl3pPr>
              <a:defRPr sz="4575" b="1">
                <a:solidFill>
                  <a:srgbClr val="111111"/>
                </a:solidFill>
                <a:latin typeface="Inter"/>
                <a:ea typeface="Inter"/>
                <a:cs typeface="Inter"/>
              </a:defRPr>
            </a:lvl3pPr>
            <a:lvl4pPr>
              <a:defRPr sz="4575" b="1">
                <a:solidFill>
                  <a:srgbClr val="111111"/>
                </a:solidFill>
                <a:latin typeface="Inter"/>
                <a:ea typeface="Inter"/>
                <a:cs typeface="Inter"/>
              </a:defRPr>
            </a:lvl4pPr>
            <a:lvl5pPr>
              <a:defRPr sz="4575" b="1">
                <a:solidFill>
                  <a:srgbClr val="111111"/>
                </a:solidFill>
                <a:latin typeface="Inter"/>
                <a:ea typeface="Inter"/>
                <a:cs typeface="Inter"/>
              </a:defRPr>
            </a:lvl5pPr>
            <a:lvl6pPr>
              <a:defRPr sz="4575" b="1">
                <a:solidFill>
                  <a:srgbClr val="111111"/>
                </a:solidFill>
                <a:latin typeface="Inter"/>
                <a:ea typeface="Inter"/>
                <a:cs typeface="Inter"/>
              </a:defRPr>
            </a:lvl6pPr>
            <a:lvl7pPr>
              <a:defRPr sz="4575" b="1">
                <a:solidFill>
                  <a:srgbClr val="111111"/>
                </a:solidFill>
                <a:latin typeface="Inter"/>
                <a:ea typeface="Inter"/>
                <a:cs typeface="Inter"/>
              </a:defRPr>
            </a:lvl7pPr>
            <a:lvl8pPr>
              <a:defRPr sz="4575" b="1">
                <a:solidFill>
                  <a:srgbClr val="111111"/>
                </a:solidFill>
                <a:latin typeface="Inter"/>
                <a:ea typeface="Inter"/>
                <a:cs typeface="Inter"/>
              </a:defRPr>
            </a:lvl8pPr>
            <a:lvl9pPr>
              <a:defRPr sz="4575" b="1">
                <a:solidFill>
                  <a:srgbClr val="111111"/>
                </a:solidFill>
                <a:latin typeface="Inter"/>
                <a:ea typeface="Inter"/>
                <a:cs typeface="Inter"/>
              </a:defRPr>
            </a:lvl9pPr>
          </a:lstStyle>
          <a:p xmlns:a="http://schemas.openxmlformats.org/drawingml/2006/main">
            <a:pPr>
              <a:defRPr sz="4575" b="1">
                <a:solidFill>
                  <a:srgbClr val="111111"/>
                </a:solidFill>
                <a:latin typeface="Inter"/>
                <a:ea typeface="Inter"/>
                <a:cs typeface="Inter"/>
              </a:defRPr>
            </a:pPr>
            <a:r>
              <a:rPr sz="4575" b="1">
                <a:solidFill>
                  <a:srgbClr val="111111"/>
                </a:solidFill>
                <a:latin typeface="Inter"/>
                <a:ea typeface="Inter"/>
                <a:cs typeface="Inter"/>
              </a:rPr>
              <a:t>Cell annotation,</a:t>
            </a:r>
          </a:p>
          <a:p xmlns:a="http://schemas.openxmlformats.org/drawingml/2006/main">
            <a:pPr>
              <a:defRPr sz="4575" b="1">
                <a:solidFill>
                  <a:srgbClr val="111111"/>
                </a:solidFill>
                <a:latin typeface="Inter"/>
                <a:ea typeface="Inter"/>
                <a:cs typeface="Inter"/>
              </a:defRPr>
            </a:pPr>
            <a:r>
              <a:rPr sz="4575" b="1">
                <a:solidFill>
                  <a:srgbClr val="111111"/>
                </a:solidFill>
                <a:latin typeface="Inter"/>
                <a:ea typeface="Inter"/>
                <a:cs typeface="Inter"/>
              </a:rPr>
              <a:t>with evidence.</a:t>
            </a:r>
          </a:p>
        </p:txBody>
      </p:sp>
      <p:sp>
        <p:nvSpPr>
          <p:cNvPr id="3" name="copy-2">
            <a:extLst xmlns:a="http://schemas.openxmlformats.org/drawingml/2006/main">
              <a:ext uri="{FF2B5EF4-FFF2-40B4-BE49-F238E27FC236}">
                <a16:creationId xmlns:a16="http://schemas.microsoft.com/office/drawing/2014/main" id="{E3C2FC5A-4BDC-4F25-BB53-073525793A6D}"/>
              </a:ext>
            </a:extLst>
          </p:cNvPr>
          <p:cNvSpPr>
            <a:spLocks xmlns:a="http://schemas.openxmlformats.org/drawingml/2006/main" noGrp="1"/>
          </p:cNvSpPr>
          <p:nvPr/>
        </p:nvSpPr>
        <p:spPr>
          <a:xfrm xmlns:a="http://schemas.openxmlformats.org/drawingml/2006/main">
            <a:off x="552450" y="3371850"/>
            <a:ext cx="533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Naming plant cells means checking</a:t>
            </a:r>
          </a:p>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genes, references and papers by hand.</a:t>
            </a:r>
          </a:p>
        </p:txBody>
      </p:sp>
      <p:sp>
        <p:nvSpPr>
          <p:cNvPr id="4" name="copy-3">
            <a:extLst xmlns:a="http://schemas.openxmlformats.org/drawingml/2006/main">
              <a:ext uri="{FF2B5EF4-FFF2-40B4-BE49-F238E27FC236}">
                <a16:creationId xmlns:a16="http://schemas.microsoft.com/office/drawing/2014/main" id="{33564EA1-D6AA-4109-BA73-770F58EEDABE}"/>
              </a:ext>
            </a:extLst>
          </p:cNvPr>
          <p:cNvSpPr>
            <a:spLocks xmlns:a="http://schemas.openxmlformats.org/drawingml/2006/main" noGrp="1"/>
          </p:cNvSpPr>
          <p:nvPr/>
        </p:nvSpPr>
        <p:spPr>
          <a:xfrm xmlns:a="http://schemas.openxmlformats.org/drawingml/2006/main">
            <a:off x="552450" y="4591050"/>
            <a:ext cx="53816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B5E20"/>
                </a:solidFill>
                <a:latin typeface="Inter"/>
                <a:ea typeface="Inter"/>
                <a:cs typeface="Inter"/>
              </a:defRPr>
            </a:defPPr>
            <a:lvl1pPr>
              <a:defRPr sz="2175" b="1">
                <a:solidFill>
                  <a:srgbClr val="1B5E20"/>
                </a:solidFill>
                <a:latin typeface="Inter"/>
                <a:ea typeface="Inter"/>
                <a:cs typeface="Inter"/>
              </a:defRPr>
            </a:lvl1pPr>
            <a:lvl2pPr>
              <a:defRPr sz="2175" b="1">
                <a:solidFill>
                  <a:srgbClr val="1B5E20"/>
                </a:solidFill>
                <a:latin typeface="Inter"/>
                <a:ea typeface="Inter"/>
                <a:cs typeface="Inter"/>
              </a:defRPr>
            </a:lvl2pPr>
            <a:lvl3pPr>
              <a:defRPr sz="2175" b="1">
                <a:solidFill>
                  <a:srgbClr val="1B5E20"/>
                </a:solidFill>
                <a:latin typeface="Inter"/>
                <a:ea typeface="Inter"/>
                <a:cs typeface="Inter"/>
              </a:defRPr>
            </a:lvl3pPr>
            <a:lvl4pPr>
              <a:defRPr sz="2175" b="1">
                <a:solidFill>
                  <a:srgbClr val="1B5E20"/>
                </a:solidFill>
                <a:latin typeface="Inter"/>
                <a:ea typeface="Inter"/>
                <a:cs typeface="Inter"/>
              </a:defRPr>
            </a:lvl4pPr>
            <a:lvl5pPr>
              <a:defRPr sz="2175" b="1">
                <a:solidFill>
                  <a:srgbClr val="1B5E20"/>
                </a:solidFill>
                <a:latin typeface="Inter"/>
                <a:ea typeface="Inter"/>
                <a:cs typeface="Inter"/>
              </a:defRPr>
            </a:lvl5pPr>
            <a:lvl6pPr>
              <a:defRPr sz="2175" b="1">
                <a:solidFill>
                  <a:srgbClr val="1B5E20"/>
                </a:solidFill>
                <a:latin typeface="Inter"/>
                <a:ea typeface="Inter"/>
                <a:cs typeface="Inter"/>
              </a:defRPr>
            </a:lvl6pPr>
            <a:lvl7pPr>
              <a:defRPr sz="2175" b="1">
                <a:solidFill>
                  <a:srgbClr val="1B5E20"/>
                </a:solidFill>
                <a:latin typeface="Inter"/>
                <a:ea typeface="Inter"/>
                <a:cs typeface="Inter"/>
              </a:defRPr>
            </a:lvl7pPr>
            <a:lvl8pPr>
              <a:defRPr sz="2175" b="1">
                <a:solidFill>
                  <a:srgbClr val="1B5E20"/>
                </a:solidFill>
                <a:latin typeface="Inter"/>
                <a:ea typeface="Inter"/>
                <a:cs typeface="Inter"/>
              </a:defRPr>
            </a:lvl8pPr>
            <a:lvl9pPr>
              <a:defRPr sz="2175" b="1">
                <a:solidFill>
                  <a:srgbClr val="1B5E20"/>
                </a:solidFill>
                <a:latin typeface="Inter"/>
                <a:ea typeface="Inter"/>
                <a:cs typeface="Inter"/>
              </a:defRPr>
            </a:lvl9pPr>
          </a:lstStyle>
          <a:p xmlns:a="http://schemas.openxmlformats.org/drawingml/2006/main">
            <a:pPr>
              <a:defRPr sz="2175" b="1">
                <a:solidFill>
                  <a:srgbClr val="1B5E20"/>
                </a:solidFill>
                <a:latin typeface="Inter"/>
                <a:ea typeface="Inter"/>
                <a:cs typeface="Inter"/>
              </a:defRPr>
            </a:pPr>
            <a:r>
              <a:rPr sz="2175" b="1">
                <a:solidFill>
                  <a:srgbClr val="1B5E20"/>
                </a:solidFill>
                <a:latin typeface="Inter"/>
                <a:ea typeface="Inter"/>
                <a:cs typeface="Inter"/>
              </a:rPr>
              <a:t>Celloras runs the analysis and keeps</a:t>
            </a:r>
          </a:p>
          <a:p xmlns:a="http://schemas.openxmlformats.org/drawingml/2006/main">
            <a:pPr>
              <a:defRPr sz="2175" b="1">
                <a:solidFill>
                  <a:srgbClr val="1B5E20"/>
                </a:solidFill>
                <a:latin typeface="Inter"/>
                <a:ea typeface="Inter"/>
                <a:cs typeface="Inter"/>
              </a:defRPr>
            </a:pPr>
            <a:r>
              <a:rPr sz="2175" b="1">
                <a:solidFill>
                  <a:srgbClr val="1B5E20"/>
                </a:solidFill>
                <a:latin typeface="Inter"/>
                <a:ea typeface="Inter"/>
                <a:cs typeface="Inter"/>
              </a:rPr>
              <a:t>the evidence with your decision.</a:t>
            </a:r>
          </a:p>
        </p:txBody>
      </p:sp>
      <p:pic>
        <p:nvPicPr>
          <p:cNvPr id="5" name="">
            <a:extLst xmlns:a="http://schemas.openxmlformats.org/drawingml/2006/main">
              <a:ext uri="{FF2B5EF4-FFF2-40B4-BE49-F238E27FC236}">
                <a16:creationId xmlns:a16="http://schemas.microsoft.com/office/drawing/2014/main" id="{18F0CF31-9703-45C8-BD00-2F2998AF0275}"/>
              </a:ext>
            </a:extLst>
          </p:cNvPr>
          <p:cNvPicPr>
            <a:picLocks xmlns:a="http://schemas.openxmlformats.org/drawingml/2006/main" noChangeAspect="1"/>
          </p:cNvPicPr>
          <p:nvPr/>
        </p:nvPicPr>
        <p:blipFill>
          <a:blip xmlns:r="http://schemas.openxmlformats.org/officeDocument/2006/relationships" xmlns:a="http://schemas.openxmlformats.org/drawingml/2006/main" r:embed="Rbb7d83d0a6b446f3"/>
          <a:stretch xmlns:a="http://schemas.openxmlformats.org/drawingml/2006/main"/>
        </p:blipFill>
        <p:spPr>
          <a:xfrm xmlns:a="http://schemas.openxmlformats.org/drawingml/2006/main">
            <a:off x="6296813" y="1562100"/>
            <a:ext cx="5465774" cy="4038600"/>
          </a:xfrm>
          <a:prstGeom xmlns:a="http://schemas.openxmlformats.org/drawingml/2006/main" prst="rect">
            <a:avLst/>
          </a:prstGeom>
        </p:spPr>
      </p:pic>
      <p:sp>
        <p:nvSpPr>
          <p:cNvPr id="6" name="copy-4">
            <a:extLst xmlns:a="http://schemas.openxmlformats.org/drawingml/2006/main">
              <a:ext uri="{FF2B5EF4-FFF2-40B4-BE49-F238E27FC236}">
                <a16:creationId xmlns:a16="http://schemas.microsoft.com/office/drawing/2014/main" id="{253F93E1-E3A3-4164-AACE-7DFB7CC9A553}"/>
              </a:ext>
            </a:extLst>
          </p:cNvPr>
          <p:cNvSpPr>
            <a:spLocks xmlns:a="http://schemas.openxmlformats.org/drawingml/2006/main" noGrp="1"/>
          </p:cNvSpPr>
          <p:nvPr/>
        </p:nvSpPr>
        <p:spPr>
          <a:xfrm xmlns:a="http://schemas.openxmlformats.org/drawingml/2006/main">
            <a:off x="552450" y="6191250"/>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66666"/>
                </a:solidFill>
                <a:latin typeface="Inter"/>
                <a:ea typeface="Inter"/>
                <a:cs typeface="Inter"/>
              </a:defRPr>
            </a:defPPr>
            <a:lvl1pPr>
              <a:defRPr sz="1725" b="0">
                <a:solidFill>
                  <a:srgbClr val="666666"/>
                </a:solidFill>
                <a:latin typeface="Inter"/>
                <a:ea typeface="Inter"/>
                <a:cs typeface="Inter"/>
              </a:defRPr>
            </a:lvl1pPr>
            <a:lvl2pPr>
              <a:defRPr sz="1725" b="0">
                <a:solidFill>
                  <a:srgbClr val="666666"/>
                </a:solidFill>
                <a:latin typeface="Inter"/>
                <a:ea typeface="Inter"/>
                <a:cs typeface="Inter"/>
              </a:defRPr>
            </a:lvl2pPr>
            <a:lvl3pPr>
              <a:defRPr sz="1725" b="0">
                <a:solidFill>
                  <a:srgbClr val="666666"/>
                </a:solidFill>
                <a:latin typeface="Inter"/>
                <a:ea typeface="Inter"/>
                <a:cs typeface="Inter"/>
              </a:defRPr>
            </a:lvl3pPr>
            <a:lvl4pPr>
              <a:defRPr sz="1725" b="0">
                <a:solidFill>
                  <a:srgbClr val="666666"/>
                </a:solidFill>
                <a:latin typeface="Inter"/>
                <a:ea typeface="Inter"/>
                <a:cs typeface="Inter"/>
              </a:defRPr>
            </a:lvl4pPr>
            <a:lvl5pPr>
              <a:defRPr sz="1725" b="0">
                <a:solidFill>
                  <a:srgbClr val="666666"/>
                </a:solidFill>
                <a:latin typeface="Inter"/>
                <a:ea typeface="Inter"/>
                <a:cs typeface="Inter"/>
              </a:defRPr>
            </a:lvl5pPr>
            <a:lvl6pPr>
              <a:defRPr sz="1725" b="0">
                <a:solidFill>
                  <a:srgbClr val="666666"/>
                </a:solidFill>
                <a:latin typeface="Inter"/>
                <a:ea typeface="Inter"/>
                <a:cs typeface="Inter"/>
              </a:defRPr>
            </a:lvl6pPr>
            <a:lvl7pPr>
              <a:defRPr sz="1725" b="0">
                <a:solidFill>
                  <a:srgbClr val="666666"/>
                </a:solidFill>
                <a:latin typeface="Inter"/>
                <a:ea typeface="Inter"/>
                <a:cs typeface="Inter"/>
              </a:defRPr>
            </a:lvl7pPr>
            <a:lvl8pPr>
              <a:defRPr sz="1725" b="0">
                <a:solidFill>
                  <a:srgbClr val="666666"/>
                </a:solidFill>
                <a:latin typeface="Inter"/>
                <a:ea typeface="Inter"/>
                <a:cs typeface="Inter"/>
              </a:defRPr>
            </a:lvl8pPr>
            <a:lvl9pPr>
              <a:defRPr sz="1725" b="0">
                <a:solidFill>
                  <a:srgbClr val="666666"/>
                </a:solidFill>
                <a:latin typeface="Inter"/>
                <a:ea typeface="Inter"/>
                <a:cs typeface="Inter"/>
              </a:defRPr>
            </a:lvl9pPr>
          </a:lstStyle>
          <a:p xmlns:a="http://schemas.openxmlformats.org/drawingml/2006/main">
            <a:pPr>
              <a:defRPr sz="1725" b="0">
                <a:solidFill>
                  <a:srgbClr val="666666"/>
                </a:solidFill>
                <a:latin typeface="Inter"/>
                <a:ea typeface="Inter"/>
                <a:cs typeface="Inter"/>
              </a:defRPr>
            </a:pPr>
            <a:r>
              <a:rPr sz="1725" b="0">
                <a:solidFill>
                  <a:srgbClr val="666666"/>
                </a:solidFill>
                <a:latin typeface="Inter"/>
                <a:ea typeface="Inter"/>
                <a:cs typeface="Inter"/>
              </a:rPr>
              <a:t>For plant single-cell researchers. Starting with soybean.</a:t>
            </a:r>
          </a:p>
        </p:txBody>
      </p:sp>
    </p:spTree>
    <p:extLst>
      <p:ext uri="{BB962C8B-B14F-4D97-AF65-F5344CB8AC3E}">
        <p14:creationId xmlns:p14="http://schemas.microsoft.com/office/powerpoint/2010/main" val="260041883"/>
      </p:ext>
    </p:extLst>
  </p:cSld>
</p:sld>
</file>

<file path=ppt/slides/slide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4" name="copy-5">
            <a:extLst xmlns:a="http://schemas.openxmlformats.org/drawingml/2006/main">
              <a:ext uri="{FF2B5EF4-FFF2-40B4-BE49-F238E27FC236}">
                <a16:creationId xmlns:a16="http://schemas.microsoft.com/office/drawing/2014/main" id="{1CED6B03-5141-4AA1-9284-8C88141239B0}"/>
              </a:ext>
            </a:extLst>
          </p:cNvPr>
          <p:cNvSpPr>
            <a:spLocks xmlns:a="http://schemas.openxmlformats.org/drawingml/2006/main" noGrp="1"/>
          </p:cNvSpPr>
          <p:nvPr/>
        </p:nvSpPr>
        <p:spPr>
          <a:xfrm xmlns:a="http://schemas.openxmlformats.org/drawingml/2006/main">
            <a:off x="514350" y="466725"/>
            <a:ext cx="111823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1">
                <a:solidFill>
                  <a:srgbClr val="FFFFFF"/>
                </a:solidFill>
                <a:latin typeface="Inter"/>
                <a:ea typeface="Inter"/>
                <a:cs typeface="Inter"/>
              </a:defRPr>
            </a:defPPr>
            <a:lvl1pPr>
              <a:defRPr sz="3450" b="1">
                <a:solidFill>
                  <a:srgbClr val="FFFFFF"/>
                </a:solidFill>
                <a:latin typeface="Inter"/>
                <a:ea typeface="Inter"/>
                <a:cs typeface="Inter"/>
              </a:defRPr>
            </a:lvl1pPr>
            <a:lvl2pPr>
              <a:defRPr sz="3450" b="1">
                <a:solidFill>
                  <a:srgbClr val="FFFFFF"/>
                </a:solidFill>
                <a:latin typeface="Inter"/>
                <a:ea typeface="Inter"/>
                <a:cs typeface="Inter"/>
              </a:defRPr>
            </a:lvl2pPr>
            <a:lvl3pPr>
              <a:defRPr sz="3450" b="1">
                <a:solidFill>
                  <a:srgbClr val="FFFFFF"/>
                </a:solidFill>
                <a:latin typeface="Inter"/>
                <a:ea typeface="Inter"/>
                <a:cs typeface="Inter"/>
              </a:defRPr>
            </a:lvl3pPr>
            <a:lvl4pPr>
              <a:defRPr sz="3450" b="1">
                <a:solidFill>
                  <a:srgbClr val="FFFFFF"/>
                </a:solidFill>
                <a:latin typeface="Inter"/>
                <a:ea typeface="Inter"/>
                <a:cs typeface="Inter"/>
              </a:defRPr>
            </a:lvl4pPr>
            <a:lvl5pPr>
              <a:defRPr sz="3450" b="1">
                <a:solidFill>
                  <a:srgbClr val="FFFFFF"/>
                </a:solidFill>
                <a:latin typeface="Inter"/>
                <a:ea typeface="Inter"/>
                <a:cs typeface="Inter"/>
              </a:defRPr>
            </a:lvl5pPr>
            <a:lvl6pPr>
              <a:defRPr sz="3450" b="1">
                <a:solidFill>
                  <a:srgbClr val="FFFFFF"/>
                </a:solidFill>
                <a:latin typeface="Inter"/>
                <a:ea typeface="Inter"/>
                <a:cs typeface="Inter"/>
              </a:defRPr>
            </a:lvl6pPr>
            <a:lvl7pPr>
              <a:defRPr sz="3450" b="1">
                <a:solidFill>
                  <a:srgbClr val="FFFFFF"/>
                </a:solidFill>
                <a:latin typeface="Inter"/>
                <a:ea typeface="Inter"/>
                <a:cs typeface="Inter"/>
              </a:defRPr>
            </a:lvl7pPr>
            <a:lvl8pPr>
              <a:defRPr sz="3450" b="1">
                <a:solidFill>
                  <a:srgbClr val="FFFFFF"/>
                </a:solidFill>
                <a:latin typeface="Inter"/>
                <a:ea typeface="Inter"/>
                <a:cs typeface="Inter"/>
              </a:defRPr>
            </a:lvl8pPr>
            <a:lvl9pPr>
              <a:defRPr sz="3450" b="1">
                <a:solidFill>
                  <a:srgbClr val="FFFFFF"/>
                </a:solidFill>
                <a:latin typeface="Inter"/>
                <a:ea typeface="Inter"/>
                <a:cs typeface="Inter"/>
              </a:defRPr>
            </a:lvl9pPr>
          </a:lstStyle>
          <a:p xmlns:a="http://schemas.openxmlformats.org/drawingml/2006/main">
            <a:pPr>
              <a:defRPr sz="3450" b="1">
                <a:solidFill>
                  <a:srgbClr val="FFFFFF"/>
                </a:solidFill>
                <a:latin typeface="Inter"/>
                <a:ea typeface="Inter"/>
                <a:cs typeface="Inter"/>
              </a:defRPr>
            </a:pPr>
            <a:r>
              <a:rPr sz="3450" b="1">
                <a:solidFill>
                  <a:srgbClr val="FFFFFF"/>
                </a:solidFill>
                <a:latin typeface="Inter"/>
                <a:ea typeface="Inter"/>
                <a:cs typeface="Inter"/>
              </a:rPr>
              <a:t>One conversation. A complete investigation.</a:t>
            </a:r>
          </a:p>
        </p:txBody>
      </p:sp>
      <p:sp>
        <p:nvSpPr>
          <p:cNvPr id="2" name="copy-6">
            <a:extLst xmlns:a="http://schemas.openxmlformats.org/drawingml/2006/main">
              <a:ext uri="{FF2B5EF4-FFF2-40B4-BE49-F238E27FC236}">
                <a16:creationId xmlns:a16="http://schemas.microsoft.com/office/drawing/2014/main" id="{0B8209A4-C7A8-405B-A3D6-674B0743F117}"/>
              </a:ext>
            </a:extLst>
          </p:cNvPr>
          <p:cNvSpPr>
            <a:spLocks xmlns:a="http://schemas.openxmlformats.org/drawingml/2006/main" noGrp="1"/>
          </p:cNvSpPr>
          <p:nvPr/>
        </p:nvSpPr>
        <p:spPr>
          <a:xfrm xmlns:a="http://schemas.openxmlformats.org/drawingml/2006/main">
            <a:off x="552450" y="1952625"/>
            <a:ext cx="533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B5D6A4"/>
                </a:solidFill>
                <a:latin typeface="Inter"/>
                <a:ea typeface="Inter"/>
                <a:cs typeface="Inter"/>
              </a:defRPr>
            </a:defPPr>
            <a:lvl1pPr>
              <a:defRPr sz="1875" b="1">
                <a:solidFill>
                  <a:srgbClr val="B5D6A4"/>
                </a:solidFill>
                <a:latin typeface="Inter"/>
                <a:ea typeface="Inter"/>
                <a:cs typeface="Inter"/>
              </a:defRPr>
            </a:lvl1pPr>
            <a:lvl2pPr>
              <a:defRPr sz="1875" b="1">
                <a:solidFill>
                  <a:srgbClr val="B5D6A4"/>
                </a:solidFill>
                <a:latin typeface="Inter"/>
                <a:ea typeface="Inter"/>
                <a:cs typeface="Inter"/>
              </a:defRPr>
            </a:lvl2pPr>
            <a:lvl3pPr>
              <a:defRPr sz="1875" b="1">
                <a:solidFill>
                  <a:srgbClr val="B5D6A4"/>
                </a:solidFill>
                <a:latin typeface="Inter"/>
                <a:ea typeface="Inter"/>
                <a:cs typeface="Inter"/>
              </a:defRPr>
            </a:lvl3pPr>
            <a:lvl4pPr>
              <a:defRPr sz="1875" b="1">
                <a:solidFill>
                  <a:srgbClr val="B5D6A4"/>
                </a:solidFill>
                <a:latin typeface="Inter"/>
                <a:ea typeface="Inter"/>
                <a:cs typeface="Inter"/>
              </a:defRPr>
            </a:lvl4pPr>
            <a:lvl5pPr>
              <a:defRPr sz="1875" b="1">
                <a:solidFill>
                  <a:srgbClr val="B5D6A4"/>
                </a:solidFill>
                <a:latin typeface="Inter"/>
                <a:ea typeface="Inter"/>
                <a:cs typeface="Inter"/>
              </a:defRPr>
            </a:lvl5pPr>
            <a:lvl6pPr>
              <a:defRPr sz="1875" b="1">
                <a:solidFill>
                  <a:srgbClr val="B5D6A4"/>
                </a:solidFill>
                <a:latin typeface="Inter"/>
                <a:ea typeface="Inter"/>
                <a:cs typeface="Inter"/>
              </a:defRPr>
            </a:lvl6pPr>
            <a:lvl7pPr>
              <a:defRPr sz="1875" b="1">
                <a:solidFill>
                  <a:srgbClr val="B5D6A4"/>
                </a:solidFill>
                <a:latin typeface="Inter"/>
                <a:ea typeface="Inter"/>
                <a:cs typeface="Inter"/>
              </a:defRPr>
            </a:lvl7pPr>
            <a:lvl8pPr>
              <a:defRPr sz="1875" b="1">
                <a:solidFill>
                  <a:srgbClr val="B5D6A4"/>
                </a:solidFill>
                <a:latin typeface="Inter"/>
                <a:ea typeface="Inter"/>
                <a:cs typeface="Inter"/>
              </a:defRPr>
            </a:lvl8pPr>
            <a:lvl9pPr>
              <a:defRPr sz="1875" b="1">
                <a:solidFill>
                  <a:srgbClr val="B5D6A4"/>
                </a:solidFill>
                <a:latin typeface="Inter"/>
                <a:ea typeface="Inter"/>
                <a:cs typeface="Inter"/>
              </a:defRPr>
            </a:lvl9pPr>
          </a:lstStyle>
          <a:p xmlns:a="http://schemas.openxmlformats.org/drawingml/2006/main">
            <a:pPr>
              <a:defRPr sz="1875" b="1">
                <a:solidFill>
                  <a:srgbClr val="B5D6A4"/>
                </a:solidFill>
                <a:latin typeface="Inter"/>
                <a:ea typeface="Inter"/>
                <a:cs typeface="Inter"/>
              </a:defRPr>
            </a:pPr>
            <a:r>
              <a:rPr sz="1875" b="1">
                <a:solidFill>
                  <a:srgbClr val="B5D6A4"/>
                </a:solidFill>
                <a:latin typeface="Inter"/>
                <a:ea typeface="Inter"/>
                <a:cs typeface="Inter"/>
              </a:rPr>
              <a:t>01</a:t>
            </a:r>
          </a:p>
        </p:txBody>
      </p:sp>
      <p:sp>
        <p:nvSpPr>
          <p:cNvPr id="3" name="copy-7">
            <a:extLst xmlns:a="http://schemas.openxmlformats.org/drawingml/2006/main">
              <a:ext uri="{FF2B5EF4-FFF2-40B4-BE49-F238E27FC236}">
                <a16:creationId xmlns:a16="http://schemas.microsoft.com/office/drawing/2014/main" id="{92A88388-B720-470E-8F7E-BAD21F3E90B9}"/>
              </a:ext>
            </a:extLst>
          </p:cNvPr>
          <p:cNvSpPr>
            <a:spLocks xmlns:a="http://schemas.openxmlformats.org/drawingml/2006/main" noGrp="1"/>
          </p:cNvSpPr>
          <p:nvPr/>
        </p:nvSpPr>
        <p:spPr>
          <a:xfrm xmlns:a="http://schemas.openxmlformats.org/drawingml/2006/main">
            <a:off x="1257300" y="1914525"/>
            <a:ext cx="571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FFFFFF"/>
                </a:solidFill>
                <a:latin typeface="Inter"/>
                <a:ea typeface="Inter"/>
                <a:cs typeface="Inter"/>
              </a:defRPr>
            </a:defPPr>
            <a:lvl1pPr>
              <a:defRPr sz="2475" b="1">
                <a:solidFill>
                  <a:srgbClr val="FFFFFF"/>
                </a:solidFill>
                <a:latin typeface="Inter"/>
                <a:ea typeface="Inter"/>
                <a:cs typeface="Inter"/>
              </a:defRPr>
            </a:lvl1pPr>
            <a:lvl2pPr>
              <a:defRPr sz="2475" b="1">
                <a:solidFill>
                  <a:srgbClr val="FFFFFF"/>
                </a:solidFill>
                <a:latin typeface="Inter"/>
                <a:ea typeface="Inter"/>
                <a:cs typeface="Inter"/>
              </a:defRPr>
            </a:lvl2pPr>
            <a:lvl3pPr>
              <a:defRPr sz="2475" b="1">
                <a:solidFill>
                  <a:srgbClr val="FFFFFF"/>
                </a:solidFill>
                <a:latin typeface="Inter"/>
                <a:ea typeface="Inter"/>
                <a:cs typeface="Inter"/>
              </a:defRPr>
            </a:lvl3pPr>
            <a:lvl4pPr>
              <a:defRPr sz="2475" b="1">
                <a:solidFill>
                  <a:srgbClr val="FFFFFF"/>
                </a:solidFill>
                <a:latin typeface="Inter"/>
                <a:ea typeface="Inter"/>
                <a:cs typeface="Inter"/>
              </a:defRPr>
            </a:lvl4pPr>
            <a:lvl5pPr>
              <a:defRPr sz="2475" b="1">
                <a:solidFill>
                  <a:srgbClr val="FFFFFF"/>
                </a:solidFill>
                <a:latin typeface="Inter"/>
                <a:ea typeface="Inter"/>
                <a:cs typeface="Inter"/>
              </a:defRPr>
            </a:lvl5pPr>
            <a:lvl6pPr>
              <a:defRPr sz="2475" b="1">
                <a:solidFill>
                  <a:srgbClr val="FFFFFF"/>
                </a:solidFill>
                <a:latin typeface="Inter"/>
                <a:ea typeface="Inter"/>
                <a:cs typeface="Inter"/>
              </a:defRPr>
            </a:lvl6pPr>
            <a:lvl7pPr>
              <a:defRPr sz="2475" b="1">
                <a:solidFill>
                  <a:srgbClr val="FFFFFF"/>
                </a:solidFill>
                <a:latin typeface="Inter"/>
                <a:ea typeface="Inter"/>
                <a:cs typeface="Inter"/>
              </a:defRPr>
            </a:lvl7pPr>
            <a:lvl8pPr>
              <a:defRPr sz="2475" b="1">
                <a:solidFill>
                  <a:srgbClr val="FFFFFF"/>
                </a:solidFill>
                <a:latin typeface="Inter"/>
                <a:ea typeface="Inter"/>
                <a:cs typeface="Inter"/>
              </a:defRPr>
            </a:lvl8pPr>
            <a:lvl9pPr>
              <a:defRPr sz="2475" b="1">
                <a:solidFill>
                  <a:srgbClr val="FFFFFF"/>
                </a:solidFill>
                <a:latin typeface="Inter"/>
                <a:ea typeface="Inter"/>
                <a:cs typeface="Inter"/>
              </a:defRPr>
            </a:lvl9pPr>
          </a:lstStyle>
          <a:p xmlns:a="http://schemas.openxmlformats.org/drawingml/2006/main">
            <a:pPr>
              <a:defRPr sz="2475" b="1">
                <a:solidFill>
                  <a:srgbClr val="FFFFFF"/>
                </a:solidFill>
                <a:latin typeface="Inter"/>
                <a:ea typeface="Inter"/>
                <a:cs typeface="Inter"/>
              </a:defRPr>
            </a:pPr>
            <a:r>
              <a:rPr sz="2475" b="1">
                <a:solidFill>
                  <a:srgbClr val="FFFFFF"/>
                </a:solidFill>
                <a:latin typeface="Inter"/>
                <a:ea typeface="Inter"/>
                <a:cs typeface="Inter"/>
              </a:rPr>
              <a:t>Ask the agent</a:t>
            </a:r>
          </a:p>
        </p:txBody>
      </p:sp>
      <p:sp>
        <p:nvSpPr>
          <p:cNvPr id="4" name="copy-8">
            <a:extLst xmlns:a="http://schemas.openxmlformats.org/drawingml/2006/main">
              <a:ext uri="{FF2B5EF4-FFF2-40B4-BE49-F238E27FC236}">
                <a16:creationId xmlns:a16="http://schemas.microsoft.com/office/drawing/2014/main" id="{AE4A2E4B-30B5-4D12-9CB0-FBF5FD1B630C}"/>
              </a:ext>
            </a:extLst>
          </p:cNvPr>
          <p:cNvSpPr>
            <a:spLocks xmlns:a="http://schemas.openxmlformats.org/drawingml/2006/main" noGrp="1"/>
          </p:cNvSpPr>
          <p:nvPr/>
        </p:nvSpPr>
        <p:spPr>
          <a:xfrm xmlns:a="http://schemas.openxmlformats.org/drawingml/2006/main">
            <a:off x="1257300" y="2476500"/>
            <a:ext cx="5715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D9DFD7"/>
                </a:solidFill>
                <a:latin typeface="Inter"/>
                <a:ea typeface="Inter"/>
                <a:cs typeface="Inter"/>
              </a:defRPr>
            </a:defPPr>
            <a:lvl1pPr>
              <a:defRPr sz="1800" b="0">
                <a:solidFill>
                  <a:srgbClr val="D9DFD7"/>
                </a:solidFill>
                <a:latin typeface="Inter"/>
                <a:ea typeface="Inter"/>
                <a:cs typeface="Inter"/>
              </a:defRPr>
            </a:lvl1pPr>
            <a:lvl2pPr>
              <a:defRPr sz="1800" b="0">
                <a:solidFill>
                  <a:srgbClr val="D9DFD7"/>
                </a:solidFill>
                <a:latin typeface="Inter"/>
                <a:ea typeface="Inter"/>
                <a:cs typeface="Inter"/>
              </a:defRPr>
            </a:lvl2pPr>
            <a:lvl3pPr>
              <a:defRPr sz="1800" b="0">
                <a:solidFill>
                  <a:srgbClr val="D9DFD7"/>
                </a:solidFill>
                <a:latin typeface="Inter"/>
                <a:ea typeface="Inter"/>
                <a:cs typeface="Inter"/>
              </a:defRPr>
            </a:lvl3pPr>
            <a:lvl4pPr>
              <a:defRPr sz="1800" b="0">
                <a:solidFill>
                  <a:srgbClr val="D9DFD7"/>
                </a:solidFill>
                <a:latin typeface="Inter"/>
                <a:ea typeface="Inter"/>
                <a:cs typeface="Inter"/>
              </a:defRPr>
            </a:lvl4pPr>
            <a:lvl5pPr>
              <a:defRPr sz="1800" b="0">
                <a:solidFill>
                  <a:srgbClr val="D9DFD7"/>
                </a:solidFill>
                <a:latin typeface="Inter"/>
                <a:ea typeface="Inter"/>
                <a:cs typeface="Inter"/>
              </a:defRPr>
            </a:lvl5pPr>
            <a:lvl6pPr>
              <a:defRPr sz="1800" b="0">
                <a:solidFill>
                  <a:srgbClr val="D9DFD7"/>
                </a:solidFill>
                <a:latin typeface="Inter"/>
                <a:ea typeface="Inter"/>
                <a:cs typeface="Inter"/>
              </a:defRPr>
            </a:lvl6pPr>
            <a:lvl7pPr>
              <a:defRPr sz="1800" b="0">
                <a:solidFill>
                  <a:srgbClr val="D9DFD7"/>
                </a:solidFill>
                <a:latin typeface="Inter"/>
                <a:ea typeface="Inter"/>
                <a:cs typeface="Inter"/>
              </a:defRPr>
            </a:lvl7pPr>
            <a:lvl8pPr>
              <a:defRPr sz="1800" b="0">
                <a:solidFill>
                  <a:srgbClr val="D9DFD7"/>
                </a:solidFill>
                <a:latin typeface="Inter"/>
                <a:ea typeface="Inter"/>
                <a:cs typeface="Inter"/>
              </a:defRPr>
            </a:lvl8pPr>
            <a:lvl9pPr>
              <a:defRPr sz="1800" b="0">
                <a:solidFill>
                  <a:srgbClr val="D9DFD7"/>
                </a:solidFill>
                <a:latin typeface="Inter"/>
                <a:ea typeface="Inter"/>
                <a:cs typeface="Inter"/>
              </a:defRPr>
            </a:lvl9pPr>
          </a:lstStyle>
          <a:p xmlns:a="http://schemas.openxmlformats.org/drawingml/2006/main">
            <a:pPr>
              <a:defRPr sz="1800" b="0">
                <a:solidFill>
                  <a:srgbClr val="D9DFD7"/>
                </a:solidFill>
                <a:latin typeface="Inter"/>
                <a:ea typeface="Inter"/>
                <a:cs typeface="Inter"/>
              </a:defRPr>
            </a:pPr>
            <a:r>
              <a:rPr sz="1800" b="0">
                <a:solidFill>
                  <a:srgbClr val="D9DFD7"/>
                </a:solidFill>
                <a:latin typeface="Inter"/>
                <a:ea typeface="Inter"/>
                <a:cs typeface="Inter"/>
              </a:rPr>
              <a:t>Annotate the soybean root groups.</a:t>
            </a:r>
          </a:p>
        </p:txBody>
      </p:sp>
      <p:sp>
        <p:nvSpPr>
          <p:cNvPr id="5" name="copy-9">
            <a:extLst xmlns:a="http://schemas.openxmlformats.org/drawingml/2006/main">
              <a:ext uri="{FF2B5EF4-FFF2-40B4-BE49-F238E27FC236}">
                <a16:creationId xmlns:a16="http://schemas.microsoft.com/office/drawing/2014/main" id="{A0894BA2-939D-4946-93E9-F09535707A91}"/>
              </a:ext>
            </a:extLst>
          </p:cNvPr>
          <p:cNvSpPr>
            <a:spLocks xmlns:a="http://schemas.openxmlformats.org/drawingml/2006/main" noGrp="1"/>
          </p:cNvSpPr>
          <p:nvPr/>
        </p:nvSpPr>
        <p:spPr>
          <a:xfrm xmlns:a="http://schemas.openxmlformats.org/drawingml/2006/main">
            <a:off x="552450" y="3390900"/>
            <a:ext cx="533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B5D6A4"/>
                </a:solidFill>
                <a:latin typeface="Inter"/>
                <a:ea typeface="Inter"/>
                <a:cs typeface="Inter"/>
              </a:defRPr>
            </a:defPPr>
            <a:lvl1pPr>
              <a:defRPr sz="1875" b="1">
                <a:solidFill>
                  <a:srgbClr val="B5D6A4"/>
                </a:solidFill>
                <a:latin typeface="Inter"/>
                <a:ea typeface="Inter"/>
                <a:cs typeface="Inter"/>
              </a:defRPr>
            </a:lvl1pPr>
            <a:lvl2pPr>
              <a:defRPr sz="1875" b="1">
                <a:solidFill>
                  <a:srgbClr val="B5D6A4"/>
                </a:solidFill>
                <a:latin typeface="Inter"/>
                <a:ea typeface="Inter"/>
                <a:cs typeface="Inter"/>
              </a:defRPr>
            </a:lvl2pPr>
            <a:lvl3pPr>
              <a:defRPr sz="1875" b="1">
                <a:solidFill>
                  <a:srgbClr val="B5D6A4"/>
                </a:solidFill>
                <a:latin typeface="Inter"/>
                <a:ea typeface="Inter"/>
                <a:cs typeface="Inter"/>
              </a:defRPr>
            </a:lvl3pPr>
            <a:lvl4pPr>
              <a:defRPr sz="1875" b="1">
                <a:solidFill>
                  <a:srgbClr val="B5D6A4"/>
                </a:solidFill>
                <a:latin typeface="Inter"/>
                <a:ea typeface="Inter"/>
                <a:cs typeface="Inter"/>
              </a:defRPr>
            </a:lvl4pPr>
            <a:lvl5pPr>
              <a:defRPr sz="1875" b="1">
                <a:solidFill>
                  <a:srgbClr val="B5D6A4"/>
                </a:solidFill>
                <a:latin typeface="Inter"/>
                <a:ea typeface="Inter"/>
                <a:cs typeface="Inter"/>
              </a:defRPr>
            </a:lvl5pPr>
            <a:lvl6pPr>
              <a:defRPr sz="1875" b="1">
                <a:solidFill>
                  <a:srgbClr val="B5D6A4"/>
                </a:solidFill>
                <a:latin typeface="Inter"/>
                <a:ea typeface="Inter"/>
                <a:cs typeface="Inter"/>
              </a:defRPr>
            </a:lvl6pPr>
            <a:lvl7pPr>
              <a:defRPr sz="1875" b="1">
                <a:solidFill>
                  <a:srgbClr val="B5D6A4"/>
                </a:solidFill>
                <a:latin typeface="Inter"/>
                <a:ea typeface="Inter"/>
                <a:cs typeface="Inter"/>
              </a:defRPr>
            </a:lvl7pPr>
            <a:lvl8pPr>
              <a:defRPr sz="1875" b="1">
                <a:solidFill>
                  <a:srgbClr val="B5D6A4"/>
                </a:solidFill>
                <a:latin typeface="Inter"/>
                <a:ea typeface="Inter"/>
                <a:cs typeface="Inter"/>
              </a:defRPr>
            </a:lvl8pPr>
            <a:lvl9pPr>
              <a:defRPr sz="1875" b="1">
                <a:solidFill>
                  <a:srgbClr val="B5D6A4"/>
                </a:solidFill>
                <a:latin typeface="Inter"/>
                <a:ea typeface="Inter"/>
                <a:cs typeface="Inter"/>
              </a:defRPr>
            </a:lvl9pPr>
          </a:lstStyle>
          <a:p xmlns:a="http://schemas.openxmlformats.org/drawingml/2006/main">
            <a:pPr>
              <a:defRPr sz="1875" b="1">
                <a:solidFill>
                  <a:srgbClr val="B5D6A4"/>
                </a:solidFill>
                <a:latin typeface="Inter"/>
                <a:ea typeface="Inter"/>
                <a:cs typeface="Inter"/>
              </a:defRPr>
            </a:pPr>
            <a:r>
              <a:rPr sz="1875" b="1">
                <a:solidFill>
                  <a:srgbClr val="B5D6A4"/>
                </a:solidFill>
                <a:latin typeface="Inter"/>
                <a:ea typeface="Inter"/>
                <a:cs typeface="Inter"/>
              </a:rPr>
              <a:t>02</a:t>
            </a:r>
          </a:p>
        </p:txBody>
      </p:sp>
      <p:sp>
        <p:nvSpPr>
          <p:cNvPr id="6" name="copy-10">
            <a:extLst xmlns:a="http://schemas.openxmlformats.org/drawingml/2006/main">
              <a:ext uri="{FF2B5EF4-FFF2-40B4-BE49-F238E27FC236}">
                <a16:creationId xmlns:a16="http://schemas.microsoft.com/office/drawing/2014/main" id="{7737758A-FB54-4CD8-81C4-69615A1E1A88}"/>
              </a:ext>
            </a:extLst>
          </p:cNvPr>
          <p:cNvSpPr>
            <a:spLocks xmlns:a="http://schemas.openxmlformats.org/drawingml/2006/main" noGrp="1"/>
          </p:cNvSpPr>
          <p:nvPr/>
        </p:nvSpPr>
        <p:spPr>
          <a:xfrm xmlns:a="http://schemas.openxmlformats.org/drawingml/2006/main">
            <a:off x="1257300" y="3352800"/>
            <a:ext cx="571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FFFFFF"/>
                </a:solidFill>
                <a:latin typeface="Inter"/>
                <a:ea typeface="Inter"/>
                <a:cs typeface="Inter"/>
              </a:defRPr>
            </a:defPPr>
            <a:lvl1pPr>
              <a:defRPr sz="2475" b="1">
                <a:solidFill>
                  <a:srgbClr val="FFFFFF"/>
                </a:solidFill>
                <a:latin typeface="Inter"/>
                <a:ea typeface="Inter"/>
                <a:cs typeface="Inter"/>
              </a:defRPr>
            </a:lvl1pPr>
            <a:lvl2pPr>
              <a:defRPr sz="2475" b="1">
                <a:solidFill>
                  <a:srgbClr val="FFFFFF"/>
                </a:solidFill>
                <a:latin typeface="Inter"/>
                <a:ea typeface="Inter"/>
                <a:cs typeface="Inter"/>
              </a:defRPr>
            </a:lvl2pPr>
            <a:lvl3pPr>
              <a:defRPr sz="2475" b="1">
                <a:solidFill>
                  <a:srgbClr val="FFFFFF"/>
                </a:solidFill>
                <a:latin typeface="Inter"/>
                <a:ea typeface="Inter"/>
                <a:cs typeface="Inter"/>
              </a:defRPr>
            </a:lvl3pPr>
            <a:lvl4pPr>
              <a:defRPr sz="2475" b="1">
                <a:solidFill>
                  <a:srgbClr val="FFFFFF"/>
                </a:solidFill>
                <a:latin typeface="Inter"/>
                <a:ea typeface="Inter"/>
                <a:cs typeface="Inter"/>
              </a:defRPr>
            </a:lvl4pPr>
            <a:lvl5pPr>
              <a:defRPr sz="2475" b="1">
                <a:solidFill>
                  <a:srgbClr val="FFFFFF"/>
                </a:solidFill>
                <a:latin typeface="Inter"/>
                <a:ea typeface="Inter"/>
                <a:cs typeface="Inter"/>
              </a:defRPr>
            </a:lvl5pPr>
            <a:lvl6pPr>
              <a:defRPr sz="2475" b="1">
                <a:solidFill>
                  <a:srgbClr val="FFFFFF"/>
                </a:solidFill>
                <a:latin typeface="Inter"/>
                <a:ea typeface="Inter"/>
                <a:cs typeface="Inter"/>
              </a:defRPr>
            </a:lvl6pPr>
            <a:lvl7pPr>
              <a:defRPr sz="2475" b="1">
                <a:solidFill>
                  <a:srgbClr val="FFFFFF"/>
                </a:solidFill>
                <a:latin typeface="Inter"/>
                <a:ea typeface="Inter"/>
                <a:cs typeface="Inter"/>
              </a:defRPr>
            </a:lvl7pPr>
            <a:lvl8pPr>
              <a:defRPr sz="2475" b="1">
                <a:solidFill>
                  <a:srgbClr val="FFFFFF"/>
                </a:solidFill>
                <a:latin typeface="Inter"/>
                <a:ea typeface="Inter"/>
                <a:cs typeface="Inter"/>
              </a:defRPr>
            </a:lvl8pPr>
            <a:lvl9pPr>
              <a:defRPr sz="2475" b="1">
                <a:solidFill>
                  <a:srgbClr val="FFFFFF"/>
                </a:solidFill>
                <a:latin typeface="Inter"/>
                <a:ea typeface="Inter"/>
                <a:cs typeface="Inter"/>
              </a:defRPr>
            </a:lvl9pPr>
          </a:lstStyle>
          <a:p xmlns:a="http://schemas.openxmlformats.org/drawingml/2006/main">
            <a:pPr>
              <a:defRPr sz="2475" b="1">
                <a:solidFill>
                  <a:srgbClr val="FFFFFF"/>
                </a:solidFill>
                <a:latin typeface="Inter"/>
                <a:ea typeface="Inter"/>
                <a:cs typeface="Inter"/>
              </a:defRPr>
            </a:pPr>
            <a:r>
              <a:rPr sz="2475" b="1">
                <a:solidFill>
                  <a:srgbClr val="FFFFFF"/>
                </a:solidFill>
                <a:latin typeface="Inter"/>
                <a:ea typeface="Inter"/>
                <a:cs typeface="Inter"/>
              </a:rPr>
              <a:t>Inspect the evidence</a:t>
            </a:r>
          </a:p>
        </p:txBody>
      </p:sp>
      <p:sp>
        <p:nvSpPr>
          <p:cNvPr id="7" name="copy-11">
            <a:extLst xmlns:a="http://schemas.openxmlformats.org/drawingml/2006/main">
              <a:ext uri="{FF2B5EF4-FFF2-40B4-BE49-F238E27FC236}">
                <a16:creationId xmlns:a16="http://schemas.microsoft.com/office/drawing/2014/main" id="{06688F51-ACEB-4EDB-AB94-A574B1AC10DF}"/>
              </a:ext>
            </a:extLst>
          </p:cNvPr>
          <p:cNvSpPr>
            <a:spLocks xmlns:a="http://schemas.openxmlformats.org/drawingml/2006/main" noGrp="1"/>
          </p:cNvSpPr>
          <p:nvPr/>
        </p:nvSpPr>
        <p:spPr>
          <a:xfrm xmlns:a="http://schemas.openxmlformats.org/drawingml/2006/main">
            <a:off x="1257300" y="3914775"/>
            <a:ext cx="5715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D9DFD7"/>
                </a:solidFill>
                <a:latin typeface="Inter"/>
                <a:ea typeface="Inter"/>
                <a:cs typeface="Inter"/>
              </a:defRPr>
            </a:defPPr>
            <a:lvl1pPr>
              <a:defRPr sz="1800" b="0">
                <a:solidFill>
                  <a:srgbClr val="D9DFD7"/>
                </a:solidFill>
                <a:latin typeface="Inter"/>
                <a:ea typeface="Inter"/>
                <a:cs typeface="Inter"/>
              </a:defRPr>
            </a:lvl1pPr>
            <a:lvl2pPr>
              <a:defRPr sz="1800" b="0">
                <a:solidFill>
                  <a:srgbClr val="D9DFD7"/>
                </a:solidFill>
                <a:latin typeface="Inter"/>
                <a:ea typeface="Inter"/>
                <a:cs typeface="Inter"/>
              </a:defRPr>
            </a:lvl2pPr>
            <a:lvl3pPr>
              <a:defRPr sz="1800" b="0">
                <a:solidFill>
                  <a:srgbClr val="D9DFD7"/>
                </a:solidFill>
                <a:latin typeface="Inter"/>
                <a:ea typeface="Inter"/>
                <a:cs typeface="Inter"/>
              </a:defRPr>
            </a:lvl3pPr>
            <a:lvl4pPr>
              <a:defRPr sz="1800" b="0">
                <a:solidFill>
                  <a:srgbClr val="D9DFD7"/>
                </a:solidFill>
                <a:latin typeface="Inter"/>
                <a:ea typeface="Inter"/>
                <a:cs typeface="Inter"/>
              </a:defRPr>
            </a:lvl4pPr>
            <a:lvl5pPr>
              <a:defRPr sz="1800" b="0">
                <a:solidFill>
                  <a:srgbClr val="D9DFD7"/>
                </a:solidFill>
                <a:latin typeface="Inter"/>
                <a:ea typeface="Inter"/>
                <a:cs typeface="Inter"/>
              </a:defRPr>
            </a:lvl5pPr>
            <a:lvl6pPr>
              <a:defRPr sz="1800" b="0">
                <a:solidFill>
                  <a:srgbClr val="D9DFD7"/>
                </a:solidFill>
                <a:latin typeface="Inter"/>
                <a:ea typeface="Inter"/>
                <a:cs typeface="Inter"/>
              </a:defRPr>
            </a:lvl6pPr>
            <a:lvl7pPr>
              <a:defRPr sz="1800" b="0">
                <a:solidFill>
                  <a:srgbClr val="D9DFD7"/>
                </a:solidFill>
                <a:latin typeface="Inter"/>
                <a:ea typeface="Inter"/>
                <a:cs typeface="Inter"/>
              </a:defRPr>
            </a:lvl7pPr>
            <a:lvl8pPr>
              <a:defRPr sz="1800" b="0">
                <a:solidFill>
                  <a:srgbClr val="D9DFD7"/>
                </a:solidFill>
                <a:latin typeface="Inter"/>
                <a:ea typeface="Inter"/>
                <a:cs typeface="Inter"/>
              </a:defRPr>
            </a:lvl8pPr>
            <a:lvl9pPr>
              <a:defRPr sz="1800" b="0">
                <a:solidFill>
                  <a:srgbClr val="D9DFD7"/>
                </a:solidFill>
                <a:latin typeface="Inter"/>
                <a:ea typeface="Inter"/>
                <a:cs typeface="Inter"/>
              </a:defRPr>
            </a:lvl9pPr>
          </a:lstStyle>
          <a:p xmlns:a="http://schemas.openxmlformats.org/drawingml/2006/main">
            <a:pPr>
              <a:defRPr sz="1800" b="0">
                <a:solidFill>
                  <a:srgbClr val="D9DFD7"/>
                </a:solidFill>
                <a:latin typeface="Inter"/>
                <a:ea typeface="Inter"/>
                <a:cs typeface="Inter"/>
              </a:defRPr>
            </a:pPr>
            <a:r>
              <a:rPr sz="1800" b="0">
                <a:solidFill>
                  <a:srgbClr val="D9DFD7"/>
                </a:solidFill>
                <a:latin typeface="Inter"/>
                <a:ea typeface="Inter"/>
                <a:cs typeface="Inter"/>
              </a:rPr>
              <a:t>Root hair candidate. Two supporting genes.</a:t>
            </a:r>
          </a:p>
        </p:txBody>
      </p:sp>
      <p:sp>
        <p:nvSpPr>
          <p:cNvPr id="8" name="copy-12">
            <a:extLst xmlns:a="http://schemas.openxmlformats.org/drawingml/2006/main">
              <a:ext uri="{FF2B5EF4-FFF2-40B4-BE49-F238E27FC236}">
                <a16:creationId xmlns:a16="http://schemas.microsoft.com/office/drawing/2014/main" id="{0B369921-F0E2-4067-87BC-7831BFF9F3BD}"/>
              </a:ext>
            </a:extLst>
          </p:cNvPr>
          <p:cNvSpPr>
            <a:spLocks xmlns:a="http://schemas.openxmlformats.org/drawingml/2006/main" noGrp="1"/>
          </p:cNvSpPr>
          <p:nvPr/>
        </p:nvSpPr>
        <p:spPr>
          <a:xfrm xmlns:a="http://schemas.openxmlformats.org/drawingml/2006/main">
            <a:off x="552450" y="4829175"/>
            <a:ext cx="533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B5D6A4"/>
                </a:solidFill>
                <a:latin typeface="Inter"/>
                <a:ea typeface="Inter"/>
                <a:cs typeface="Inter"/>
              </a:defRPr>
            </a:defPPr>
            <a:lvl1pPr>
              <a:defRPr sz="1875" b="1">
                <a:solidFill>
                  <a:srgbClr val="B5D6A4"/>
                </a:solidFill>
                <a:latin typeface="Inter"/>
                <a:ea typeface="Inter"/>
                <a:cs typeface="Inter"/>
              </a:defRPr>
            </a:lvl1pPr>
            <a:lvl2pPr>
              <a:defRPr sz="1875" b="1">
                <a:solidFill>
                  <a:srgbClr val="B5D6A4"/>
                </a:solidFill>
                <a:latin typeface="Inter"/>
                <a:ea typeface="Inter"/>
                <a:cs typeface="Inter"/>
              </a:defRPr>
            </a:lvl2pPr>
            <a:lvl3pPr>
              <a:defRPr sz="1875" b="1">
                <a:solidFill>
                  <a:srgbClr val="B5D6A4"/>
                </a:solidFill>
                <a:latin typeface="Inter"/>
                <a:ea typeface="Inter"/>
                <a:cs typeface="Inter"/>
              </a:defRPr>
            </a:lvl3pPr>
            <a:lvl4pPr>
              <a:defRPr sz="1875" b="1">
                <a:solidFill>
                  <a:srgbClr val="B5D6A4"/>
                </a:solidFill>
                <a:latin typeface="Inter"/>
                <a:ea typeface="Inter"/>
                <a:cs typeface="Inter"/>
              </a:defRPr>
            </a:lvl4pPr>
            <a:lvl5pPr>
              <a:defRPr sz="1875" b="1">
                <a:solidFill>
                  <a:srgbClr val="B5D6A4"/>
                </a:solidFill>
                <a:latin typeface="Inter"/>
                <a:ea typeface="Inter"/>
                <a:cs typeface="Inter"/>
              </a:defRPr>
            </a:lvl5pPr>
            <a:lvl6pPr>
              <a:defRPr sz="1875" b="1">
                <a:solidFill>
                  <a:srgbClr val="B5D6A4"/>
                </a:solidFill>
                <a:latin typeface="Inter"/>
                <a:ea typeface="Inter"/>
                <a:cs typeface="Inter"/>
              </a:defRPr>
            </a:lvl6pPr>
            <a:lvl7pPr>
              <a:defRPr sz="1875" b="1">
                <a:solidFill>
                  <a:srgbClr val="B5D6A4"/>
                </a:solidFill>
                <a:latin typeface="Inter"/>
                <a:ea typeface="Inter"/>
                <a:cs typeface="Inter"/>
              </a:defRPr>
            </a:lvl7pPr>
            <a:lvl8pPr>
              <a:defRPr sz="1875" b="1">
                <a:solidFill>
                  <a:srgbClr val="B5D6A4"/>
                </a:solidFill>
                <a:latin typeface="Inter"/>
                <a:ea typeface="Inter"/>
                <a:cs typeface="Inter"/>
              </a:defRPr>
            </a:lvl8pPr>
            <a:lvl9pPr>
              <a:defRPr sz="1875" b="1">
                <a:solidFill>
                  <a:srgbClr val="B5D6A4"/>
                </a:solidFill>
                <a:latin typeface="Inter"/>
                <a:ea typeface="Inter"/>
                <a:cs typeface="Inter"/>
              </a:defRPr>
            </a:lvl9pPr>
          </a:lstStyle>
          <a:p xmlns:a="http://schemas.openxmlformats.org/drawingml/2006/main">
            <a:pPr>
              <a:defRPr sz="1875" b="1">
                <a:solidFill>
                  <a:srgbClr val="B5D6A4"/>
                </a:solidFill>
                <a:latin typeface="Inter"/>
                <a:ea typeface="Inter"/>
                <a:cs typeface="Inter"/>
              </a:defRPr>
            </a:pPr>
            <a:r>
              <a:rPr sz="1875" b="1">
                <a:solidFill>
                  <a:srgbClr val="B5D6A4"/>
                </a:solidFill>
                <a:latin typeface="Inter"/>
                <a:ea typeface="Inter"/>
                <a:cs typeface="Inter"/>
              </a:rPr>
              <a:t>03</a:t>
            </a:r>
          </a:p>
        </p:txBody>
      </p:sp>
      <p:sp>
        <p:nvSpPr>
          <p:cNvPr id="9" name="copy-13">
            <a:extLst xmlns:a="http://schemas.openxmlformats.org/drawingml/2006/main">
              <a:ext uri="{FF2B5EF4-FFF2-40B4-BE49-F238E27FC236}">
                <a16:creationId xmlns:a16="http://schemas.microsoft.com/office/drawing/2014/main" id="{36F805B4-FC0F-4B9D-816E-4580880FECA2}"/>
              </a:ext>
            </a:extLst>
          </p:cNvPr>
          <p:cNvSpPr>
            <a:spLocks xmlns:a="http://schemas.openxmlformats.org/drawingml/2006/main" noGrp="1"/>
          </p:cNvSpPr>
          <p:nvPr/>
        </p:nvSpPr>
        <p:spPr>
          <a:xfrm xmlns:a="http://schemas.openxmlformats.org/drawingml/2006/main">
            <a:off x="1257300" y="4791075"/>
            <a:ext cx="571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FFFFFF"/>
                </a:solidFill>
                <a:latin typeface="Inter"/>
                <a:ea typeface="Inter"/>
                <a:cs typeface="Inter"/>
              </a:defRPr>
            </a:defPPr>
            <a:lvl1pPr>
              <a:defRPr sz="2475" b="1">
                <a:solidFill>
                  <a:srgbClr val="FFFFFF"/>
                </a:solidFill>
                <a:latin typeface="Inter"/>
                <a:ea typeface="Inter"/>
                <a:cs typeface="Inter"/>
              </a:defRPr>
            </a:lvl1pPr>
            <a:lvl2pPr>
              <a:defRPr sz="2475" b="1">
                <a:solidFill>
                  <a:srgbClr val="FFFFFF"/>
                </a:solidFill>
                <a:latin typeface="Inter"/>
                <a:ea typeface="Inter"/>
                <a:cs typeface="Inter"/>
              </a:defRPr>
            </a:lvl2pPr>
            <a:lvl3pPr>
              <a:defRPr sz="2475" b="1">
                <a:solidFill>
                  <a:srgbClr val="FFFFFF"/>
                </a:solidFill>
                <a:latin typeface="Inter"/>
                <a:ea typeface="Inter"/>
                <a:cs typeface="Inter"/>
              </a:defRPr>
            </a:lvl3pPr>
            <a:lvl4pPr>
              <a:defRPr sz="2475" b="1">
                <a:solidFill>
                  <a:srgbClr val="FFFFFF"/>
                </a:solidFill>
                <a:latin typeface="Inter"/>
                <a:ea typeface="Inter"/>
                <a:cs typeface="Inter"/>
              </a:defRPr>
            </a:lvl4pPr>
            <a:lvl5pPr>
              <a:defRPr sz="2475" b="1">
                <a:solidFill>
                  <a:srgbClr val="FFFFFF"/>
                </a:solidFill>
                <a:latin typeface="Inter"/>
                <a:ea typeface="Inter"/>
                <a:cs typeface="Inter"/>
              </a:defRPr>
            </a:lvl5pPr>
            <a:lvl6pPr>
              <a:defRPr sz="2475" b="1">
                <a:solidFill>
                  <a:srgbClr val="FFFFFF"/>
                </a:solidFill>
                <a:latin typeface="Inter"/>
                <a:ea typeface="Inter"/>
                <a:cs typeface="Inter"/>
              </a:defRPr>
            </a:lvl6pPr>
            <a:lvl7pPr>
              <a:defRPr sz="2475" b="1">
                <a:solidFill>
                  <a:srgbClr val="FFFFFF"/>
                </a:solidFill>
                <a:latin typeface="Inter"/>
                <a:ea typeface="Inter"/>
                <a:cs typeface="Inter"/>
              </a:defRPr>
            </a:lvl7pPr>
            <a:lvl8pPr>
              <a:defRPr sz="2475" b="1">
                <a:solidFill>
                  <a:srgbClr val="FFFFFF"/>
                </a:solidFill>
                <a:latin typeface="Inter"/>
                <a:ea typeface="Inter"/>
                <a:cs typeface="Inter"/>
              </a:defRPr>
            </a:lvl8pPr>
            <a:lvl9pPr>
              <a:defRPr sz="2475" b="1">
                <a:solidFill>
                  <a:srgbClr val="FFFFFF"/>
                </a:solidFill>
                <a:latin typeface="Inter"/>
                <a:ea typeface="Inter"/>
                <a:cs typeface="Inter"/>
              </a:defRPr>
            </a:lvl9pPr>
          </a:lstStyle>
          <a:p xmlns:a="http://schemas.openxmlformats.org/drawingml/2006/main">
            <a:pPr>
              <a:defRPr sz="2475" b="1">
                <a:solidFill>
                  <a:srgbClr val="FFFFFF"/>
                </a:solidFill>
                <a:latin typeface="Inter"/>
                <a:ea typeface="Inter"/>
                <a:cs typeface="Inter"/>
              </a:defRPr>
            </a:pPr>
            <a:r>
              <a:rPr sz="2475" b="1">
                <a:solidFill>
                  <a:srgbClr val="FFFFFF"/>
                </a:solidFill>
                <a:latin typeface="Inter"/>
                <a:ea typeface="Inter"/>
                <a:cs typeface="Inter"/>
              </a:rPr>
              <a:t>Save your judgment</a:t>
            </a:r>
          </a:p>
        </p:txBody>
      </p:sp>
      <p:sp>
        <p:nvSpPr>
          <p:cNvPr id="10" name="copy-14">
            <a:extLst xmlns:a="http://schemas.openxmlformats.org/drawingml/2006/main">
              <a:ext uri="{FF2B5EF4-FFF2-40B4-BE49-F238E27FC236}">
                <a16:creationId xmlns:a16="http://schemas.microsoft.com/office/drawing/2014/main" id="{FA2A955F-DC43-42D4-82D9-A257EA5ED612}"/>
              </a:ext>
            </a:extLst>
          </p:cNvPr>
          <p:cNvSpPr>
            <a:spLocks xmlns:a="http://schemas.openxmlformats.org/drawingml/2006/main" noGrp="1"/>
          </p:cNvSpPr>
          <p:nvPr/>
        </p:nvSpPr>
        <p:spPr>
          <a:xfrm xmlns:a="http://schemas.openxmlformats.org/drawingml/2006/main">
            <a:off x="1257300" y="5353050"/>
            <a:ext cx="5715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D9DFD7"/>
                </a:solidFill>
                <a:latin typeface="Inter"/>
                <a:ea typeface="Inter"/>
                <a:cs typeface="Inter"/>
              </a:defRPr>
            </a:defPPr>
            <a:lvl1pPr>
              <a:defRPr sz="1800" b="0">
                <a:solidFill>
                  <a:srgbClr val="D9DFD7"/>
                </a:solidFill>
                <a:latin typeface="Inter"/>
                <a:ea typeface="Inter"/>
                <a:cs typeface="Inter"/>
              </a:defRPr>
            </a:lvl1pPr>
            <a:lvl2pPr>
              <a:defRPr sz="1800" b="0">
                <a:solidFill>
                  <a:srgbClr val="D9DFD7"/>
                </a:solidFill>
                <a:latin typeface="Inter"/>
                <a:ea typeface="Inter"/>
                <a:cs typeface="Inter"/>
              </a:defRPr>
            </a:lvl2pPr>
            <a:lvl3pPr>
              <a:defRPr sz="1800" b="0">
                <a:solidFill>
                  <a:srgbClr val="D9DFD7"/>
                </a:solidFill>
                <a:latin typeface="Inter"/>
                <a:ea typeface="Inter"/>
                <a:cs typeface="Inter"/>
              </a:defRPr>
            </a:lvl3pPr>
            <a:lvl4pPr>
              <a:defRPr sz="1800" b="0">
                <a:solidFill>
                  <a:srgbClr val="D9DFD7"/>
                </a:solidFill>
                <a:latin typeface="Inter"/>
                <a:ea typeface="Inter"/>
                <a:cs typeface="Inter"/>
              </a:defRPr>
            </a:lvl4pPr>
            <a:lvl5pPr>
              <a:defRPr sz="1800" b="0">
                <a:solidFill>
                  <a:srgbClr val="D9DFD7"/>
                </a:solidFill>
                <a:latin typeface="Inter"/>
                <a:ea typeface="Inter"/>
                <a:cs typeface="Inter"/>
              </a:defRPr>
            </a:lvl5pPr>
            <a:lvl6pPr>
              <a:defRPr sz="1800" b="0">
                <a:solidFill>
                  <a:srgbClr val="D9DFD7"/>
                </a:solidFill>
                <a:latin typeface="Inter"/>
                <a:ea typeface="Inter"/>
                <a:cs typeface="Inter"/>
              </a:defRPr>
            </a:lvl6pPr>
            <a:lvl7pPr>
              <a:defRPr sz="1800" b="0">
                <a:solidFill>
                  <a:srgbClr val="D9DFD7"/>
                </a:solidFill>
                <a:latin typeface="Inter"/>
                <a:ea typeface="Inter"/>
                <a:cs typeface="Inter"/>
              </a:defRPr>
            </a:lvl7pPr>
            <a:lvl8pPr>
              <a:defRPr sz="1800" b="0">
                <a:solidFill>
                  <a:srgbClr val="D9DFD7"/>
                </a:solidFill>
                <a:latin typeface="Inter"/>
                <a:ea typeface="Inter"/>
                <a:cs typeface="Inter"/>
              </a:defRPr>
            </a:lvl8pPr>
            <a:lvl9pPr>
              <a:defRPr sz="1800" b="0">
                <a:solidFill>
                  <a:srgbClr val="D9DFD7"/>
                </a:solidFill>
                <a:latin typeface="Inter"/>
                <a:ea typeface="Inter"/>
                <a:cs typeface="Inter"/>
              </a:defRPr>
            </a:lvl9pPr>
          </a:lstStyle>
          <a:p xmlns:a="http://schemas.openxmlformats.org/drawingml/2006/main">
            <a:pPr>
              <a:defRPr sz="1800" b="0">
                <a:solidFill>
                  <a:srgbClr val="D9DFD7"/>
                </a:solidFill>
                <a:latin typeface="Inter"/>
                <a:ea typeface="Inter"/>
                <a:cs typeface="Inter"/>
              </a:defRPr>
            </a:pPr>
            <a:r>
              <a:rPr sz="1800" b="0">
                <a:solidFill>
                  <a:srgbClr val="D9DFD7"/>
                </a:solidFill>
                <a:latin typeface="Inter"/>
                <a:ea typeface="Inter"/>
                <a:cs typeface="Inter"/>
              </a:rPr>
              <a:t>Keep unresolved until evidence is stronger.</a:t>
            </a:r>
          </a:p>
        </p:txBody>
      </p:sp>
      <p:pic>
        <p:nvPicPr>
          <p:cNvPr id="11" name="">
            <a:extLst xmlns:a="http://schemas.openxmlformats.org/drawingml/2006/main">
              <a:ext uri="{FF2B5EF4-FFF2-40B4-BE49-F238E27FC236}">
                <a16:creationId xmlns:a16="http://schemas.microsoft.com/office/drawing/2014/main" id="{CDCA2779-BCF7-40D2-90AD-4BA65085AF0C}"/>
              </a:ext>
            </a:extLst>
          </p:cNvPr>
          <p:cNvPicPr>
            <a:picLocks xmlns:a="http://schemas.openxmlformats.org/drawingml/2006/main" noChangeAspect="1"/>
          </p:cNvPicPr>
          <p:nvPr/>
        </p:nvPicPr>
        <p:blipFill>
          <a:blip xmlns:r="http://schemas.openxmlformats.org/officeDocument/2006/relationships" xmlns:a="http://schemas.openxmlformats.org/drawingml/2006/main" r:embed="Rb686fe6889b1437b"/>
          <a:stretch xmlns:a="http://schemas.openxmlformats.org/drawingml/2006/main"/>
        </p:blipFill>
        <p:spPr>
          <a:xfrm xmlns:a="http://schemas.openxmlformats.org/drawingml/2006/main">
            <a:off x="7753350" y="1354602"/>
            <a:ext cx="3524250" cy="4939372"/>
          </a:xfrm>
          <a:prstGeom xmlns:a="http://schemas.openxmlformats.org/drawingml/2006/main" prst="rect">
            <a:avLst/>
          </a:prstGeom>
        </p:spPr>
      </p:pic>
      <p:sp>
        <p:nvSpPr>
          <p:cNvPr id="12" name="arrow-15">
            <a:extLst xmlns:a="http://schemas.openxmlformats.org/drawingml/2006/main">
              <a:ext uri="{FF2B5EF4-FFF2-40B4-BE49-F238E27FC236}">
                <a16:creationId xmlns:a16="http://schemas.microsoft.com/office/drawing/2014/main" id="{8CAAE71F-778B-4CB2-9DFC-186D731CD0C0}"/>
              </a:ext>
            </a:extLst>
          </p:cNvPr>
          <p:cNvSpPr>
            <a:spLocks xmlns:a="http://schemas.openxmlformats.org/drawingml/2006/main" noGrp="1"/>
          </p:cNvSpPr>
          <p:nvPr/>
        </p:nvSpPr>
        <p:spPr>
          <a:xfrm xmlns:a="http://schemas.openxmlformats.org/drawingml/2006/main">
            <a:off x="7229475" y="4467225"/>
            <a:ext cx="323850" cy="152400"/>
          </a:xfrm>
          <a:prstGeom xmlns:a="http://schemas.openxmlformats.org/drawingml/2006/main" prst="rightArrow">
            <a:avLst/>
          </a:prstGeom>
          <a:solidFill xmlns:a="http://schemas.openxmlformats.org/drawingml/2006/main">
            <a:srgbClr val="B5D6A4"/>
          </a:solidFill>
          <a:ln xmlns:a="http://schemas.openxmlformats.org/drawingml/2006/main" w="0">
            <a:noFill/>
          </a:ln>
        </p:spPr>
      </p:sp>
      <p:sp>
        <p:nvSpPr>
          <p:cNvPr id="13" name="copy-16">
            <a:extLst xmlns:a="http://schemas.openxmlformats.org/drawingml/2006/main">
              <a:ext uri="{FF2B5EF4-FFF2-40B4-BE49-F238E27FC236}">
                <a16:creationId xmlns:a16="http://schemas.microsoft.com/office/drawing/2014/main" id="{C6715F73-F9AB-4B7D-8161-A32BD2DB63F6}"/>
              </a:ext>
            </a:extLst>
          </p:cNvPr>
          <p:cNvSpPr>
            <a:spLocks xmlns:a="http://schemas.openxmlformats.org/drawingml/2006/main" noGrp="1"/>
          </p:cNvSpPr>
          <p:nvPr/>
        </p:nvSpPr>
        <p:spPr>
          <a:xfrm xmlns:a="http://schemas.openxmlformats.org/drawingml/2006/main">
            <a:off x="7505700" y="6438900"/>
            <a:ext cx="421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D9DFD7"/>
                </a:solidFill>
                <a:latin typeface="Inter"/>
                <a:ea typeface="Inter"/>
                <a:cs typeface="Inter"/>
              </a:defRPr>
            </a:defPPr>
            <a:lvl1pPr>
              <a:defRPr sz="1275" b="0">
                <a:solidFill>
                  <a:srgbClr val="D9DFD7"/>
                </a:solidFill>
                <a:latin typeface="Inter"/>
                <a:ea typeface="Inter"/>
                <a:cs typeface="Inter"/>
              </a:defRPr>
            </a:lvl1pPr>
            <a:lvl2pPr>
              <a:defRPr sz="1275" b="0">
                <a:solidFill>
                  <a:srgbClr val="D9DFD7"/>
                </a:solidFill>
                <a:latin typeface="Inter"/>
                <a:ea typeface="Inter"/>
                <a:cs typeface="Inter"/>
              </a:defRPr>
            </a:lvl2pPr>
            <a:lvl3pPr>
              <a:defRPr sz="1275" b="0">
                <a:solidFill>
                  <a:srgbClr val="D9DFD7"/>
                </a:solidFill>
                <a:latin typeface="Inter"/>
                <a:ea typeface="Inter"/>
                <a:cs typeface="Inter"/>
              </a:defRPr>
            </a:lvl3pPr>
            <a:lvl4pPr>
              <a:defRPr sz="1275" b="0">
                <a:solidFill>
                  <a:srgbClr val="D9DFD7"/>
                </a:solidFill>
                <a:latin typeface="Inter"/>
                <a:ea typeface="Inter"/>
                <a:cs typeface="Inter"/>
              </a:defRPr>
            </a:lvl4pPr>
            <a:lvl5pPr>
              <a:defRPr sz="1275" b="0">
                <a:solidFill>
                  <a:srgbClr val="D9DFD7"/>
                </a:solidFill>
                <a:latin typeface="Inter"/>
                <a:ea typeface="Inter"/>
                <a:cs typeface="Inter"/>
              </a:defRPr>
            </a:lvl5pPr>
            <a:lvl6pPr>
              <a:defRPr sz="1275" b="0">
                <a:solidFill>
                  <a:srgbClr val="D9DFD7"/>
                </a:solidFill>
                <a:latin typeface="Inter"/>
                <a:ea typeface="Inter"/>
                <a:cs typeface="Inter"/>
              </a:defRPr>
            </a:lvl6pPr>
            <a:lvl7pPr>
              <a:defRPr sz="1275" b="0">
                <a:solidFill>
                  <a:srgbClr val="D9DFD7"/>
                </a:solidFill>
                <a:latin typeface="Inter"/>
                <a:ea typeface="Inter"/>
                <a:cs typeface="Inter"/>
              </a:defRPr>
            </a:lvl7pPr>
            <a:lvl8pPr>
              <a:defRPr sz="1275" b="0">
                <a:solidFill>
                  <a:srgbClr val="D9DFD7"/>
                </a:solidFill>
                <a:latin typeface="Inter"/>
                <a:ea typeface="Inter"/>
                <a:cs typeface="Inter"/>
              </a:defRPr>
            </a:lvl8pPr>
            <a:lvl9pPr>
              <a:defRPr sz="1275" b="0">
                <a:solidFill>
                  <a:srgbClr val="D9DFD7"/>
                </a:solidFill>
                <a:latin typeface="Inter"/>
                <a:ea typeface="Inter"/>
                <a:cs typeface="Inter"/>
              </a:defRPr>
            </a:lvl9pPr>
          </a:lstStyle>
          <a:p xmlns:a="http://schemas.openxmlformats.org/drawingml/2006/main">
            <a:pPr>
              <a:defRPr sz="1275" b="0">
                <a:solidFill>
                  <a:srgbClr val="D9DFD7"/>
                </a:solidFill>
                <a:latin typeface="Inter"/>
                <a:ea typeface="Inter"/>
                <a:cs typeface="Inter"/>
              </a:defRPr>
            </a:pPr>
            <a:r>
              <a:rPr sz="1275" b="0">
                <a:solidFill>
                  <a:srgbClr val="D9DFD7"/>
                </a:solidFill>
                <a:latin typeface="Inter"/>
                <a:ea typeface="Inter"/>
                <a:cs typeface="Inter"/>
              </a:rPr>
              <a:t>Actual gene-expression measurements</a:t>
            </a:r>
          </a:p>
        </p:txBody>
      </p:sp>
    </p:spTree>
    <p:extLst>
      <p:ext uri="{BB962C8B-B14F-4D97-AF65-F5344CB8AC3E}">
        <p14:creationId xmlns:p14="http://schemas.microsoft.com/office/powerpoint/2010/main" val="179692703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py-17">
            <a:extLst xmlns:a="http://schemas.openxmlformats.org/drawingml/2006/main">
              <a:ext uri="{FF2B5EF4-FFF2-40B4-BE49-F238E27FC236}">
                <a16:creationId xmlns:a16="http://schemas.microsoft.com/office/drawing/2014/main" id="{373BD8B4-C390-4164-83E8-180E04EA4A7F}"/>
              </a:ext>
            </a:extLst>
          </p:cNvPr>
          <p:cNvSpPr>
            <a:spLocks xmlns:a="http://schemas.openxmlformats.org/drawingml/2006/main" noGrp="1"/>
          </p:cNvSpPr>
          <p:nvPr/>
        </p:nvSpPr>
        <p:spPr>
          <a:xfrm xmlns:a="http://schemas.openxmlformats.org/drawingml/2006/main">
            <a:off x="514350" y="457200"/>
            <a:ext cx="11182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111111"/>
                </a:solidFill>
                <a:latin typeface="Inter"/>
                <a:ea typeface="Inter"/>
                <a:cs typeface="Inter"/>
              </a:defRPr>
            </a:defPPr>
            <a:lvl1pPr>
              <a:defRPr sz="3825" b="1">
                <a:solidFill>
                  <a:srgbClr val="111111"/>
                </a:solidFill>
                <a:latin typeface="Inter"/>
                <a:ea typeface="Inter"/>
                <a:cs typeface="Inter"/>
              </a:defRPr>
            </a:lvl1pPr>
            <a:lvl2pPr>
              <a:defRPr sz="3825" b="1">
                <a:solidFill>
                  <a:srgbClr val="111111"/>
                </a:solidFill>
                <a:latin typeface="Inter"/>
                <a:ea typeface="Inter"/>
                <a:cs typeface="Inter"/>
              </a:defRPr>
            </a:lvl2pPr>
            <a:lvl3pPr>
              <a:defRPr sz="3825" b="1">
                <a:solidFill>
                  <a:srgbClr val="111111"/>
                </a:solidFill>
                <a:latin typeface="Inter"/>
                <a:ea typeface="Inter"/>
                <a:cs typeface="Inter"/>
              </a:defRPr>
            </a:lvl3pPr>
            <a:lvl4pPr>
              <a:defRPr sz="3825" b="1">
                <a:solidFill>
                  <a:srgbClr val="111111"/>
                </a:solidFill>
                <a:latin typeface="Inter"/>
                <a:ea typeface="Inter"/>
                <a:cs typeface="Inter"/>
              </a:defRPr>
            </a:lvl4pPr>
            <a:lvl5pPr>
              <a:defRPr sz="3825" b="1">
                <a:solidFill>
                  <a:srgbClr val="111111"/>
                </a:solidFill>
                <a:latin typeface="Inter"/>
                <a:ea typeface="Inter"/>
                <a:cs typeface="Inter"/>
              </a:defRPr>
            </a:lvl5pPr>
            <a:lvl6pPr>
              <a:defRPr sz="3825" b="1">
                <a:solidFill>
                  <a:srgbClr val="111111"/>
                </a:solidFill>
                <a:latin typeface="Inter"/>
                <a:ea typeface="Inter"/>
                <a:cs typeface="Inter"/>
              </a:defRPr>
            </a:lvl6pPr>
            <a:lvl7pPr>
              <a:defRPr sz="3825" b="1">
                <a:solidFill>
                  <a:srgbClr val="111111"/>
                </a:solidFill>
                <a:latin typeface="Inter"/>
                <a:ea typeface="Inter"/>
                <a:cs typeface="Inter"/>
              </a:defRPr>
            </a:lvl7pPr>
            <a:lvl8pPr>
              <a:defRPr sz="3825" b="1">
                <a:solidFill>
                  <a:srgbClr val="111111"/>
                </a:solidFill>
                <a:latin typeface="Inter"/>
                <a:ea typeface="Inter"/>
                <a:cs typeface="Inter"/>
              </a:defRPr>
            </a:lvl8pPr>
            <a:lvl9pPr>
              <a:defRPr sz="3825" b="1">
                <a:solidFill>
                  <a:srgbClr val="111111"/>
                </a:solidFill>
                <a:latin typeface="Inter"/>
                <a:ea typeface="Inter"/>
                <a:cs typeface="Inter"/>
              </a:defRPr>
            </a:lvl9pPr>
          </a:lstStyle>
          <a:p xmlns:a="http://schemas.openxmlformats.org/drawingml/2006/main">
            <a:pPr>
              <a:defRPr sz="3825" b="1">
                <a:solidFill>
                  <a:srgbClr val="111111"/>
                </a:solidFill>
                <a:latin typeface="Inter"/>
                <a:ea typeface="Inter"/>
                <a:cs typeface="Inter"/>
              </a:defRPr>
            </a:pPr>
            <a:r>
              <a:rPr sz="3825" b="1">
                <a:solidFill>
                  <a:srgbClr val="111111"/>
                </a:solidFill>
                <a:latin typeface="Inter"/>
                <a:ea typeface="Inter"/>
                <a:cs typeface="Inter"/>
              </a:rPr>
              <a:t>Zetaris finds the reference.</a:t>
            </a:r>
          </a:p>
          <a:p xmlns:a="http://schemas.openxmlformats.org/drawingml/2006/main">
            <a:pPr>
              <a:defRPr sz="3825" b="1">
                <a:solidFill>
                  <a:srgbClr val="111111"/>
                </a:solidFill>
                <a:latin typeface="Inter"/>
                <a:ea typeface="Inter"/>
                <a:cs typeface="Inter"/>
              </a:defRPr>
            </a:pPr>
            <a:r>
              <a:rPr sz="3825" b="1">
                <a:solidFill>
                  <a:srgbClr val="111111"/>
                </a:solidFill>
                <a:latin typeface="Inter"/>
                <a:ea typeface="Inter"/>
                <a:cs typeface="Inter"/>
              </a:rPr>
              <a:t>H-MEM remembers the decision.</a:t>
            </a:r>
          </a:p>
        </p:txBody>
      </p:sp>
      <p:sp>
        <p:nvSpPr>
          <p:cNvPr id="2" name="copy-18">
            <a:extLst xmlns:a="http://schemas.openxmlformats.org/drawingml/2006/main">
              <a:ext uri="{FF2B5EF4-FFF2-40B4-BE49-F238E27FC236}">
                <a16:creationId xmlns:a16="http://schemas.microsoft.com/office/drawing/2014/main" id="{BDFEAAEA-3061-4E66-85A4-779D35FBDF78}"/>
              </a:ext>
            </a:extLst>
          </p:cNvPr>
          <p:cNvSpPr>
            <a:spLocks xmlns:a="http://schemas.openxmlformats.org/drawingml/2006/main" noGrp="1"/>
          </p:cNvSpPr>
          <p:nvPr/>
        </p:nvSpPr>
        <p:spPr>
          <a:xfrm xmlns:a="http://schemas.openxmlformats.org/drawingml/2006/main">
            <a:off x="552450" y="2495550"/>
            <a:ext cx="314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1">
                <a:solidFill>
                  <a:srgbClr val="1B5E20"/>
                </a:solidFill>
                <a:latin typeface="Inter"/>
                <a:ea typeface="Inter"/>
                <a:cs typeface="Inter"/>
              </a:defRPr>
            </a:defPPr>
            <a:lvl1pPr>
              <a:defRPr sz="2550" b="1">
                <a:solidFill>
                  <a:srgbClr val="1B5E20"/>
                </a:solidFill>
                <a:latin typeface="Inter"/>
                <a:ea typeface="Inter"/>
                <a:cs typeface="Inter"/>
              </a:defRPr>
            </a:lvl1pPr>
            <a:lvl2pPr>
              <a:defRPr sz="2550" b="1">
                <a:solidFill>
                  <a:srgbClr val="1B5E20"/>
                </a:solidFill>
                <a:latin typeface="Inter"/>
                <a:ea typeface="Inter"/>
                <a:cs typeface="Inter"/>
              </a:defRPr>
            </a:lvl2pPr>
            <a:lvl3pPr>
              <a:defRPr sz="2550" b="1">
                <a:solidFill>
                  <a:srgbClr val="1B5E20"/>
                </a:solidFill>
                <a:latin typeface="Inter"/>
                <a:ea typeface="Inter"/>
                <a:cs typeface="Inter"/>
              </a:defRPr>
            </a:lvl3pPr>
            <a:lvl4pPr>
              <a:defRPr sz="2550" b="1">
                <a:solidFill>
                  <a:srgbClr val="1B5E20"/>
                </a:solidFill>
                <a:latin typeface="Inter"/>
                <a:ea typeface="Inter"/>
                <a:cs typeface="Inter"/>
              </a:defRPr>
            </a:lvl4pPr>
            <a:lvl5pPr>
              <a:defRPr sz="2550" b="1">
                <a:solidFill>
                  <a:srgbClr val="1B5E20"/>
                </a:solidFill>
                <a:latin typeface="Inter"/>
                <a:ea typeface="Inter"/>
                <a:cs typeface="Inter"/>
              </a:defRPr>
            </a:lvl5pPr>
            <a:lvl6pPr>
              <a:defRPr sz="2550" b="1">
                <a:solidFill>
                  <a:srgbClr val="1B5E20"/>
                </a:solidFill>
                <a:latin typeface="Inter"/>
                <a:ea typeface="Inter"/>
                <a:cs typeface="Inter"/>
              </a:defRPr>
            </a:lvl6pPr>
            <a:lvl7pPr>
              <a:defRPr sz="2550" b="1">
                <a:solidFill>
                  <a:srgbClr val="1B5E20"/>
                </a:solidFill>
                <a:latin typeface="Inter"/>
                <a:ea typeface="Inter"/>
                <a:cs typeface="Inter"/>
              </a:defRPr>
            </a:lvl7pPr>
            <a:lvl8pPr>
              <a:defRPr sz="2550" b="1">
                <a:solidFill>
                  <a:srgbClr val="1B5E20"/>
                </a:solidFill>
                <a:latin typeface="Inter"/>
                <a:ea typeface="Inter"/>
                <a:cs typeface="Inter"/>
              </a:defRPr>
            </a:lvl8pPr>
            <a:lvl9pPr>
              <a:defRPr sz="2550" b="1">
                <a:solidFill>
                  <a:srgbClr val="1B5E20"/>
                </a:solidFill>
                <a:latin typeface="Inter"/>
                <a:ea typeface="Inter"/>
                <a:cs typeface="Inter"/>
              </a:defRPr>
            </a:lvl9pPr>
          </a:lstStyle>
          <a:p xmlns:a="http://schemas.openxmlformats.org/drawingml/2006/main">
            <a:pPr>
              <a:defRPr sz="2550" b="1">
                <a:solidFill>
                  <a:srgbClr val="1B5E20"/>
                </a:solidFill>
                <a:latin typeface="Inter"/>
                <a:ea typeface="Inter"/>
                <a:cs typeface="Inter"/>
              </a:defRPr>
            </a:pPr>
            <a:r>
              <a:rPr sz="2550" b="1">
                <a:solidFill>
                  <a:srgbClr val="1B5E20"/>
                </a:solidFill>
                <a:latin typeface="Inter"/>
                <a:ea typeface="Inter"/>
                <a:cs typeface="Inter"/>
              </a:rPr>
              <a:t>Zetaris</a:t>
            </a:r>
          </a:p>
        </p:txBody>
      </p:sp>
      <p:sp>
        <p:nvSpPr>
          <p:cNvPr id="3" name="copy-19">
            <a:extLst xmlns:a="http://schemas.openxmlformats.org/drawingml/2006/main">
              <a:ext uri="{FF2B5EF4-FFF2-40B4-BE49-F238E27FC236}">
                <a16:creationId xmlns:a16="http://schemas.microsoft.com/office/drawing/2014/main" id="{052D220D-2943-4CE3-B585-782E82FE9A64}"/>
              </a:ext>
            </a:extLst>
          </p:cNvPr>
          <p:cNvSpPr>
            <a:spLocks xmlns:a="http://schemas.openxmlformats.org/drawingml/2006/main" noGrp="1"/>
          </p:cNvSpPr>
          <p:nvPr/>
        </p:nvSpPr>
        <p:spPr>
          <a:xfrm xmlns:a="http://schemas.openxmlformats.org/drawingml/2006/main">
            <a:off x="552450" y="3152775"/>
            <a:ext cx="3238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66666"/>
                </a:solidFill>
                <a:latin typeface="Inter"/>
                <a:ea typeface="Inter"/>
                <a:cs typeface="Inter"/>
              </a:defRPr>
            </a:defPPr>
            <a:lvl1pPr>
              <a:defRPr sz="1800" b="0">
                <a:solidFill>
                  <a:srgbClr val="666666"/>
                </a:solidFill>
                <a:latin typeface="Inter"/>
                <a:ea typeface="Inter"/>
                <a:cs typeface="Inter"/>
              </a:defRPr>
            </a:lvl1pPr>
            <a:lvl2pPr>
              <a:defRPr sz="1800" b="0">
                <a:solidFill>
                  <a:srgbClr val="666666"/>
                </a:solidFill>
                <a:latin typeface="Inter"/>
                <a:ea typeface="Inter"/>
                <a:cs typeface="Inter"/>
              </a:defRPr>
            </a:lvl2pPr>
            <a:lvl3pPr>
              <a:defRPr sz="1800" b="0">
                <a:solidFill>
                  <a:srgbClr val="666666"/>
                </a:solidFill>
                <a:latin typeface="Inter"/>
                <a:ea typeface="Inter"/>
                <a:cs typeface="Inter"/>
              </a:defRPr>
            </a:lvl3pPr>
            <a:lvl4pPr>
              <a:defRPr sz="1800" b="0">
                <a:solidFill>
                  <a:srgbClr val="666666"/>
                </a:solidFill>
                <a:latin typeface="Inter"/>
                <a:ea typeface="Inter"/>
                <a:cs typeface="Inter"/>
              </a:defRPr>
            </a:lvl4pPr>
            <a:lvl5pPr>
              <a:defRPr sz="1800" b="0">
                <a:solidFill>
                  <a:srgbClr val="666666"/>
                </a:solidFill>
                <a:latin typeface="Inter"/>
                <a:ea typeface="Inter"/>
                <a:cs typeface="Inter"/>
              </a:defRPr>
            </a:lvl5pPr>
            <a:lvl6pPr>
              <a:defRPr sz="1800" b="0">
                <a:solidFill>
                  <a:srgbClr val="666666"/>
                </a:solidFill>
                <a:latin typeface="Inter"/>
                <a:ea typeface="Inter"/>
                <a:cs typeface="Inter"/>
              </a:defRPr>
            </a:lvl6pPr>
            <a:lvl7pPr>
              <a:defRPr sz="1800" b="0">
                <a:solidFill>
                  <a:srgbClr val="666666"/>
                </a:solidFill>
                <a:latin typeface="Inter"/>
                <a:ea typeface="Inter"/>
                <a:cs typeface="Inter"/>
              </a:defRPr>
            </a:lvl7pPr>
            <a:lvl8pPr>
              <a:defRPr sz="1800" b="0">
                <a:solidFill>
                  <a:srgbClr val="666666"/>
                </a:solidFill>
                <a:latin typeface="Inter"/>
                <a:ea typeface="Inter"/>
                <a:cs typeface="Inter"/>
              </a:defRPr>
            </a:lvl8pPr>
            <a:lvl9pPr>
              <a:defRPr sz="1800" b="0">
                <a:solidFill>
                  <a:srgbClr val="666666"/>
                </a:solidFill>
                <a:latin typeface="Inter"/>
                <a:ea typeface="Inter"/>
                <a:cs typeface="Inter"/>
              </a:defRPr>
            </a:lvl9pPr>
          </a:lstStyle>
          <a:p xmlns:a="http://schemas.openxmlformats.org/drawingml/2006/main">
            <a:pPr>
              <a:defRPr sz="1800" b="0">
                <a:solidFill>
                  <a:srgbClr val="666666"/>
                </a:solidFill>
                <a:latin typeface="Inter"/>
                <a:ea typeface="Inter"/>
                <a:cs typeface="Inter"/>
              </a:defRPr>
            </a:pPr>
            <a:r>
              <a:rPr sz="1800" b="0">
                <a:solidFill>
                  <a:srgbClr val="666666"/>
                </a:solidFill>
                <a:latin typeface="Inter"/>
                <a:ea typeface="Inter"/>
                <a:cs typeface="Inter"/>
              </a:rPr>
              <a:t>Versioned marker query</a:t>
            </a:r>
          </a:p>
          <a:p xmlns:a="http://schemas.openxmlformats.org/drawingml/2006/main">
            <a:pPr>
              <a:defRPr sz="1800" b="0">
                <a:solidFill>
                  <a:srgbClr val="666666"/>
                </a:solidFill>
                <a:latin typeface="Inter"/>
                <a:ea typeface="Inter"/>
                <a:cs typeface="Inter"/>
              </a:defRPr>
            </a:pPr>
            <a:r>
              <a:rPr sz="1800" b="0">
                <a:solidFill>
                  <a:srgbClr val="666666"/>
                </a:solidFill>
                <a:latin typeface="Inter"/>
                <a:ea typeface="Inter"/>
                <a:cs typeface="Inter"/>
              </a:rPr>
              <a:t>42 verified associations</a:t>
            </a:r>
          </a:p>
        </p:txBody>
      </p:sp>
      <p:sp>
        <p:nvSpPr>
          <p:cNvPr id="4" name="arrow-20">
            <a:extLst xmlns:a="http://schemas.openxmlformats.org/drawingml/2006/main">
              <a:ext uri="{FF2B5EF4-FFF2-40B4-BE49-F238E27FC236}">
                <a16:creationId xmlns:a16="http://schemas.microsoft.com/office/drawing/2014/main" id="{D37F232D-E96A-465A-930D-7EAA1BDB3CB5}"/>
              </a:ext>
            </a:extLst>
          </p:cNvPr>
          <p:cNvSpPr>
            <a:spLocks xmlns:a="http://schemas.openxmlformats.org/drawingml/2006/main" noGrp="1"/>
          </p:cNvSpPr>
          <p:nvPr/>
        </p:nvSpPr>
        <p:spPr>
          <a:xfrm xmlns:a="http://schemas.openxmlformats.org/drawingml/2006/main">
            <a:off x="3781425" y="3038475"/>
            <a:ext cx="3810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5" name="block-21">
            <a:extLst xmlns:a="http://schemas.openxmlformats.org/drawingml/2006/main">
              <a:ext uri="{FF2B5EF4-FFF2-40B4-BE49-F238E27FC236}">
                <a16:creationId xmlns:a16="http://schemas.microsoft.com/office/drawing/2014/main" id="{87BDF811-93C2-44FA-B606-2232F1CB05FA}"/>
              </a:ext>
            </a:extLst>
          </p:cNvPr>
          <p:cNvSpPr>
            <a:spLocks xmlns:a="http://schemas.openxmlformats.org/drawingml/2006/main" noGrp="1"/>
          </p:cNvSpPr>
          <p:nvPr/>
        </p:nvSpPr>
        <p:spPr>
          <a:xfrm xmlns:a="http://schemas.openxmlformats.org/drawingml/2006/main">
            <a:off x="4467225" y="2333625"/>
            <a:ext cx="3143250" cy="1828800"/>
          </a:xfrm>
          <a:prstGeom xmlns:a="http://schemas.openxmlformats.org/drawingml/2006/main" prst="rect">
            <a:avLst/>
          </a:prstGeom>
          <a:solidFill xmlns:a="http://schemas.openxmlformats.org/drawingml/2006/main">
            <a:srgbClr val="111111"/>
          </a:solidFill>
          <a:ln xmlns:a="http://schemas.openxmlformats.org/drawingml/2006/main" w="0">
            <a:noFill/>
          </a:ln>
        </p:spPr>
      </p:sp>
      <p:sp>
        <p:nvSpPr>
          <p:cNvPr id="6" name="copy-22">
            <a:extLst xmlns:a="http://schemas.openxmlformats.org/drawingml/2006/main">
              <a:ext uri="{FF2B5EF4-FFF2-40B4-BE49-F238E27FC236}">
                <a16:creationId xmlns:a16="http://schemas.microsoft.com/office/drawing/2014/main" id="{B34AADCC-7113-45BE-A707-172487D9B6D4}"/>
              </a:ext>
            </a:extLst>
          </p:cNvPr>
          <p:cNvSpPr>
            <a:spLocks xmlns:a="http://schemas.openxmlformats.org/drawingml/2006/main" noGrp="1"/>
          </p:cNvSpPr>
          <p:nvPr/>
        </p:nvSpPr>
        <p:spPr>
          <a:xfrm xmlns:a="http://schemas.openxmlformats.org/drawingml/2006/main">
            <a:off x="4705350" y="2619375"/>
            <a:ext cx="27146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FFFFFF"/>
                </a:solidFill>
                <a:latin typeface="Inter"/>
                <a:ea typeface="Inter"/>
                <a:cs typeface="Inter"/>
              </a:defRPr>
            </a:defPPr>
            <a:lvl1pPr>
              <a:defRPr sz="2475" b="1">
                <a:solidFill>
                  <a:srgbClr val="FFFFFF"/>
                </a:solidFill>
                <a:latin typeface="Inter"/>
                <a:ea typeface="Inter"/>
                <a:cs typeface="Inter"/>
              </a:defRPr>
            </a:lvl1pPr>
            <a:lvl2pPr>
              <a:defRPr sz="2475" b="1">
                <a:solidFill>
                  <a:srgbClr val="FFFFFF"/>
                </a:solidFill>
                <a:latin typeface="Inter"/>
                <a:ea typeface="Inter"/>
                <a:cs typeface="Inter"/>
              </a:defRPr>
            </a:lvl2pPr>
            <a:lvl3pPr>
              <a:defRPr sz="2475" b="1">
                <a:solidFill>
                  <a:srgbClr val="FFFFFF"/>
                </a:solidFill>
                <a:latin typeface="Inter"/>
                <a:ea typeface="Inter"/>
                <a:cs typeface="Inter"/>
              </a:defRPr>
            </a:lvl3pPr>
            <a:lvl4pPr>
              <a:defRPr sz="2475" b="1">
                <a:solidFill>
                  <a:srgbClr val="FFFFFF"/>
                </a:solidFill>
                <a:latin typeface="Inter"/>
                <a:ea typeface="Inter"/>
                <a:cs typeface="Inter"/>
              </a:defRPr>
            </a:lvl4pPr>
            <a:lvl5pPr>
              <a:defRPr sz="2475" b="1">
                <a:solidFill>
                  <a:srgbClr val="FFFFFF"/>
                </a:solidFill>
                <a:latin typeface="Inter"/>
                <a:ea typeface="Inter"/>
                <a:cs typeface="Inter"/>
              </a:defRPr>
            </a:lvl5pPr>
            <a:lvl6pPr>
              <a:defRPr sz="2475" b="1">
                <a:solidFill>
                  <a:srgbClr val="FFFFFF"/>
                </a:solidFill>
                <a:latin typeface="Inter"/>
                <a:ea typeface="Inter"/>
                <a:cs typeface="Inter"/>
              </a:defRPr>
            </a:lvl6pPr>
            <a:lvl7pPr>
              <a:defRPr sz="2475" b="1">
                <a:solidFill>
                  <a:srgbClr val="FFFFFF"/>
                </a:solidFill>
                <a:latin typeface="Inter"/>
                <a:ea typeface="Inter"/>
                <a:cs typeface="Inter"/>
              </a:defRPr>
            </a:lvl7pPr>
            <a:lvl8pPr>
              <a:defRPr sz="2475" b="1">
                <a:solidFill>
                  <a:srgbClr val="FFFFFF"/>
                </a:solidFill>
                <a:latin typeface="Inter"/>
                <a:ea typeface="Inter"/>
                <a:cs typeface="Inter"/>
              </a:defRPr>
            </a:lvl8pPr>
            <a:lvl9pPr>
              <a:defRPr sz="2475" b="1">
                <a:solidFill>
                  <a:srgbClr val="FFFFFF"/>
                </a:solidFill>
                <a:latin typeface="Inter"/>
                <a:ea typeface="Inter"/>
                <a:cs typeface="Inter"/>
              </a:defRPr>
            </a:lvl9pPr>
          </a:lstStyle>
          <a:p xmlns:a="http://schemas.openxmlformats.org/drawingml/2006/main">
            <a:pPr>
              <a:defRPr sz="2475" b="1">
                <a:solidFill>
                  <a:srgbClr val="FFFFFF"/>
                </a:solidFill>
                <a:latin typeface="Inter"/>
                <a:ea typeface="Inter"/>
                <a:cs typeface="Inter"/>
              </a:defRPr>
            </a:pPr>
            <a:r>
              <a:rPr sz="2475" b="1">
                <a:solidFill>
                  <a:srgbClr val="FFFFFF"/>
                </a:solidFill>
                <a:latin typeface="Inter"/>
                <a:ea typeface="Inter"/>
                <a:cs typeface="Inter"/>
              </a:rPr>
              <a:t>Celloras agent</a:t>
            </a:r>
          </a:p>
        </p:txBody>
      </p:sp>
      <p:sp>
        <p:nvSpPr>
          <p:cNvPr id="7" name="copy-23">
            <a:extLst xmlns:a="http://schemas.openxmlformats.org/drawingml/2006/main">
              <a:ext uri="{FF2B5EF4-FFF2-40B4-BE49-F238E27FC236}">
                <a16:creationId xmlns:a16="http://schemas.microsoft.com/office/drawing/2014/main" id="{4440F595-95B0-4A82-B315-3A44CCEA183E}"/>
              </a:ext>
            </a:extLst>
          </p:cNvPr>
          <p:cNvSpPr>
            <a:spLocks xmlns:a="http://schemas.openxmlformats.org/drawingml/2006/main" noGrp="1"/>
          </p:cNvSpPr>
          <p:nvPr/>
        </p:nvSpPr>
        <p:spPr>
          <a:xfrm xmlns:a="http://schemas.openxmlformats.org/drawingml/2006/main">
            <a:off x="4705350" y="3324225"/>
            <a:ext cx="2714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E2E8DF"/>
                </a:solidFill>
                <a:latin typeface="Inter"/>
                <a:ea typeface="Inter"/>
                <a:cs typeface="Inter"/>
              </a:defRPr>
            </a:defPPr>
            <a:lvl1pPr>
              <a:defRPr sz="1725" b="0">
                <a:solidFill>
                  <a:srgbClr val="E2E8DF"/>
                </a:solidFill>
                <a:latin typeface="Inter"/>
                <a:ea typeface="Inter"/>
                <a:cs typeface="Inter"/>
              </a:defRPr>
            </a:lvl1pPr>
            <a:lvl2pPr>
              <a:defRPr sz="1725" b="0">
                <a:solidFill>
                  <a:srgbClr val="E2E8DF"/>
                </a:solidFill>
                <a:latin typeface="Inter"/>
                <a:ea typeface="Inter"/>
                <a:cs typeface="Inter"/>
              </a:defRPr>
            </a:lvl2pPr>
            <a:lvl3pPr>
              <a:defRPr sz="1725" b="0">
                <a:solidFill>
                  <a:srgbClr val="E2E8DF"/>
                </a:solidFill>
                <a:latin typeface="Inter"/>
                <a:ea typeface="Inter"/>
                <a:cs typeface="Inter"/>
              </a:defRPr>
            </a:lvl3pPr>
            <a:lvl4pPr>
              <a:defRPr sz="1725" b="0">
                <a:solidFill>
                  <a:srgbClr val="E2E8DF"/>
                </a:solidFill>
                <a:latin typeface="Inter"/>
                <a:ea typeface="Inter"/>
                <a:cs typeface="Inter"/>
              </a:defRPr>
            </a:lvl4pPr>
            <a:lvl5pPr>
              <a:defRPr sz="1725" b="0">
                <a:solidFill>
                  <a:srgbClr val="E2E8DF"/>
                </a:solidFill>
                <a:latin typeface="Inter"/>
                <a:ea typeface="Inter"/>
                <a:cs typeface="Inter"/>
              </a:defRPr>
            </a:lvl5pPr>
            <a:lvl6pPr>
              <a:defRPr sz="1725" b="0">
                <a:solidFill>
                  <a:srgbClr val="E2E8DF"/>
                </a:solidFill>
                <a:latin typeface="Inter"/>
                <a:ea typeface="Inter"/>
                <a:cs typeface="Inter"/>
              </a:defRPr>
            </a:lvl6pPr>
            <a:lvl7pPr>
              <a:defRPr sz="1725" b="0">
                <a:solidFill>
                  <a:srgbClr val="E2E8DF"/>
                </a:solidFill>
                <a:latin typeface="Inter"/>
                <a:ea typeface="Inter"/>
                <a:cs typeface="Inter"/>
              </a:defRPr>
            </a:lvl7pPr>
            <a:lvl8pPr>
              <a:defRPr sz="1725" b="0">
                <a:solidFill>
                  <a:srgbClr val="E2E8DF"/>
                </a:solidFill>
                <a:latin typeface="Inter"/>
                <a:ea typeface="Inter"/>
                <a:cs typeface="Inter"/>
              </a:defRPr>
            </a:lvl8pPr>
            <a:lvl9pPr>
              <a:defRPr sz="1725" b="0">
                <a:solidFill>
                  <a:srgbClr val="E2E8DF"/>
                </a:solidFill>
                <a:latin typeface="Inter"/>
                <a:ea typeface="Inter"/>
                <a:cs typeface="Inter"/>
              </a:defRPr>
            </a:lvl9pPr>
          </a:lstStyle>
          <a:p xmlns:a="http://schemas.openxmlformats.org/drawingml/2006/main">
            <a:pPr>
              <a:defRPr sz="1725" b="0">
                <a:solidFill>
                  <a:srgbClr val="E2E8DF"/>
                </a:solidFill>
                <a:latin typeface="Inter"/>
                <a:ea typeface="Inter"/>
                <a:cs typeface="Inter"/>
              </a:defRPr>
            </a:pPr>
            <a:r>
              <a:rPr sz="1725" b="0">
                <a:solidFill>
                  <a:srgbClr val="E2E8DF"/>
                </a:solidFill>
                <a:latin typeface="Inter"/>
                <a:ea typeface="Inter"/>
                <a:cs typeface="Inter"/>
              </a:rPr>
              <a:t>OpenShell / Codex</a:t>
            </a:r>
          </a:p>
          <a:p xmlns:a="http://schemas.openxmlformats.org/drawingml/2006/main">
            <a:pPr>
              <a:defRPr sz="1725" b="0">
                <a:solidFill>
                  <a:srgbClr val="E2E8DF"/>
                </a:solidFill>
                <a:latin typeface="Inter"/>
                <a:ea typeface="Inter"/>
                <a:cs typeface="Inter"/>
              </a:defRPr>
            </a:pPr>
            <a:r>
              <a:rPr sz="1725" b="0">
                <a:solidFill>
                  <a:srgbClr val="E2E8DF"/>
                </a:solidFill>
                <a:latin typeface="Inter"/>
                <a:ea typeface="Inter"/>
                <a:cs typeface="Inter"/>
              </a:rPr>
              <a:t>Scientific analysis tools</a:t>
            </a:r>
          </a:p>
        </p:txBody>
      </p:sp>
      <p:sp>
        <p:nvSpPr>
          <p:cNvPr id="8" name="arrow-24">
            <a:extLst xmlns:a="http://schemas.openxmlformats.org/drawingml/2006/main">
              <a:ext uri="{FF2B5EF4-FFF2-40B4-BE49-F238E27FC236}">
                <a16:creationId xmlns:a16="http://schemas.microsoft.com/office/drawing/2014/main" id="{CDA32460-D51A-4EEA-92E9-F45EB9E61289}"/>
              </a:ext>
            </a:extLst>
          </p:cNvPr>
          <p:cNvSpPr>
            <a:spLocks xmlns:a="http://schemas.openxmlformats.org/drawingml/2006/main" noGrp="1"/>
          </p:cNvSpPr>
          <p:nvPr/>
        </p:nvSpPr>
        <p:spPr>
          <a:xfrm xmlns:a="http://schemas.openxmlformats.org/drawingml/2006/main">
            <a:off x="7962900" y="3038475"/>
            <a:ext cx="3810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9" name="copy-25">
            <a:extLst xmlns:a="http://schemas.openxmlformats.org/drawingml/2006/main">
              <a:ext uri="{FF2B5EF4-FFF2-40B4-BE49-F238E27FC236}">
                <a16:creationId xmlns:a16="http://schemas.microsoft.com/office/drawing/2014/main" id="{DB70F9E8-A83D-43EF-9F38-579E99B9EE4C}"/>
              </a:ext>
            </a:extLst>
          </p:cNvPr>
          <p:cNvSpPr>
            <a:spLocks xmlns:a="http://schemas.openxmlformats.org/drawingml/2006/main" noGrp="1"/>
          </p:cNvSpPr>
          <p:nvPr/>
        </p:nvSpPr>
        <p:spPr>
          <a:xfrm xmlns:a="http://schemas.openxmlformats.org/drawingml/2006/main">
            <a:off x="8763000" y="2505075"/>
            <a:ext cx="295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B5E20"/>
                </a:solidFill>
                <a:latin typeface="Inter"/>
                <a:ea typeface="Inter"/>
                <a:cs typeface="Inter"/>
              </a:defRPr>
            </a:defPPr>
            <a:lvl1pPr>
              <a:defRPr sz="2175" b="1">
                <a:solidFill>
                  <a:srgbClr val="1B5E20"/>
                </a:solidFill>
                <a:latin typeface="Inter"/>
                <a:ea typeface="Inter"/>
                <a:cs typeface="Inter"/>
              </a:defRPr>
            </a:lvl1pPr>
            <a:lvl2pPr>
              <a:defRPr sz="2175" b="1">
                <a:solidFill>
                  <a:srgbClr val="1B5E20"/>
                </a:solidFill>
                <a:latin typeface="Inter"/>
                <a:ea typeface="Inter"/>
                <a:cs typeface="Inter"/>
              </a:defRPr>
            </a:lvl2pPr>
            <a:lvl3pPr>
              <a:defRPr sz="2175" b="1">
                <a:solidFill>
                  <a:srgbClr val="1B5E20"/>
                </a:solidFill>
                <a:latin typeface="Inter"/>
                <a:ea typeface="Inter"/>
                <a:cs typeface="Inter"/>
              </a:defRPr>
            </a:lvl3pPr>
            <a:lvl4pPr>
              <a:defRPr sz="2175" b="1">
                <a:solidFill>
                  <a:srgbClr val="1B5E20"/>
                </a:solidFill>
                <a:latin typeface="Inter"/>
                <a:ea typeface="Inter"/>
                <a:cs typeface="Inter"/>
              </a:defRPr>
            </a:lvl4pPr>
            <a:lvl5pPr>
              <a:defRPr sz="2175" b="1">
                <a:solidFill>
                  <a:srgbClr val="1B5E20"/>
                </a:solidFill>
                <a:latin typeface="Inter"/>
                <a:ea typeface="Inter"/>
                <a:cs typeface="Inter"/>
              </a:defRPr>
            </a:lvl5pPr>
            <a:lvl6pPr>
              <a:defRPr sz="2175" b="1">
                <a:solidFill>
                  <a:srgbClr val="1B5E20"/>
                </a:solidFill>
                <a:latin typeface="Inter"/>
                <a:ea typeface="Inter"/>
                <a:cs typeface="Inter"/>
              </a:defRPr>
            </a:lvl6pPr>
            <a:lvl7pPr>
              <a:defRPr sz="2175" b="1">
                <a:solidFill>
                  <a:srgbClr val="1B5E20"/>
                </a:solidFill>
                <a:latin typeface="Inter"/>
                <a:ea typeface="Inter"/>
                <a:cs typeface="Inter"/>
              </a:defRPr>
            </a:lvl7pPr>
            <a:lvl8pPr>
              <a:defRPr sz="2175" b="1">
                <a:solidFill>
                  <a:srgbClr val="1B5E20"/>
                </a:solidFill>
                <a:latin typeface="Inter"/>
                <a:ea typeface="Inter"/>
                <a:cs typeface="Inter"/>
              </a:defRPr>
            </a:lvl8pPr>
            <a:lvl9pPr>
              <a:defRPr sz="2175" b="1">
                <a:solidFill>
                  <a:srgbClr val="1B5E20"/>
                </a:solidFill>
                <a:latin typeface="Inter"/>
                <a:ea typeface="Inter"/>
                <a:cs typeface="Inter"/>
              </a:defRPr>
            </a:lvl9pPr>
          </a:lstStyle>
          <a:p xmlns:a="http://schemas.openxmlformats.org/drawingml/2006/main">
            <a:pPr>
              <a:defRPr sz="2175" b="1">
                <a:solidFill>
                  <a:srgbClr val="1B5E20"/>
                </a:solidFill>
                <a:latin typeface="Inter"/>
                <a:ea typeface="Inter"/>
                <a:cs typeface="Inter"/>
              </a:defRPr>
            </a:pPr>
            <a:r>
              <a:rPr sz="2175" b="1">
                <a:solidFill>
                  <a:srgbClr val="1B5E20"/>
                </a:solidFill>
                <a:latin typeface="Inter"/>
                <a:ea typeface="Inter"/>
                <a:cs typeface="Inter"/>
              </a:rPr>
              <a:t>Meterless H-MEM</a:t>
            </a:r>
          </a:p>
        </p:txBody>
      </p:sp>
      <p:sp>
        <p:nvSpPr>
          <p:cNvPr id="10" name="copy-26">
            <a:extLst xmlns:a="http://schemas.openxmlformats.org/drawingml/2006/main">
              <a:ext uri="{FF2B5EF4-FFF2-40B4-BE49-F238E27FC236}">
                <a16:creationId xmlns:a16="http://schemas.microsoft.com/office/drawing/2014/main" id="{E62E77BB-E068-42A8-886F-109BB35DB9A2}"/>
              </a:ext>
            </a:extLst>
          </p:cNvPr>
          <p:cNvSpPr>
            <a:spLocks xmlns:a="http://schemas.openxmlformats.org/drawingml/2006/main" noGrp="1"/>
          </p:cNvSpPr>
          <p:nvPr/>
        </p:nvSpPr>
        <p:spPr>
          <a:xfrm xmlns:a="http://schemas.openxmlformats.org/drawingml/2006/main">
            <a:off x="8763000" y="3143250"/>
            <a:ext cx="295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66666"/>
                </a:solidFill>
                <a:latin typeface="Inter"/>
                <a:ea typeface="Inter"/>
                <a:cs typeface="Inter"/>
              </a:defRPr>
            </a:defPPr>
            <a:lvl1pPr>
              <a:defRPr sz="1725" b="0">
                <a:solidFill>
                  <a:srgbClr val="666666"/>
                </a:solidFill>
                <a:latin typeface="Inter"/>
                <a:ea typeface="Inter"/>
                <a:cs typeface="Inter"/>
              </a:defRPr>
            </a:lvl1pPr>
            <a:lvl2pPr>
              <a:defRPr sz="1725" b="0">
                <a:solidFill>
                  <a:srgbClr val="666666"/>
                </a:solidFill>
                <a:latin typeface="Inter"/>
                <a:ea typeface="Inter"/>
                <a:cs typeface="Inter"/>
              </a:defRPr>
            </a:lvl2pPr>
            <a:lvl3pPr>
              <a:defRPr sz="1725" b="0">
                <a:solidFill>
                  <a:srgbClr val="666666"/>
                </a:solidFill>
                <a:latin typeface="Inter"/>
                <a:ea typeface="Inter"/>
                <a:cs typeface="Inter"/>
              </a:defRPr>
            </a:lvl3pPr>
            <a:lvl4pPr>
              <a:defRPr sz="1725" b="0">
                <a:solidFill>
                  <a:srgbClr val="666666"/>
                </a:solidFill>
                <a:latin typeface="Inter"/>
                <a:ea typeface="Inter"/>
                <a:cs typeface="Inter"/>
              </a:defRPr>
            </a:lvl4pPr>
            <a:lvl5pPr>
              <a:defRPr sz="1725" b="0">
                <a:solidFill>
                  <a:srgbClr val="666666"/>
                </a:solidFill>
                <a:latin typeface="Inter"/>
                <a:ea typeface="Inter"/>
                <a:cs typeface="Inter"/>
              </a:defRPr>
            </a:lvl5pPr>
            <a:lvl6pPr>
              <a:defRPr sz="1725" b="0">
                <a:solidFill>
                  <a:srgbClr val="666666"/>
                </a:solidFill>
                <a:latin typeface="Inter"/>
                <a:ea typeface="Inter"/>
                <a:cs typeface="Inter"/>
              </a:defRPr>
            </a:lvl6pPr>
            <a:lvl7pPr>
              <a:defRPr sz="1725" b="0">
                <a:solidFill>
                  <a:srgbClr val="666666"/>
                </a:solidFill>
                <a:latin typeface="Inter"/>
                <a:ea typeface="Inter"/>
                <a:cs typeface="Inter"/>
              </a:defRPr>
            </a:lvl7pPr>
            <a:lvl8pPr>
              <a:defRPr sz="1725" b="0">
                <a:solidFill>
                  <a:srgbClr val="666666"/>
                </a:solidFill>
                <a:latin typeface="Inter"/>
                <a:ea typeface="Inter"/>
                <a:cs typeface="Inter"/>
              </a:defRPr>
            </a:lvl8pPr>
            <a:lvl9pPr>
              <a:defRPr sz="1725" b="0">
                <a:solidFill>
                  <a:srgbClr val="666666"/>
                </a:solidFill>
                <a:latin typeface="Inter"/>
                <a:ea typeface="Inter"/>
                <a:cs typeface="Inter"/>
              </a:defRPr>
            </a:lvl9pPr>
          </a:lstStyle>
          <a:p xmlns:a="http://schemas.openxmlformats.org/drawingml/2006/main">
            <a:pPr>
              <a:defRPr sz="1725" b="0">
                <a:solidFill>
                  <a:srgbClr val="666666"/>
                </a:solidFill>
                <a:latin typeface="Inter"/>
                <a:ea typeface="Inter"/>
                <a:cs typeface="Inter"/>
              </a:defRPr>
            </a:pPr>
            <a:r>
              <a:rPr sz="1725" b="0">
                <a:solidFill>
                  <a:srgbClr val="666666"/>
                </a:solidFill>
                <a:latin typeface="Inter"/>
                <a:ea typeface="Inter"/>
                <a:cs typeface="Inter"/>
              </a:rPr>
              <a:t>Current review and reason</a:t>
            </a:r>
          </a:p>
          <a:p xmlns:a="http://schemas.openxmlformats.org/drawingml/2006/main">
            <a:pPr>
              <a:defRPr sz="1725" b="0">
                <a:solidFill>
                  <a:srgbClr val="666666"/>
                </a:solidFill>
                <a:latin typeface="Inter"/>
                <a:ea typeface="Inter"/>
                <a:cs typeface="Inter"/>
              </a:defRPr>
            </a:pPr>
            <a:r>
              <a:rPr sz="1725" b="0">
                <a:solidFill>
                  <a:srgbClr val="666666"/>
                </a:solidFill>
                <a:latin typeface="Inter"/>
                <a:ea typeface="Inter"/>
                <a:cs typeface="Inter"/>
              </a:rPr>
              <a:t>Recall with a source link</a:t>
            </a:r>
          </a:p>
        </p:txBody>
      </p:sp>
      <p:pic>
        <p:nvPicPr>
          <p:cNvPr id="11" name="">
            <a:extLst xmlns:a="http://schemas.openxmlformats.org/drawingml/2006/main">
              <a:ext uri="{FF2B5EF4-FFF2-40B4-BE49-F238E27FC236}">
                <a16:creationId xmlns:a16="http://schemas.microsoft.com/office/drawing/2014/main" id="{82A7D96E-D10C-4EE5-BDFA-223234D64B49}"/>
              </a:ext>
            </a:extLst>
          </p:cNvPr>
          <p:cNvPicPr>
            <a:picLocks xmlns:a="http://schemas.openxmlformats.org/drawingml/2006/main" noChangeAspect="1"/>
          </p:cNvPicPr>
          <p:nvPr/>
        </p:nvPicPr>
        <p:blipFill>
          <a:blip xmlns:r="http://schemas.openxmlformats.org/officeDocument/2006/relationships" xmlns:a="http://schemas.openxmlformats.org/drawingml/2006/main" r:embed="R6ad0862976c64c8a"/>
          <a:srcRect xmlns:a="http://schemas.openxmlformats.org/drawingml/2006/main" l="26389" t="13000" r="26389" b="80000"/>
          <a:stretch xmlns:a="http://schemas.openxmlformats.org/drawingml/2006/main"/>
        </p:blipFill>
        <p:spPr>
          <a:xfrm xmlns:a="http://schemas.openxmlformats.org/drawingml/2006/main">
            <a:off x="552450" y="4724400"/>
            <a:ext cx="11087100" cy="114300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C44A64C2-E7EA-4D77-838E-D17864A0453A}"/>
              </a:ext>
            </a:extLst>
          </p:cNvPr>
          <p:cNvPicPr>
            <a:picLocks xmlns:a="http://schemas.openxmlformats.org/drawingml/2006/main" noChangeAspect="1"/>
          </p:cNvPicPr>
          <p:nvPr/>
        </p:nvPicPr>
        <p:blipFill>
          <a:blip xmlns:r="http://schemas.openxmlformats.org/officeDocument/2006/relationships" xmlns:a="http://schemas.openxmlformats.org/drawingml/2006/main" r:embed="R6a7ec571aca04f95"/>
          <a:srcRect xmlns:a="http://schemas.openxmlformats.org/drawingml/2006/main" l="25347" t="33100" r="25347" b="64400"/>
          <a:stretch xmlns:a="http://schemas.openxmlformats.org/drawingml/2006/main"/>
        </p:blipFill>
        <p:spPr>
          <a:xfrm xmlns:a="http://schemas.openxmlformats.org/drawingml/2006/main">
            <a:off x="552450" y="6115050"/>
            <a:ext cx="11087100" cy="390525"/>
          </a:xfrm>
          <a:prstGeom xmlns:a="http://schemas.openxmlformats.org/drawingml/2006/main" prst="rect">
            <a:avLst/>
          </a:prstGeom>
        </p:spPr>
      </p:pic>
    </p:spTree>
    <p:extLst>
      <p:ext uri="{BB962C8B-B14F-4D97-AF65-F5344CB8AC3E}">
        <p14:creationId xmlns:p14="http://schemas.microsoft.com/office/powerpoint/2010/main" val="1875855382"/>
      </p:ext>
    </p:extLst>
  </p:cSld>
</p:sld>
</file>

<file path=ppt/slides/slide4.xml><?xml version="1.0" encoding="utf-8"?>
<p:sld xmlns:p="http://schemas.openxmlformats.org/presentationml/2006/main">
  <p:cSld>
    <p:bg>
      <p:bgPr>
        <a:solidFill xmlns:a="http://schemas.openxmlformats.org/drawingml/2006/main">
          <a:srgbClr val="1B5E20"/>
        </a:solidFill>
      </p:bgPr>
    </p:bg>
    <p:spTree>
      <p:nvGrpSpPr>
        <p:cNvPr id="1" name=""/>
        <p:cNvGrpSpPr/>
        <p:nvPr/>
      </p:nvGrpSpPr>
      <p:grpSpPr>
        <a:xfrm xmlns:a="http://schemas.openxmlformats.org/drawingml/2006/main"/>
      </p:grpSpPr>
      <p:sp>
        <p:nvSpPr>
          <p:cNvPr id="13" name="copy-27">
            <a:extLst xmlns:a="http://schemas.openxmlformats.org/drawingml/2006/main">
              <a:ext uri="{FF2B5EF4-FFF2-40B4-BE49-F238E27FC236}">
                <a16:creationId xmlns:a16="http://schemas.microsoft.com/office/drawing/2014/main" id="{4D233BF1-B337-430A-9514-E66834D73C0F}"/>
              </a:ext>
            </a:extLst>
          </p:cNvPr>
          <p:cNvSpPr>
            <a:spLocks xmlns:a="http://schemas.openxmlformats.org/drawingml/2006/main" noGrp="1"/>
          </p:cNvSpPr>
          <p:nvPr/>
        </p:nvSpPr>
        <p:spPr>
          <a:xfrm xmlns:a="http://schemas.openxmlformats.org/drawingml/2006/main">
            <a:off x="514350" y="666750"/>
            <a:ext cx="11182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FFFFFF"/>
                </a:solidFill>
                <a:latin typeface="Inter"/>
                <a:ea typeface="Inter"/>
                <a:cs typeface="Inter"/>
              </a:defRPr>
            </a:defPPr>
            <a:lvl1pPr>
              <a:defRPr sz="5100" b="1">
                <a:solidFill>
                  <a:srgbClr val="FFFFFF"/>
                </a:solidFill>
                <a:latin typeface="Inter"/>
                <a:ea typeface="Inter"/>
                <a:cs typeface="Inter"/>
              </a:defRPr>
            </a:lvl1pPr>
            <a:lvl2pPr>
              <a:defRPr sz="5100" b="1">
                <a:solidFill>
                  <a:srgbClr val="FFFFFF"/>
                </a:solidFill>
                <a:latin typeface="Inter"/>
                <a:ea typeface="Inter"/>
                <a:cs typeface="Inter"/>
              </a:defRPr>
            </a:lvl2pPr>
            <a:lvl3pPr>
              <a:defRPr sz="5100" b="1">
                <a:solidFill>
                  <a:srgbClr val="FFFFFF"/>
                </a:solidFill>
                <a:latin typeface="Inter"/>
                <a:ea typeface="Inter"/>
                <a:cs typeface="Inter"/>
              </a:defRPr>
            </a:lvl3pPr>
            <a:lvl4pPr>
              <a:defRPr sz="5100" b="1">
                <a:solidFill>
                  <a:srgbClr val="FFFFFF"/>
                </a:solidFill>
                <a:latin typeface="Inter"/>
                <a:ea typeface="Inter"/>
                <a:cs typeface="Inter"/>
              </a:defRPr>
            </a:lvl4pPr>
            <a:lvl5pPr>
              <a:defRPr sz="5100" b="1">
                <a:solidFill>
                  <a:srgbClr val="FFFFFF"/>
                </a:solidFill>
                <a:latin typeface="Inter"/>
                <a:ea typeface="Inter"/>
                <a:cs typeface="Inter"/>
              </a:defRPr>
            </a:lvl5pPr>
            <a:lvl6pPr>
              <a:defRPr sz="5100" b="1">
                <a:solidFill>
                  <a:srgbClr val="FFFFFF"/>
                </a:solidFill>
                <a:latin typeface="Inter"/>
                <a:ea typeface="Inter"/>
                <a:cs typeface="Inter"/>
              </a:defRPr>
            </a:lvl6pPr>
            <a:lvl7pPr>
              <a:defRPr sz="5100" b="1">
                <a:solidFill>
                  <a:srgbClr val="FFFFFF"/>
                </a:solidFill>
                <a:latin typeface="Inter"/>
                <a:ea typeface="Inter"/>
                <a:cs typeface="Inter"/>
              </a:defRPr>
            </a:lvl7pPr>
            <a:lvl8pPr>
              <a:defRPr sz="5100" b="1">
                <a:solidFill>
                  <a:srgbClr val="FFFFFF"/>
                </a:solidFill>
                <a:latin typeface="Inter"/>
                <a:ea typeface="Inter"/>
                <a:cs typeface="Inter"/>
              </a:defRPr>
            </a:lvl8pPr>
            <a:lvl9pPr>
              <a:defRPr sz="5100" b="1">
                <a:solidFill>
                  <a:srgbClr val="FFFFFF"/>
                </a:solidFill>
                <a:latin typeface="Inter"/>
                <a:ea typeface="Inter"/>
                <a:cs typeface="Inter"/>
              </a:defRPr>
            </a:lvl9pPr>
          </a:lstStyle>
          <a:p xmlns:a="http://schemas.openxmlformats.org/drawingml/2006/main">
            <a:pPr>
              <a:defRPr sz="5100" b="1">
                <a:solidFill>
                  <a:srgbClr val="FFFFFF"/>
                </a:solidFill>
                <a:latin typeface="Inter"/>
                <a:ea typeface="Inter"/>
                <a:cs typeface="Inter"/>
              </a:defRPr>
            </a:pPr>
            <a:r>
              <a:rPr sz="5100" b="1">
                <a:solidFill>
                  <a:srgbClr val="FFFFFF"/>
                </a:solidFill>
                <a:latin typeface="Inter"/>
                <a:ea typeface="Inter"/>
                <a:cs typeface="Inter"/>
              </a:rPr>
              <a:t>Working end to end.</a:t>
            </a:r>
          </a:p>
        </p:txBody>
      </p:sp>
      <p:sp>
        <p:nvSpPr>
          <p:cNvPr id="2" name="copy-28">
            <a:extLst xmlns:a="http://schemas.openxmlformats.org/drawingml/2006/main">
              <a:ext uri="{FF2B5EF4-FFF2-40B4-BE49-F238E27FC236}">
                <a16:creationId xmlns:a16="http://schemas.microsoft.com/office/drawing/2014/main" id="{1D5C10E6-070E-4D14-8FD6-BA986C111D17}"/>
              </a:ext>
            </a:extLst>
          </p:cNvPr>
          <p:cNvSpPr>
            <a:spLocks xmlns:a="http://schemas.openxmlformats.org/drawingml/2006/main" noGrp="1"/>
          </p:cNvSpPr>
          <p:nvPr/>
        </p:nvSpPr>
        <p:spPr>
          <a:xfrm xmlns:a="http://schemas.openxmlformats.org/drawingml/2006/main">
            <a:off x="552450" y="1724025"/>
            <a:ext cx="110871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DFEBDA"/>
                </a:solidFill>
                <a:latin typeface="Inter"/>
                <a:ea typeface="Inter"/>
                <a:cs typeface="Inter"/>
              </a:defRPr>
            </a:defPPr>
            <a:lvl1pPr>
              <a:defRPr sz="2175" b="0">
                <a:solidFill>
                  <a:srgbClr val="DFEBDA"/>
                </a:solidFill>
                <a:latin typeface="Inter"/>
                <a:ea typeface="Inter"/>
                <a:cs typeface="Inter"/>
              </a:defRPr>
            </a:lvl1pPr>
            <a:lvl2pPr>
              <a:defRPr sz="2175" b="0">
                <a:solidFill>
                  <a:srgbClr val="DFEBDA"/>
                </a:solidFill>
                <a:latin typeface="Inter"/>
                <a:ea typeface="Inter"/>
                <a:cs typeface="Inter"/>
              </a:defRPr>
            </a:lvl2pPr>
            <a:lvl3pPr>
              <a:defRPr sz="2175" b="0">
                <a:solidFill>
                  <a:srgbClr val="DFEBDA"/>
                </a:solidFill>
                <a:latin typeface="Inter"/>
                <a:ea typeface="Inter"/>
                <a:cs typeface="Inter"/>
              </a:defRPr>
            </a:lvl3pPr>
            <a:lvl4pPr>
              <a:defRPr sz="2175" b="0">
                <a:solidFill>
                  <a:srgbClr val="DFEBDA"/>
                </a:solidFill>
                <a:latin typeface="Inter"/>
                <a:ea typeface="Inter"/>
                <a:cs typeface="Inter"/>
              </a:defRPr>
            </a:lvl4pPr>
            <a:lvl5pPr>
              <a:defRPr sz="2175" b="0">
                <a:solidFill>
                  <a:srgbClr val="DFEBDA"/>
                </a:solidFill>
                <a:latin typeface="Inter"/>
                <a:ea typeface="Inter"/>
                <a:cs typeface="Inter"/>
              </a:defRPr>
            </a:lvl5pPr>
            <a:lvl6pPr>
              <a:defRPr sz="2175" b="0">
                <a:solidFill>
                  <a:srgbClr val="DFEBDA"/>
                </a:solidFill>
                <a:latin typeface="Inter"/>
                <a:ea typeface="Inter"/>
                <a:cs typeface="Inter"/>
              </a:defRPr>
            </a:lvl6pPr>
            <a:lvl7pPr>
              <a:defRPr sz="2175" b="0">
                <a:solidFill>
                  <a:srgbClr val="DFEBDA"/>
                </a:solidFill>
                <a:latin typeface="Inter"/>
                <a:ea typeface="Inter"/>
                <a:cs typeface="Inter"/>
              </a:defRPr>
            </a:lvl7pPr>
            <a:lvl8pPr>
              <a:defRPr sz="2175" b="0">
                <a:solidFill>
                  <a:srgbClr val="DFEBDA"/>
                </a:solidFill>
                <a:latin typeface="Inter"/>
                <a:ea typeface="Inter"/>
                <a:cs typeface="Inter"/>
              </a:defRPr>
            </a:lvl8pPr>
            <a:lvl9pPr>
              <a:defRPr sz="2175" b="0">
                <a:solidFill>
                  <a:srgbClr val="DFEBDA"/>
                </a:solidFill>
                <a:latin typeface="Inter"/>
                <a:ea typeface="Inter"/>
                <a:cs typeface="Inter"/>
              </a:defRPr>
            </a:lvl9pPr>
          </a:lstStyle>
          <a:p xmlns:a="http://schemas.openxmlformats.org/drawingml/2006/main">
            <a:pPr>
              <a:defRPr sz="2175" b="0">
                <a:solidFill>
                  <a:srgbClr val="DFEBDA"/>
                </a:solidFill>
                <a:latin typeface="Inter"/>
                <a:ea typeface="Inter"/>
                <a:cs typeface="Inter"/>
              </a:defRPr>
            </a:pPr>
            <a:r>
              <a:rPr sz="2175" b="0">
                <a:solidFill>
                  <a:srgbClr val="DFEBDA"/>
                </a:solidFill>
                <a:latin typeface="Inter"/>
                <a:ea typeface="Inter"/>
                <a:cs typeface="Inter"/>
              </a:rPr>
              <a:t>Measured analysis. Traceable evidence. Remembered decisions.</a:t>
            </a:r>
          </a:p>
        </p:txBody>
      </p:sp>
      <p:sp>
        <p:nvSpPr>
          <p:cNvPr id="3" name="copy-29">
            <a:extLst xmlns:a="http://schemas.openxmlformats.org/drawingml/2006/main">
              <a:ext uri="{FF2B5EF4-FFF2-40B4-BE49-F238E27FC236}">
                <a16:creationId xmlns:a16="http://schemas.microsoft.com/office/drawing/2014/main" id="{20A200CF-9BBB-4382-A295-BC15A6646CC4}"/>
              </a:ext>
            </a:extLst>
          </p:cNvPr>
          <p:cNvSpPr>
            <a:spLocks xmlns:a="http://schemas.openxmlformats.org/drawingml/2006/main" noGrp="1"/>
          </p:cNvSpPr>
          <p:nvPr/>
        </p:nvSpPr>
        <p:spPr>
          <a:xfrm xmlns:a="http://schemas.openxmlformats.org/drawingml/2006/main">
            <a:off x="552450" y="2876550"/>
            <a:ext cx="35718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6000" b="1">
                <a:solidFill>
                  <a:srgbClr val="FFFFFF"/>
                </a:solidFill>
                <a:latin typeface="Inter"/>
                <a:ea typeface="Inter"/>
                <a:cs typeface="Inter"/>
              </a:defRPr>
            </a:defPPr>
            <a:lvl1pPr>
              <a:defRPr sz="6000" b="1">
                <a:solidFill>
                  <a:srgbClr val="FFFFFF"/>
                </a:solidFill>
                <a:latin typeface="Inter"/>
                <a:ea typeface="Inter"/>
                <a:cs typeface="Inter"/>
              </a:defRPr>
            </a:lvl1pPr>
            <a:lvl2pPr>
              <a:defRPr sz="6000" b="1">
                <a:solidFill>
                  <a:srgbClr val="FFFFFF"/>
                </a:solidFill>
                <a:latin typeface="Inter"/>
                <a:ea typeface="Inter"/>
                <a:cs typeface="Inter"/>
              </a:defRPr>
            </a:lvl2pPr>
            <a:lvl3pPr>
              <a:defRPr sz="6000" b="1">
                <a:solidFill>
                  <a:srgbClr val="FFFFFF"/>
                </a:solidFill>
                <a:latin typeface="Inter"/>
                <a:ea typeface="Inter"/>
                <a:cs typeface="Inter"/>
              </a:defRPr>
            </a:lvl3pPr>
            <a:lvl4pPr>
              <a:defRPr sz="6000" b="1">
                <a:solidFill>
                  <a:srgbClr val="FFFFFF"/>
                </a:solidFill>
                <a:latin typeface="Inter"/>
                <a:ea typeface="Inter"/>
                <a:cs typeface="Inter"/>
              </a:defRPr>
            </a:lvl4pPr>
            <a:lvl5pPr>
              <a:defRPr sz="6000" b="1">
                <a:solidFill>
                  <a:srgbClr val="FFFFFF"/>
                </a:solidFill>
                <a:latin typeface="Inter"/>
                <a:ea typeface="Inter"/>
                <a:cs typeface="Inter"/>
              </a:defRPr>
            </a:lvl5pPr>
            <a:lvl6pPr>
              <a:defRPr sz="6000" b="1">
                <a:solidFill>
                  <a:srgbClr val="FFFFFF"/>
                </a:solidFill>
                <a:latin typeface="Inter"/>
                <a:ea typeface="Inter"/>
                <a:cs typeface="Inter"/>
              </a:defRPr>
            </a:lvl6pPr>
            <a:lvl7pPr>
              <a:defRPr sz="6000" b="1">
                <a:solidFill>
                  <a:srgbClr val="FFFFFF"/>
                </a:solidFill>
                <a:latin typeface="Inter"/>
                <a:ea typeface="Inter"/>
                <a:cs typeface="Inter"/>
              </a:defRPr>
            </a:lvl7pPr>
            <a:lvl8pPr>
              <a:defRPr sz="6000" b="1">
                <a:solidFill>
                  <a:srgbClr val="FFFFFF"/>
                </a:solidFill>
                <a:latin typeface="Inter"/>
                <a:ea typeface="Inter"/>
                <a:cs typeface="Inter"/>
              </a:defRPr>
            </a:lvl8pPr>
            <a:lvl9pPr>
              <a:defRPr sz="6000" b="1">
                <a:solidFill>
                  <a:srgbClr val="FFFFFF"/>
                </a:solidFill>
                <a:latin typeface="Inter"/>
                <a:ea typeface="Inter"/>
                <a:cs typeface="Inter"/>
              </a:defRPr>
            </a:lvl9pPr>
          </a:lstStyle>
          <a:p xmlns:a="http://schemas.openxmlformats.org/drawingml/2006/main">
            <a:pPr>
              <a:defRPr sz="6000" b="1">
                <a:solidFill>
                  <a:srgbClr val="FFFFFF"/>
                </a:solidFill>
                <a:latin typeface="Inter"/>
                <a:ea typeface="Inter"/>
                <a:cs typeface="Inter"/>
              </a:defRPr>
            </a:pPr>
            <a:r>
              <a:rPr sz="6000" b="1">
                <a:solidFill>
                  <a:srgbClr val="FFFFFF"/>
                </a:solidFill>
                <a:latin typeface="Inter"/>
                <a:ea typeface="Inter"/>
                <a:cs typeface="Inter"/>
              </a:rPr>
              <a:t>12</a:t>
            </a:r>
          </a:p>
        </p:txBody>
      </p:sp>
      <p:sp>
        <p:nvSpPr>
          <p:cNvPr id="4" name="copy-30">
            <a:extLst xmlns:a="http://schemas.openxmlformats.org/drawingml/2006/main">
              <a:ext uri="{FF2B5EF4-FFF2-40B4-BE49-F238E27FC236}">
                <a16:creationId xmlns:a16="http://schemas.microsoft.com/office/drawing/2014/main" id="{648BE26D-F68B-4468-B5C6-E1213A015EEC}"/>
              </a:ext>
            </a:extLst>
          </p:cNvPr>
          <p:cNvSpPr>
            <a:spLocks xmlns:a="http://schemas.openxmlformats.org/drawingml/2006/main" noGrp="1"/>
          </p:cNvSpPr>
          <p:nvPr/>
        </p:nvSpPr>
        <p:spPr>
          <a:xfrm xmlns:a="http://schemas.openxmlformats.org/drawingml/2006/main">
            <a:off x="552450" y="4019550"/>
            <a:ext cx="35718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DFEBDA"/>
                </a:solidFill>
                <a:latin typeface="Inter"/>
                <a:ea typeface="Inter"/>
                <a:cs typeface="Inter"/>
              </a:defRPr>
            </a:defPPr>
            <a:lvl1pPr>
              <a:defRPr sz="1800" b="0">
                <a:solidFill>
                  <a:srgbClr val="DFEBDA"/>
                </a:solidFill>
                <a:latin typeface="Inter"/>
                <a:ea typeface="Inter"/>
                <a:cs typeface="Inter"/>
              </a:defRPr>
            </a:lvl1pPr>
            <a:lvl2pPr>
              <a:defRPr sz="1800" b="0">
                <a:solidFill>
                  <a:srgbClr val="DFEBDA"/>
                </a:solidFill>
                <a:latin typeface="Inter"/>
                <a:ea typeface="Inter"/>
                <a:cs typeface="Inter"/>
              </a:defRPr>
            </a:lvl2pPr>
            <a:lvl3pPr>
              <a:defRPr sz="1800" b="0">
                <a:solidFill>
                  <a:srgbClr val="DFEBDA"/>
                </a:solidFill>
                <a:latin typeface="Inter"/>
                <a:ea typeface="Inter"/>
                <a:cs typeface="Inter"/>
              </a:defRPr>
            </a:lvl3pPr>
            <a:lvl4pPr>
              <a:defRPr sz="1800" b="0">
                <a:solidFill>
                  <a:srgbClr val="DFEBDA"/>
                </a:solidFill>
                <a:latin typeface="Inter"/>
                <a:ea typeface="Inter"/>
                <a:cs typeface="Inter"/>
              </a:defRPr>
            </a:lvl4pPr>
            <a:lvl5pPr>
              <a:defRPr sz="1800" b="0">
                <a:solidFill>
                  <a:srgbClr val="DFEBDA"/>
                </a:solidFill>
                <a:latin typeface="Inter"/>
                <a:ea typeface="Inter"/>
                <a:cs typeface="Inter"/>
              </a:defRPr>
            </a:lvl5pPr>
            <a:lvl6pPr>
              <a:defRPr sz="1800" b="0">
                <a:solidFill>
                  <a:srgbClr val="DFEBDA"/>
                </a:solidFill>
                <a:latin typeface="Inter"/>
                <a:ea typeface="Inter"/>
                <a:cs typeface="Inter"/>
              </a:defRPr>
            </a:lvl6pPr>
            <a:lvl7pPr>
              <a:defRPr sz="1800" b="0">
                <a:solidFill>
                  <a:srgbClr val="DFEBDA"/>
                </a:solidFill>
                <a:latin typeface="Inter"/>
                <a:ea typeface="Inter"/>
                <a:cs typeface="Inter"/>
              </a:defRPr>
            </a:lvl7pPr>
            <a:lvl8pPr>
              <a:defRPr sz="1800" b="0">
                <a:solidFill>
                  <a:srgbClr val="DFEBDA"/>
                </a:solidFill>
                <a:latin typeface="Inter"/>
                <a:ea typeface="Inter"/>
                <a:cs typeface="Inter"/>
              </a:defRPr>
            </a:lvl8pPr>
            <a:lvl9pPr>
              <a:defRPr sz="1800" b="0">
                <a:solidFill>
                  <a:srgbClr val="DFEBDA"/>
                </a:solidFill>
                <a:latin typeface="Inter"/>
                <a:ea typeface="Inter"/>
                <a:cs typeface="Inter"/>
              </a:defRPr>
            </a:lvl9pPr>
          </a:lstStyle>
          <a:p xmlns:a="http://schemas.openxmlformats.org/drawingml/2006/main">
            <a:pPr>
              <a:defRPr sz="1800" b="0">
                <a:solidFill>
                  <a:srgbClr val="DFEBDA"/>
                </a:solidFill>
                <a:latin typeface="Inter"/>
                <a:ea typeface="Inter"/>
                <a:cs typeface="Inter"/>
              </a:defRPr>
            </a:pPr>
            <a:r>
              <a:rPr sz="1800" b="0">
                <a:solidFill>
                  <a:srgbClr val="DFEBDA"/>
                </a:solidFill>
                <a:latin typeface="Inter"/>
                <a:ea typeface="Inter"/>
                <a:cs typeface="Inter"/>
              </a:rPr>
              <a:t>cell groups analysed</a:t>
            </a:r>
          </a:p>
        </p:txBody>
      </p:sp>
      <p:sp>
        <p:nvSpPr>
          <p:cNvPr id="5" name="copy-31">
            <a:extLst xmlns:a="http://schemas.openxmlformats.org/drawingml/2006/main">
              <a:ext uri="{FF2B5EF4-FFF2-40B4-BE49-F238E27FC236}">
                <a16:creationId xmlns:a16="http://schemas.microsoft.com/office/drawing/2014/main" id="{77E90B3C-E8A8-4EB1-8A4B-8F0F8E8FD7ED}"/>
              </a:ext>
            </a:extLst>
          </p:cNvPr>
          <p:cNvSpPr>
            <a:spLocks xmlns:a="http://schemas.openxmlformats.org/drawingml/2006/main" noGrp="1"/>
          </p:cNvSpPr>
          <p:nvPr/>
        </p:nvSpPr>
        <p:spPr>
          <a:xfrm xmlns:a="http://schemas.openxmlformats.org/drawingml/2006/main">
            <a:off x="4333875" y="2876550"/>
            <a:ext cx="35718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6000" b="1">
                <a:solidFill>
                  <a:srgbClr val="FFFFFF"/>
                </a:solidFill>
                <a:latin typeface="Inter"/>
                <a:ea typeface="Inter"/>
                <a:cs typeface="Inter"/>
              </a:defRPr>
            </a:defPPr>
            <a:lvl1pPr>
              <a:defRPr sz="6000" b="1">
                <a:solidFill>
                  <a:srgbClr val="FFFFFF"/>
                </a:solidFill>
                <a:latin typeface="Inter"/>
                <a:ea typeface="Inter"/>
                <a:cs typeface="Inter"/>
              </a:defRPr>
            </a:lvl1pPr>
            <a:lvl2pPr>
              <a:defRPr sz="6000" b="1">
                <a:solidFill>
                  <a:srgbClr val="FFFFFF"/>
                </a:solidFill>
                <a:latin typeface="Inter"/>
                <a:ea typeface="Inter"/>
                <a:cs typeface="Inter"/>
              </a:defRPr>
            </a:lvl2pPr>
            <a:lvl3pPr>
              <a:defRPr sz="6000" b="1">
                <a:solidFill>
                  <a:srgbClr val="FFFFFF"/>
                </a:solidFill>
                <a:latin typeface="Inter"/>
                <a:ea typeface="Inter"/>
                <a:cs typeface="Inter"/>
              </a:defRPr>
            </a:lvl3pPr>
            <a:lvl4pPr>
              <a:defRPr sz="6000" b="1">
                <a:solidFill>
                  <a:srgbClr val="FFFFFF"/>
                </a:solidFill>
                <a:latin typeface="Inter"/>
                <a:ea typeface="Inter"/>
                <a:cs typeface="Inter"/>
              </a:defRPr>
            </a:lvl4pPr>
            <a:lvl5pPr>
              <a:defRPr sz="6000" b="1">
                <a:solidFill>
                  <a:srgbClr val="FFFFFF"/>
                </a:solidFill>
                <a:latin typeface="Inter"/>
                <a:ea typeface="Inter"/>
                <a:cs typeface="Inter"/>
              </a:defRPr>
            </a:lvl5pPr>
            <a:lvl6pPr>
              <a:defRPr sz="6000" b="1">
                <a:solidFill>
                  <a:srgbClr val="FFFFFF"/>
                </a:solidFill>
                <a:latin typeface="Inter"/>
                <a:ea typeface="Inter"/>
                <a:cs typeface="Inter"/>
              </a:defRPr>
            </a:lvl6pPr>
            <a:lvl7pPr>
              <a:defRPr sz="6000" b="1">
                <a:solidFill>
                  <a:srgbClr val="FFFFFF"/>
                </a:solidFill>
                <a:latin typeface="Inter"/>
                <a:ea typeface="Inter"/>
                <a:cs typeface="Inter"/>
              </a:defRPr>
            </a:lvl7pPr>
            <a:lvl8pPr>
              <a:defRPr sz="6000" b="1">
                <a:solidFill>
                  <a:srgbClr val="FFFFFF"/>
                </a:solidFill>
                <a:latin typeface="Inter"/>
                <a:ea typeface="Inter"/>
                <a:cs typeface="Inter"/>
              </a:defRPr>
            </a:lvl8pPr>
            <a:lvl9pPr>
              <a:defRPr sz="6000" b="1">
                <a:solidFill>
                  <a:srgbClr val="FFFFFF"/>
                </a:solidFill>
                <a:latin typeface="Inter"/>
                <a:ea typeface="Inter"/>
                <a:cs typeface="Inter"/>
              </a:defRPr>
            </a:lvl9pPr>
          </a:lstStyle>
          <a:p xmlns:a="http://schemas.openxmlformats.org/drawingml/2006/main">
            <a:pPr>
              <a:defRPr sz="6000" b="1">
                <a:solidFill>
                  <a:srgbClr val="FFFFFF"/>
                </a:solidFill>
                <a:latin typeface="Inter"/>
                <a:ea typeface="Inter"/>
                <a:cs typeface="Inter"/>
              </a:defRPr>
            </a:pPr>
            <a:r>
              <a:rPr sz="6000" b="1">
                <a:solidFill>
                  <a:srgbClr val="FFFFFF"/>
                </a:solidFill>
                <a:latin typeface="Inter"/>
                <a:ea typeface="Inter"/>
                <a:cs typeface="Inter"/>
              </a:rPr>
              <a:t>2,952</a:t>
            </a:r>
          </a:p>
        </p:txBody>
      </p:sp>
      <p:sp>
        <p:nvSpPr>
          <p:cNvPr id="6" name="copy-32">
            <a:extLst xmlns:a="http://schemas.openxmlformats.org/drawingml/2006/main">
              <a:ext uri="{FF2B5EF4-FFF2-40B4-BE49-F238E27FC236}">
                <a16:creationId xmlns:a16="http://schemas.microsoft.com/office/drawing/2014/main" id="{AA515066-D535-4362-8A5A-BBAD619E81F6}"/>
              </a:ext>
            </a:extLst>
          </p:cNvPr>
          <p:cNvSpPr>
            <a:spLocks xmlns:a="http://schemas.openxmlformats.org/drawingml/2006/main" noGrp="1"/>
          </p:cNvSpPr>
          <p:nvPr/>
        </p:nvSpPr>
        <p:spPr>
          <a:xfrm xmlns:a="http://schemas.openxmlformats.org/drawingml/2006/main">
            <a:off x="4333875" y="4019550"/>
            <a:ext cx="35718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DFEBDA"/>
                </a:solidFill>
                <a:latin typeface="Inter"/>
                <a:ea typeface="Inter"/>
                <a:cs typeface="Inter"/>
              </a:defRPr>
            </a:defPPr>
            <a:lvl1pPr>
              <a:defRPr sz="1800" b="0">
                <a:solidFill>
                  <a:srgbClr val="DFEBDA"/>
                </a:solidFill>
                <a:latin typeface="Inter"/>
                <a:ea typeface="Inter"/>
                <a:cs typeface="Inter"/>
              </a:defRPr>
            </a:lvl1pPr>
            <a:lvl2pPr>
              <a:defRPr sz="1800" b="0">
                <a:solidFill>
                  <a:srgbClr val="DFEBDA"/>
                </a:solidFill>
                <a:latin typeface="Inter"/>
                <a:ea typeface="Inter"/>
                <a:cs typeface="Inter"/>
              </a:defRPr>
            </a:lvl2pPr>
            <a:lvl3pPr>
              <a:defRPr sz="1800" b="0">
                <a:solidFill>
                  <a:srgbClr val="DFEBDA"/>
                </a:solidFill>
                <a:latin typeface="Inter"/>
                <a:ea typeface="Inter"/>
                <a:cs typeface="Inter"/>
              </a:defRPr>
            </a:lvl3pPr>
            <a:lvl4pPr>
              <a:defRPr sz="1800" b="0">
                <a:solidFill>
                  <a:srgbClr val="DFEBDA"/>
                </a:solidFill>
                <a:latin typeface="Inter"/>
                <a:ea typeface="Inter"/>
                <a:cs typeface="Inter"/>
              </a:defRPr>
            </a:lvl4pPr>
            <a:lvl5pPr>
              <a:defRPr sz="1800" b="0">
                <a:solidFill>
                  <a:srgbClr val="DFEBDA"/>
                </a:solidFill>
                <a:latin typeface="Inter"/>
                <a:ea typeface="Inter"/>
                <a:cs typeface="Inter"/>
              </a:defRPr>
            </a:lvl5pPr>
            <a:lvl6pPr>
              <a:defRPr sz="1800" b="0">
                <a:solidFill>
                  <a:srgbClr val="DFEBDA"/>
                </a:solidFill>
                <a:latin typeface="Inter"/>
                <a:ea typeface="Inter"/>
                <a:cs typeface="Inter"/>
              </a:defRPr>
            </a:lvl6pPr>
            <a:lvl7pPr>
              <a:defRPr sz="1800" b="0">
                <a:solidFill>
                  <a:srgbClr val="DFEBDA"/>
                </a:solidFill>
                <a:latin typeface="Inter"/>
                <a:ea typeface="Inter"/>
                <a:cs typeface="Inter"/>
              </a:defRPr>
            </a:lvl7pPr>
            <a:lvl8pPr>
              <a:defRPr sz="1800" b="0">
                <a:solidFill>
                  <a:srgbClr val="DFEBDA"/>
                </a:solidFill>
                <a:latin typeface="Inter"/>
                <a:ea typeface="Inter"/>
                <a:cs typeface="Inter"/>
              </a:defRPr>
            </a:lvl8pPr>
            <a:lvl9pPr>
              <a:defRPr sz="1800" b="0">
                <a:solidFill>
                  <a:srgbClr val="DFEBDA"/>
                </a:solidFill>
                <a:latin typeface="Inter"/>
                <a:ea typeface="Inter"/>
                <a:cs typeface="Inter"/>
              </a:defRPr>
            </a:lvl9pPr>
          </a:lstStyle>
          <a:p xmlns:a="http://schemas.openxmlformats.org/drawingml/2006/main">
            <a:pPr>
              <a:defRPr sz="1800" b="0">
                <a:solidFill>
                  <a:srgbClr val="DFEBDA"/>
                </a:solidFill>
                <a:latin typeface="Inter"/>
                <a:ea typeface="Inter"/>
                <a:cs typeface="Inter"/>
              </a:defRPr>
            </a:pPr>
            <a:r>
              <a:rPr sz="1800" b="0">
                <a:solidFill>
                  <a:srgbClr val="DFEBDA"/>
                </a:solidFill>
                <a:latin typeface="Inter"/>
                <a:ea typeface="Inter"/>
                <a:cs typeface="Inter"/>
              </a:rPr>
              <a:t>numerical checks passed</a:t>
            </a:r>
          </a:p>
        </p:txBody>
      </p:sp>
      <p:sp>
        <p:nvSpPr>
          <p:cNvPr id="7" name="copy-33">
            <a:extLst xmlns:a="http://schemas.openxmlformats.org/drawingml/2006/main">
              <a:ext uri="{FF2B5EF4-FFF2-40B4-BE49-F238E27FC236}">
                <a16:creationId xmlns:a16="http://schemas.microsoft.com/office/drawing/2014/main" id="{BDC8977B-DC36-41AB-B15F-84BF4C08FFCC}"/>
              </a:ext>
            </a:extLst>
          </p:cNvPr>
          <p:cNvSpPr>
            <a:spLocks xmlns:a="http://schemas.openxmlformats.org/drawingml/2006/main" noGrp="1"/>
          </p:cNvSpPr>
          <p:nvPr/>
        </p:nvSpPr>
        <p:spPr>
          <a:xfrm xmlns:a="http://schemas.openxmlformats.org/drawingml/2006/main">
            <a:off x="8115300" y="2876550"/>
            <a:ext cx="357187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800" b="1">
                <a:solidFill>
                  <a:srgbClr val="FFFFFF"/>
                </a:solidFill>
                <a:latin typeface="Inter"/>
                <a:ea typeface="Inter"/>
                <a:cs typeface="Inter"/>
              </a:defRPr>
            </a:defPPr>
            <a:lvl1pPr>
              <a:defRPr sz="4800" b="1">
                <a:solidFill>
                  <a:srgbClr val="FFFFFF"/>
                </a:solidFill>
                <a:latin typeface="Inter"/>
                <a:ea typeface="Inter"/>
                <a:cs typeface="Inter"/>
              </a:defRPr>
            </a:lvl1pPr>
            <a:lvl2pPr>
              <a:defRPr sz="4800" b="1">
                <a:solidFill>
                  <a:srgbClr val="FFFFFF"/>
                </a:solidFill>
                <a:latin typeface="Inter"/>
                <a:ea typeface="Inter"/>
                <a:cs typeface="Inter"/>
              </a:defRPr>
            </a:lvl2pPr>
            <a:lvl3pPr>
              <a:defRPr sz="4800" b="1">
                <a:solidFill>
                  <a:srgbClr val="FFFFFF"/>
                </a:solidFill>
                <a:latin typeface="Inter"/>
                <a:ea typeface="Inter"/>
                <a:cs typeface="Inter"/>
              </a:defRPr>
            </a:lvl3pPr>
            <a:lvl4pPr>
              <a:defRPr sz="4800" b="1">
                <a:solidFill>
                  <a:srgbClr val="FFFFFF"/>
                </a:solidFill>
                <a:latin typeface="Inter"/>
                <a:ea typeface="Inter"/>
                <a:cs typeface="Inter"/>
              </a:defRPr>
            </a:lvl4pPr>
            <a:lvl5pPr>
              <a:defRPr sz="4800" b="1">
                <a:solidFill>
                  <a:srgbClr val="FFFFFF"/>
                </a:solidFill>
                <a:latin typeface="Inter"/>
                <a:ea typeface="Inter"/>
                <a:cs typeface="Inter"/>
              </a:defRPr>
            </a:lvl5pPr>
            <a:lvl6pPr>
              <a:defRPr sz="4800" b="1">
                <a:solidFill>
                  <a:srgbClr val="FFFFFF"/>
                </a:solidFill>
                <a:latin typeface="Inter"/>
                <a:ea typeface="Inter"/>
                <a:cs typeface="Inter"/>
              </a:defRPr>
            </a:lvl6pPr>
            <a:lvl7pPr>
              <a:defRPr sz="4800" b="1">
                <a:solidFill>
                  <a:srgbClr val="FFFFFF"/>
                </a:solidFill>
                <a:latin typeface="Inter"/>
                <a:ea typeface="Inter"/>
                <a:cs typeface="Inter"/>
              </a:defRPr>
            </a:lvl7pPr>
            <a:lvl8pPr>
              <a:defRPr sz="4800" b="1">
                <a:solidFill>
                  <a:srgbClr val="FFFFFF"/>
                </a:solidFill>
                <a:latin typeface="Inter"/>
                <a:ea typeface="Inter"/>
                <a:cs typeface="Inter"/>
              </a:defRPr>
            </a:lvl8pPr>
            <a:lvl9pPr>
              <a:defRPr sz="4800" b="1">
                <a:solidFill>
                  <a:srgbClr val="FFFFFF"/>
                </a:solidFill>
                <a:latin typeface="Inter"/>
                <a:ea typeface="Inter"/>
                <a:cs typeface="Inter"/>
              </a:defRPr>
            </a:lvl9pPr>
          </a:lstStyle>
          <a:p xmlns:a="http://schemas.openxmlformats.org/drawingml/2006/main">
            <a:pPr>
              <a:defRPr sz="4800" b="1">
                <a:solidFill>
                  <a:srgbClr val="FFFFFF"/>
                </a:solidFill>
                <a:latin typeface="Inter"/>
                <a:ea typeface="Inter"/>
                <a:cs typeface="Inter"/>
              </a:defRPr>
            </a:pPr>
            <a:r>
              <a:rPr sz="4800" b="1">
                <a:solidFill>
                  <a:srgbClr val="FFFFFF"/>
                </a:solidFill>
                <a:latin typeface="Inter"/>
                <a:ea typeface="Inter"/>
                <a:cs typeface="Inter"/>
              </a:rPr>
              <a:t>Passed</a:t>
            </a:r>
          </a:p>
        </p:txBody>
      </p:sp>
      <p:sp>
        <p:nvSpPr>
          <p:cNvPr id="8" name="copy-34">
            <a:extLst xmlns:a="http://schemas.openxmlformats.org/drawingml/2006/main">
              <a:ext uri="{FF2B5EF4-FFF2-40B4-BE49-F238E27FC236}">
                <a16:creationId xmlns:a16="http://schemas.microsoft.com/office/drawing/2014/main" id="{115C24C7-B146-4449-BED7-1190323F84C7}"/>
              </a:ext>
            </a:extLst>
          </p:cNvPr>
          <p:cNvSpPr>
            <a:spLocks xmlns:a="http://schemas.openxmlformats.org/drawingml/2006/main" noGrp="1"/>
          </p:cNvSpPr>
          <p:nvPr/>
        </p:nvSpPr>
        <p:spPr>
          <a:xfrm xmlns:a="http://schemas.openxmlformats.org/drawingml/2006/main">
            <a:off x="8115300" y="4019550"/>
            <a:ext cx="35718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DFEBDA"/>
                </a:solidFill>
                <a:latin typeface="Inter"/>
                <a:ea typeface="Inter"/>
                <a:cs typeface="Inter"/>
              </a:defRPr>
            </a:defPPr>
            <a:lvl1pPr>
              <a:defRPr sz="1800" b="0">
                <a:solidFill>
                  <a:srgbClr val="DFEBDA"/>
                </a:solidFill>
                <a:latin typeface="Inter"/>
                <a:ea typeface="Inter"/>
                <a:cs typeface="Inter"/>
              </a:defRPr>
            </a:lvl1pPr>
            <a:lvl2pPr>
              <a:defRPr sz="1800" b="0">
                <a:solidFill>
                  <a:srgbClr val="DFEBDA"/>
                </a:solidFill>
                <a:latin typeface="Inter"/>
                <a:ea typeface="Inter"/>
                <a:cs typeface="Inter"/>
              </a:defRPr>
            </a:lvl2pPr>
            <a:lvl3pPr>
              <a:defRPr sz="1800" b="0">
                <a:solidFill>
                  <a:srgbClr val="DFEBDA"/>
                </a:solidFill>
                <a:latin typeface="Inter"/>
                <a:ea typeface="Inter"/>
                <a:cs typeface="Inter"/>
              </a:defRPr>
            </a:lvl3pPr>
            <a:lvl4pPr>
              <a:defRPr sz="1800" b="0">
                <a:solidFill>
                  <a:srgbClr val="DFEBDA"/>
                </a:solidFill>
                <a:latin typeface="Inter"/>
                <a:ea typeface="Inter"/>
                <a:cs typeface="Inter"/>
              </a:defRPr>
            </a:lvl4pPr>
            <a:lvl5pPr>
              <a:defRPr sz="1800" b="0">
                <a:solidFill>
                  <a:srgbClr val="DFEBDA"/>
                </a:solidFill>
                <a:latin typeface="Inter"/>
                <a:ea typeface="Inter"/>
                <a:cs typeface="Inter"/>
              </a:defRPr>
            </a:lvl5pPr>
            <a:lvl6pPr>
              <a:defRPr sz="1800" b="0">
                <a:solidFill>
                  <a:srgbClr val="DFEBDA"/>
                </a:solidFill>
                <a:latin typeface="Inter"/>
                <a:ea typeface="Inter"/>
                <a:cs typeface="Inter"/>
              </a:defRPr>
            </a:lvl6pPr>
            <a:lvl7pPr>
              <a:defRPr sz="1800" b="0">
                <a:solidFill>
                  <a:srgbClr val="DFEBDA"/>
                </a:solidFill>
                <a:latin typeface="Inter"/>
                <a:ea typeface="Inter"/>
                <a:cs typeface="Inter"/>
              </a:defRPr>
            </a:lvl7pPr>
            <a:lvl8pPr>
              <a:defRPr sz="1800" b="0">
                <a:solidFill>
                  <a:srgbClr val="DFEBDA"/>
                </a:solidFill>
                <a:latin typeface="Inter"/>
                <a:ea typeface="Inter"/>
                <a:cs typeface="Inter"/>
              </a:defRPr>
            </a:lvl8pPr>
            <a:lvl9pPr>
              <a:defRPr sz="1800" b="0">
                <a:solidFill>
                  <a:srgbClr val="DFEBDA"/>
                </a:solidFill>
                <a:latin typeface="Inter"/>
                <a:ea typeface="Inter"/>
                <a:cs typeface="Inter"/>
              </a:defRPr>
            </a:lvl9pPr>
          </a:lstStyle>
          <a:p xmlns:a="http://schemas.openxmlformats.org/drawingml/2006/main">
            <a:pPr>
              <a:defRPr sz="1800" b="0">
                <a:solidFill>
                  <a:srgbClr val="DFEBDA"/>
                </a:solidFill>
                <a:latin typeface="Inter"/>
                <a:ea typeface="Inter"/>
                <a:cs typeface="Inter"/>
              </a:defRPr>
            </a:pPr>
            <a:r>
              <a:rPr sz="1800" b="0">
                <a:solidFill>
                  <a:srgbClr val="DFEBDA"/>
                </a:solidFill>
                <a:latin typeface="Inter"/>
                <a:ea typeface="Inter"/>
                <a:cs typeface="Inter"/>
              </a:rPr>
              <a:t>Review and corrected recall</a:t>
            </a:r>
          </a:p>
        </p:txBody>
      </p:sp>
      <p:sp>
        <p:nvSpPr>
          <p:cNvPr id="9" name="copy-35">
            <a:extLst xmlns:a="http://schemas.openxmlformats.org/drawingml/2006/main">
              <a:ext uri="{FF2B5EF4-FFF2-40B4-BE49-F238E27FC236}">
                <a16:creationId xmlns:a16="http://schemas.microsoft.com/office/drawing/2014/main" id="{56E6A779-D3D7-4BEF-B942-AFFFB3C64177}"/>
              </a:ext>
            </a:extLst>
          </p:cNvPr>
          <p:cNvSpPr>
            <a:spLocks xmlns:a="http://schemas.openxmlformats.org/drawingml/2006/main" noGrp="1"/>
          </p:cNvSpPr>
          <p:nvPr/>
        </p:nvSpPr>
        <p:spPr>
          <a:xfrm xmlns:a="http://schemas.openxmlformats.org/drawingml/2006/main">
            <a:off x="552450" y="5267325"/>
            <a:ext cx="110871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DFEBDA"/>
                </a:solidFill>
                <a:latin typeface="Inter"/>
                <a:ea typeface="Inter"/>
                <a:cs typeface="Inter"/>
              </a:defRPr>
            </a:defPPr>
            <a:lvl1pPr>
              <a:defRPr sz="1875" b="0">
                <a:solidFill>
                  <a:srgbClr val="DFEBDA"/>
                </a:solidFill>
                <a:latin typeface="Inter"/>
                <a:ea typeface="Inter"/>
                <a:cs typeface="Inter"/>
              </a:defRPr>
            </a:lvl1pPr>
            <a:lvl2pPr>
              <a:defRPr sz="1875" b="0">
                <a:solidFill>
                  <a:srgbClr val="DFEBDA"/>
                </a:solidFill>
                <a:latin typeface="Inter"/>
                <a:ea typeface="Inter"/>
                <a:cs typeface="Inter"/>
              </a:defRPr>
            </a:lvl2pPr>
            <a:lvl3pPr>
              <a:defRPr sz="1875" b="0">
                <a:solidFill>
                  <a:srgbClr val="DFEBDA"/>
                </a:solidFill>
                <a:latin typeface="Inter"/>
                <a:ea typeface="Inter"/>
                <a:cs typeface="Inter"/>
              </a:defRPr>
            </a:lvl3pPr>
            <a:lvl4pPr>
              <a:defRPr sz="1875" b="0">
                <a:solidFill>
                  <a:srgbClr val="DFEBDA"/>
                </a:solidFill>
                <a:latin typeface="Inter"/>
                <a:ea typeface="Inter"/>
                <a:cs typeface="Inter"/>
              </a:defRPr>
            </a:lvl4pPr>
            <a:lvl5pPr>
              <a:defRPr sz="1875" b="0">
                <a:solidFill>
                  <a:srgbClr val="DFEBDA"/>
                </a:solidFill>
                <a:latin typeface="Inter"/>
                <a:ea typeface="Inter"/>
                <a:cs typeface="Inter"/>
              </a:defRPr>
            </a:lvl5pPr>
            <a:lvl6pPr>
              <a:defRPr sz="1875" b="0">
                <a:solidFill>
                  <a:srgbClr val="DFEBDA"/>
                </a:solidFill>
                <a:latin typeface="Inter"/>
                <a:ea typeface="Inter"/>
                <a:cs typeface="Inter"/>
              </a:defRPr>
            </a:lvl6pPr>
            <a:lvl7pPr>
              <a:defRPr sz="1875" b="0">
                <a:solidFill>
                  <a:srgbClr val="DFEBDA"/>
                </a:solidFill>
                <a:latin typeface="Inter"/>
                <a:ea typeface="Inter"/>
                <a:cs typeface="Inter"/>
              </a:defRPr>
            </a:lvl7pPr>
            <a:lvl8pPr>
              <a:defRPr sz="1875" b="0">
                <a:solidFill>
                  <a:srgbClr val="DFEBDA"/>
                </a:solidFill>
                <a:latin typeface="Inter"/>
                <a:ea typeface="Inter"/>
                <a:cs typeface="Inter"/>
              </a:defRPr>
            </a:lvl8pPr>
            <a:lvl9pPr>
              <a:defRPr sz="1875" b="0">
                <a:solidFill>
                  <a:srgbClr val="DFEBDA"/>
                </a:solidFill>
                <a:latin typeface="Inter"/>
                <a:ea typeface="Inter"/>
                <a:cs typeface="Inter"/>
              </a:defRPr>
            </a:lvl9pPr>
          </a:lstStyle>
          <a:p xmlns:a="http://schemas.openxmlformats.org/drawingml/2006/main">
            <a:pPr>
              <a:defRPr sz="1875" b="0">
                <a:solidFill>
                  <a:srgbClr val="DFEBDA"/>
                </a:solidFill>
                <a:latin typeface="Inter"/>
                <a:ea typeface="Inter"/>
                <a:cs typeface="Inter"/>
              </a:defRPr>
            </a:pPr>
            <a:r>
              <a:rPr sz="1875" b="0">
                <a:solidFill>
                  <a:srgbClr val="DFEBDA"/>
                </a:solidFill>
                <a:latin typeface="Inter"/>
                <a:ea typeface="Inter"/>
                <a:cs typeface="Inter"/>
              </a:rPr>
              <a:t>Next: independent validation, researcher datasets and more plants.</a:t>
            </a:r>
          </a:p>
        </p:txBody>
      </p:sp>
      <p:sp>
        <p:nvSpPr>
          <p:cNvPr id="10" name="copy-36">
            <a:extLst xmlns:a="http://schemas.openxmlformats.org/drawingml/2006/main">
              <a:ext uri="{FF2B5EF4-FFF2-40B4-BE49-F238E27FC236}">
                <a16:creationId xmlns:a16="http://schemas.microsoft.com/office/drawing/2014/main" id="{600CE135-F14D-4FF2-92B6-DEF4E595E2F7}"/>
              </a:ext>
            </a:extLst>
          </p:cNvPr>
          <p:cNvSpPr>
            <a:spLocks xmlns:a="http://schemas.openxmlformats.org/drawingml/2006/main" noGrp="1"/>
          </p:cNvSpPr>
          <p:nvPr/>
        </p:nvSpPr>
        <p:spPr>
          <a:xfrm xmlns:a="http://schemas.openxmlformats.org/drawingml/2006/main">
            <a:off x="552450" y="6105525"/>
            <a:ext cx="5524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FFFFFF"/>
                </a:solidFill>
                <a:latin typeface="Inter"/>
                <a:ea typeface="Inter"/>
                <a:cs typeface="Inter"/>
              </a:defRPr>
            </a:defPPr>
            <a:lvl1pPr>
              <a:defRPr sz="2775" b="1">
                <a:solidFill>
                  <a:srgbClr val="FFFFFF"/>
                </a:solidFill>
                <a:latin typeface="Inter"/>
                <a:ea typeface="Inter"/>
                <a:cs typeface="Inter"/>
              </a:defRPr>
            </a:lvl1pPr>
            <a:lvl2pPr>
              <a:defRPr sz="2775" b="1">
                <a:solidFill>
                  <a:srgbClr val="FFFFFF"/>
                </a:solidFill>
                <a:latin typeface="Inter"/>
                <a:ea typeface="Inter"/>
                <a:cs typeface="Inter"/>
              </a:defRPr>
            </a:lvl2pPr>
            <a:lvl3pPr>
              <a:defRPr sz="2775" b="1">
                <a:solidFill>
                  <a:srgbClr val="FFFFFF"/>
                </a:solidFill>
                <a:latin typeface="Inter"/>
                <a:ea typeface="Inter"/>
                <a:cs typeface="Inter"/>
              </a:defRPr>
            </a:lvl3pPr>
            <a:lvl4pPr>
              <a:defRPr sz="2775" b="1">
                <a:solidFill>
                  <a:srgbClr val="FFFFFF"/>
                </a:solidFill>
                <a:latin typeface="Inter"/>
                <a:ea typeface="Inter"/>
                <a:cs typeface="Inter"/>
              </a:defRPr>
            </a:lvl4pPr>
            <a:lvl5pPr>
              <a:defRPr sz="2775" b="1">
                <a:solidFill>
                  <a:srgbClr val="FFFFFF"/>
                </a:solidFill>
                <a:latin typeface="Inter"/>
                <a:ea typeface="Inter"/>
                <a:cs typeface="Inter"/>
              </a:defRPr>
            </a:lvl5pPr>
            <a:lvl6pPr>
              <a:defRPr sz="2775" b="1">
                <a:solidFill>
                  <a:srgbClr val="FFFFFF"/>
                </a:solidFill>
                <a:latin typeface="Inter"/>
                <a:ea typeface="Inter"/>
                <a:cs typeface="Inter"/>
              </a:defRPr>
            </a:lvl6pPr>
            <a:lvl7pPr>
              <a:defRPr sz="2775" b="1">
                <a:solidFill>
                  <a:srgbClr val="FFFFFF"/>
                </a:solidFill>
                <a:latin typeface="Inter"/>
                <a:ea typeface="Inter"/>
                <a:cs typeface="Inter"/>
              </a:defRPr>
            </a:lvl7pPr>
            <a:lvl8pPr>
              <a:defRPr sz="2775" b="1">
                <a:solidFill>
                  <a:srgbClr val="FFFFFF"/>
                </a:solidFill>
                <a:latin typeface="Inter"/>
                <a:ea typeface="Inter"/>
                <a:cs typeface="Inter"/>
              </a:defRPr>
            </a:lvl8pPr>
            <a:lvl9pPr>
              <a:defRPr sz="2775" b="1">
                <a:solidFill>
                  <a:srgbClr val="FFFFFF"/>
                </a:solidFill>
                <a:latin typeface="Inter"/>
                <a:ea typeface="Inter"/>
                <a:cs typeface="Inter"/>
              </a:defRPr>
            </a:lvl9pPr>
          </a:lstStyle>
          <a:p xmlns:a="http://schemas.openxmlformats.org/drawingml/2006/main">
            <a:pPr>
              <a:defRPr sz="2775" b="1">
                <a:solidFill>
                  <a:srgbClr val="FFFFFF"/>
                </a:solidFill>
                <a:latin typeface="Inter"/>
                <a:ea typeface="Inter"/>
                <a:cs typeface="Inter"/>
              </a:defRPr>
            </a:pPr>
            <a:r>
              <a:rPr sz="2775" b="1">
                <a:solidFill>
                  <a:srgbClr val="FFFFFF"/>
                </a:solidFill>
                <a:latin typeface="Inter"/>
                <a:ea typeface="Inter"/>
                <a:cs typeface="Inter"/>
              </a:rPr>
              <a:t>celloras.com</a:t>
            </a:r>
          </a:p>
        </p:txBody>
      </p:sp>
      <p:sp>
        <p:nvSpPr>
          <p:cNvPr id="11" name="block-37">
            <a:extLst xmlns:a="http://schemas.openxmlformats.org/drawingml/2006/main">
              <a:ext uri="{FF2B5EF4-FFF2-40B4-BE49-F238E27FC236}">
                <a16:creationId xmlns:a16="http://schemas.microsoft.com/office/drawing/2014/main" id="{2BC4E1FC-08CC-4085-B799-3F021C8DE783}"/>
              </a:ext>
            </a:extLst>
          </p:cNvPr>
          <p:cNvSpPr>
            <a:spLocks xmlns:a="http://schemas.openxmlformats.org/drawingml/2006/main" noGrp="1"/>
          </p:cNvSpPr>
          <p:nvPr/>
        </p:nvSpPr>
        <p:spPr>
          <a:xfrm xmlns:a="http://schemas.openxmlformats.org/drawingml/2006/main">
            <a:off x="7553325" y="6000750"/>
            <a:ext cx="4095750" cy="6191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copy-38">
            <a:extLst xmlns:a="http://schemas.openxmlformats.org/drawingml/2006/main">
              <a:ext uri="{FF2B5EF4-FFF2-40B4-BE49-F238E27FC236}">
                <a16:creationId xmlns:a16="http://schemas.microsoft.com/office/drawing/2014/main" id="{47FD6B47-AA71-4E61-B53C-B6BB20B6ADF3}"/>
              </a:ext>
            </a:extLst>
          </p:cNvPr>
          <p:cNvSpPr>
            <a:spLocks xmlns:a="http://schemas.openxmlformats.org/drawingml/2006/main" noGrp="1"/>
          </p:cNvSpPr>
          <p:nvPr/>
        </p:nvSpPr>
        <p:spPr>
          <a:xfrm xmlns:a="http://schemas.openxmlformats.org/drawingml/2006/main">
            <a:off x="7734300" y="6191250"/>
            <a:ext cx="3895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B5E20"/>
                </a:solidFill>
                <a:latin typeface="Inter"/>
                <a:ea typeface="Inter"/>
                <a:cs typeface="Inter"/>
              </a:defRPr>
            </a:defPPr>
            <a:lvl1pPr>
              <a:defRPr sz="1950" b="0">
                <a:solidFill>
                  <a:srgbClr val="1B5E20"/>
                </a:solidFill>
                <a:latin typeface="Inter"/>
                <a:ea typeface="Inter"/>
                <a:cs typeface="Inter"/>
              </a:defRPr>
            </a:lvl1pPr>
            <a:lvl2pPr>
              <a:defRPr sz="1950" b="0">
                <a:solidFill>
                  <a:srgbClr val="1B5E20"/>
                </a:solidFill>
                <a:latin typeface="Inter"/>
                <a:ea typeface="Inter"/>
                <a:cs typeface="Inter"/>
              </a:defRPr>
            </a:lvl2pPr>
            <a:lvl3pPr>
              <a:defRPr sz="1950" b="0">
                <a:solidFill>
                  <a:srgbClr val="1B5E20"/>
                </a:solidFill>
                <a:latin typeface="Inter"/>
                <a:ea typeface="Inter"/>
                <a:cs typeface="Inter"/>
              </a:defRPr>
            </a:lvl3pPr>
            <a:lvl4pPr>
              <a:defRPr sz="1950" b="0">
                <a:solidFill>
                  <a:srgbClr val="1B5E20"/>
                </a:solidFill>
                <a:latin typeface="Inter"/>
                <a:ea typeface="Inter"/>
                <a:cs typeface="Inter"/>
              </a:defRPr>
            </a:lvl4pPr>
            <a:lvl5pPr>
              <a:defRPr sz="1950" b="0">
                <a:solidFill>
                  <a:srgbClr val="1B5E20"/>
                </a:solidFill>
                <a:latin typeface="Inter"/>
                <a:ea typeface="Inter"/>
                <a:cs typeface="Inter"/>
              </a:defRPr>
            </a:lvl5pPr>
            <a:lvl6pPr>
              <a:defRPr sz="1950" b="0">
                <a:solidFill>
                  <a:srgbClr val="1B5E20"/>
                </a:solidFill>
                <a:latin typeface="Inter"/>
                <a:ea typeface="Inter"/>
                <a:cs typeface="Inter"/>
              </a:defRPr>
            </a:lvl6pPr>
            <a:lvl7pPr>
              <a:defRPr sz="1950" b="0">
                <a:solidFill>
                  <a:srgbClr val="1B5E20"/>
                </a:solidFill>
                <a:latin typeface="Inter"/>
                <a:ea typeface="Inter"/>
                <a:cs typeface="Inter"/>
              </a:defRPr>
            </a:lvl7pPr>
            <a:lvl8pPr>
              <a:defRPr sz="1950" b="0">
                <a:solidFill>
                  <a:srgbClr val="1B5E20"/>
                </a:solidFill>
                <a:latin typeface="Inter"/>
                <a:ea typeface="Inter"/>
                <a:cs typeface="Inter"/>
              </a:defRPr>
            </a:lvl8pPr>
            <a:lvl9pPr>
              <a:defRPr sz="1950" b="0">
                <a:solidFill>
                  <a:srgbClr val="1B5E20"/>
                </a:solidFill>
                <a:latin typeface="Inter"/>
                <a:ea typeface="Inter"/>
                <a:cs typeface="Inter"/>
              </a:defRPr>
            </a:lvl9pPr>
          </a:lstStyle>
          <a:p xmlns:a="http://schemas.openxmlformats.org/drawingml/2006/main">
            <a:pPr>
              <a:defRPr sz="1950" b="0">
                <a:solidFill>
                  <a:srgbClr val="1B5E20"/>
                </a:solidFill>
                <a:latin typeface="Inter"/>
                <a:ea typeface="Inter"/>
                <a:cs typeface="Inter"/>
              </a:defRPr>
            </a:pPr>
            <a:r>
              <a:rPr sz="1950" b="0">
                <a:solidFill>
                  <a:srgbClr val="1B5E20"/>
                </a:solidFill>
                <a:latin typeface="Inter"/>
                <a:ea typeface="Inter"/>
                <a:cs typeface="Inter"/>
                <a:hlinkClick xmlns:r="http://schemas.openxmlformats.org/officeDocument/2006/relationships" r:id="R627fa1d9f2134190"/>
              </a:rPr>
              <a:t>Public code and methods</a:t>
            </a:r>
          </a:p>
        </p:txBody>
      </p:sp>
    </p:spTree>
    <p:extLst>
      <p:ext uri="{BB962C8B-B14F-4D97-AF65-F5344CB8AC3E}">
        <p14:creationId xmlns:p14="http://schemas.microsoft.com/office/powerpoint/2010/main" val="12753831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2026-10-25T22:40:53.3000000Z</dcterms:created>
  <dcterms:modified xsi:type="dcterms:W3CDTF">2026-10-25T22:40:53.3000000Z</dcterms:modified>
</coreProperties>
</file>