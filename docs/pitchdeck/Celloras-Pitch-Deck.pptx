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6af9c4249ae41df" /><Relationship Type="http://schemas.openxmlformats.org/officeDocument/2006/relationships/extended-properties" Target="/docProps/app.xml" Id="R18484debc55647ad" /><Relationship Type="http://schemas.openxmlformats.org/officeDocument/2006/relationships/officeDocument" Target="/ppt/presentation.xml" Id="R9a089f2717c54438" /></Relationships>
</file>

<file path=ppt/presentation.xml><?xml version="1.0" encoding="utf-8"?>
<p:presentation xmlns:p="http://schemas.openxmlformats.org/presentationml/2006/main">
  <p:sldMasterIdLst>
    <p:sldMasterId xmlns:r="http://schemas.openxmlformats.org/officeDocument/2006/relationships" id="2147483648" r:id="R5faf6a2a49f348ee"/>
  </p:sldMasterIdLst>
  <p:notesMasterIdLst>
    <p:notesMasterId xmlns:r="http://schemas.openxmlformats.org/officeDocument/2006/relationships" r:id="R8d7dc4aedf934c91"/>
  </p:notesMasterIdLst>
  <p:sldIdLst>
    <p:sldId xmlns:r="http://schemas.openxmlformats.org/officeDocument/2006/relationships" id="256" r:id="Re91c9f5cc781489d"/>
    <p:sldId xmlns:r="http://schemas.openxmlformats.org/officeDocument/2006/relationships" id="257" r:id="Rf507f14ec44142e0"/>
    <p:sldId xmlns:r="http://schemas.openxmlformats.org/officeDocument/2006/relationships" id="258" r:id="Rcbce55c8dae54876"/>
    <p:sldId xmlns:r="http://schemas.openxmlformats.org/officeDocument/2006/relationships" id="259" r:id="Re11e7cf34c6c474f"/>
    <p:sldId xmlns:r="http://schemas.openxmlformats.org/officeDocument/2006/relationships" id="260" r:id="R4f92fca14dec472c"/>
    <p:sldId xmlns:r="http://schemas.openxmlformats.org/officeDocument/2006/relationships" id="261" r:id="R4b5c4ccd2e694793"/>
    <p:sldId xmlns:r="http://schemas.openxmlformats.org/officeDocument/2006/relationships" id="262" r:id="Rce174915b04344af"/>
    <p:sldId xmlns:r="http://schemas.openxmlformats.org/officeDocument/2006/relationships" id="263" r:id="R77e2d56440af45a1"/>
    <p:sldId xmlns:r="http://schemas.openxmlformats.org/officeDocument/2006/relationships" id="264" r:id="Re4e50d5631624b37"/>
    <p:sldId xmlns:r="http://schemas.openxmlformats.org/officeDocument/2006/relationships" id="265" r:id="R95ff886e8e9645e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5c65ee3c02a4e4f" /><Relationship Type="http://schemas.openxmlformats.org/officeDocument/2006/relationships/slideMaster" Target="/ppt/slideMasters/slideMaster1.xml" Id="R5faf6a2a49f348ee" /><Relationship Type="http://schemas.openxmlformats.org/officeDocument/2006/relationships/notesMaster" Target="/ppt/notesMasters/notesMaster1.xml" Id="R8d7dc4aedf934c91" /><Relationship Type="http://schemas.openxmlformats.org/officeDocument/2006/relationships/presProps" Target="/ppt/presProps.xml" Id="R6b443f5c128944ab" /><Relationship Type="http://schemas.openxmlformats.org/officeDocument/2006/relationships/tableStyles" Target="/ppt/tableStyles.xml" Id="R39d46b532c59446b" /><Relationship Type="http://schemas.openxmlformats.org/officeDocument/2006/relationships/slide" Target="/ppt/slides/slide1.xml" Id="Re91c9f5cc781489d" /><Relationship Type="http://schemas.openxmlformats.org/officeDocument/2006/relationships/slide" Target="/ppt/slides/slide2.xml" Id="Rf507f14ec44142e0" /><Relationship Type="http://schemas.openxmlformats.org/officeDocument/2006/relationships/slide" Target="/ppt/slides/slide3.xml" Id="Rcbce55c8dae54876" /><Relationship Type="http://schemas.openxmlformats.org/officeDocument/2006/relationships/slide" Target="/ppt/slides/slide4.xml" Id="Re11e7cf34c6c474f" /><Relationship Type="http://schemas.openxmlformats.org/officeDocument/2006/relationships/slide" Target="/ppt/slides/slide5.xml" Id="R4f92fca14dec472c" /><Relationship Type="http://schemas.openxmlformats.org/officeDocument/2006/relationships/slide" Target="/ppt/slides/slide6.xml" Id="R4b5c4ccd2e694793" /><Relationship Type="http://schemas.openxmlformats.org/officeDocument/2006/relationships/slide" Target="/ppt/slides/slide7.xml" Id="Rce174915b04344af" /><Relationship Type="http://schemas.openxmlformats.org/officeDocument/2006/relationships/slide" Target="/ppt/slides/slide8.xml" Id="R77e2d56440af45a1" /><Relationship Type="http://schemas.openxmlformats.org/officeDocument/2006/relationships/slide" Target="/ppt/slides/slide9.xml" Id="Re4e50d5631624b37" /><Relationship Type="http://schemas.openxmlformats.org/officeDocument/2006/relationships/slide" Target="/ppt/slides/slide10.xml" Id="R95ff886e8e9645e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e2b97620c1e4d7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ab9e0db51ca415a" /><Relationship Type="http://schemas.openxmlformats.org/officeDocument/2006/relationships/notesMaster" Target="/ppt/notesMasters/notesMaster1.xml" Id="Rc38f2b0bbc8f467c" /></Relationships>
</file>

<file path=ppt/notesSlides/_rels/notesSlide2.xml.rels>&#65279;<?xml version="1.0" encoding="utf-8"?><Relationships xmlns="http://schemas.openxmlformats.org/package/2006/relationships"><Relationship Type="http://schemas.openxmlformats.org/officeDocument/2006/relationships/slide" Target="/ppt/slides/slide2.xml" Id="R52929b33a3ad4d31" /><Relationship Type="http://schemas.openxmlformats.org/officeDocument/2006/relationships/notesMaster" Target="/ppt/notesMasters/notesMaster1.xml" Id="Re22247dd98cb48dc" /></Relationships>
</file>

<file path=ppt/notesSlides/_rels/notesSlide3.xml.rels>&#65279;<?xml version="1.0" encoding="utf-8"?><Relationships xmlns="http://schemas.openxmlformats.org/package/2006/relationships"><Relationship Type="http://schemas.openxmlformats.org/officeDocument/2006/relationships/slide" Target="/ppt/slides/slide3.xml" Id="R8d74dd7b24944ade" /><Relationship Type="http://schemas.openxmlformats.org/officeDocument/2006/relationships/notesMaster" Target="/ppt/notesMasters/notesMaster1.xml" Id="Rf3b05c0d31024b8b" /></Relationships>
</file>

<file path=ppt/notesSlides/_rels/notesSlide4.xml.rels>&#65279;<?xml version="1.0" encoding="utf-8"?><Relationships xmlns="http://schemas.openxmlformats.org/package/2006/relationships"><Relationship Type="http://schemas.openxmlformats.org/officeDocument/2006/relationships/slide" Target="/ppt/slides/slide4.xml" Id="R4c8583976f684553" /><Relationship Type="http://schemas.openxmlformats.org/officeDocument/2006/relationships/notesMaster" Target="/ppt/notesMasters/notesMaster1.xml" Id="R86eefb4b1357499e"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d5d2e743734506" /><Relationship Type="http://schemas.openxmlformats.org/officeDocument/2006/relationships/notesMaster" Target="/ppt/notesMasters/notesMaster1.xml" Id="R6bb9c2b471e949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05e1c58905f242fa" /><Relationship Type="http://schemas.openxmlformats.org/officeDocument/2006/relationships/notesMaster" Target="/ppt/notesMasters/notesMaster1.xml" Id="Rcc7af51a559a49d2"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120bbf79324b8e" /><Relationship Type="http://schemas.openxmlformats.org/officeDocument/2006/relationships/notesMaster" Target="/ppt/notesMasters/notesMaster1.xml" Id="R1a8917e74a7b404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6fcde4e53d04c0d" /><Relationship Type="http://schemas.openxmlformats.org/officeDocument/2006/relationships/notesMaster" Target="/ppt/notesMasters/notesMaster1.xml" Id="R66eb06e1971e4f3f"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bab62ce7b24e90" /><Relationship Type="http://schemas.openxmlformats.org/officeDocument/2006/relationships/notesMaster" Target="/ppt/notesMasters/notesMaster1.xml" Id="R239051d8074940c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d279c20861f4b3d" /><Relationship Type="http://schemas.openxmlformats.org/officeDocument/2006/relationships/notesMaster" Target="/ppt/notesMasters/notesMaster1.xml" Id="Rf12f735804534df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Celloras helps plant researchers investigate cell identity in a conversation. The map is an actual output from the soybean-root demonstration. Every suggested name can be investigated, and the researcher keeps the final decision.</a:t>
            </a:r>
          </a:p>
          <a:p xmlns:a="http://schemas.openxmlformats.org/drawingml/2006/main">
            <a:r>
              <a:t/>
            </a:r>
          </a:p>
          <a:p xmlns:a="http://schemas.openxmlformats.org/drawingml/2006/main">
            <a:r>
              <a:t>Sources and provenance:</a:t>
            </a:r>
          </a:p>
          <a:p xmlns:a="http://schemas.openxmlformats.org/drawingml/2006/main">
            <a:r>
              <a:t>https://github.com/mpckkk/2026_GenAI/blob/celloras.com/docs/demo.md</a:t>
            </a:r>
          </a:p>
          <a:p xmlns:a="http://schemas.openxmlformats.org/drawingml/2006/main">
            <a:r>
              <a:t>https://pmc.ncbi.nlm.nih.gov/articles/PMC12136577/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difficulty is not generating a label. Researchers compare gene expression, consult compatible references, and keep track of why they accepted or rejected an interpretation. Celloras brings those steps together. No time-saving or accuracy benchmark is claimed.</a:t>
            </a:r>
          </a:p>
          <a:p xmlns:a="http://schemas.openxmlformats.org/drawingml/2006/main">
            <a:r>
              <a:t/>
            </a:r>
          </a:p>
          <a:p xmlns:a="http://schemas.openxmlformats.org/drawingml/2006/main">
            <a:r>
              <a:t>Sources and provenance:</a:t>
            </a:r>
          </a:p>
          <a:p xmlns:a="http://schemas.openxmlformats.org/drawingml/2006/main">
            <a:r>
              <a:t>https://github.com/mpckkk/2026_GenAI/blob/celloras.com/docs/annotation-method.md</a:t>
            </a:r>
          </a:p>
          <a:p xmlns:a="http://schemas.openxmlformats.org/drawingml/2006/main">
            <a:r>
              <a:t>https://pmc.ncbi.nlm.nih.gov/articles/PMC12136577/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agent chooses analysis tools and returns interactive elements in the conversation. The screenshot is from the actual public application. Candidate results and researcher reviews are stored separately. Later conversations can retrieve the review through H-MEM.</a:t>
            </a:r>
          </a:p>
          <a:p xmlns:a="http://schemas.openxmlformats.org/drawingml/2006/main">
            <a:r>
              <a:t/>
            </a:r>
          </a:p>
          <a:p xmlns:a="http://schemas.openxmlformats.org/drawingml/2006/main">
            <a:r>
              <a:t>Sources and provenance:</a:t>
            </a:r>
          </a:p>
          <a:p xmlns:a="http://schemas.openxmlformats.org/drawingml/2006/main">
            <a:r>
              <a:t>https://github.com/mpckkk/2026_GenAI/tree/celloras.com</a:t>
            </a:r>
          </a:p>
          <a:p xmlns:a="http://schemas.openxmlformats.org/drawingml/2006/main">
            <a:r>
              <a:t>https://github.com/mpckkk/2026_GenAI/blob/celloras.com/docs/demo.md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GSE270392, a published soybean root single-nucleus RNA dataset. The original coordinates and groups are retained; Celloras overlays its exploratory marker-based suggestions. Gray groups remain unresolved. Source group IDs are not biological labels.</a:t>
            </a:r>
          </a:p>
          <a:p xmlns:a="http://schemas.openxmlformats.org/drawingml/2006/main">
            <a:r>
              <a:t/>
            </a:r>
          </a:p>
          <a:p xmlns:a="http://schemas.openxmlformats.org/drawingml/2006/main">
            <a:r>
              <a:t>Sources and provenance:</a:t>
            </a:r>
          </a:p>
          <a:p xmlns:a="http://schemas.openxmlformats.org/drawingml/2006/main">
            <a:r>
              <a:t>https://pmc.ncbi.nlm.nih.gov/articles/PMC12136577/</a:t>
            </a:r>
          </a:p>
          <a:p xmlns:a="http://schemas.openxmlformats.org/drawingml/2006/main">
            <a:r>
              <a:t>https://github.com/mpckkk/2026_GenAI/blob/celloras.com/docs/annotation-method.md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Root hair is the computed candidate for group 6. Glyma.01G224900 and Glyma.17G030700 meet the supporting-marker thresholds. The plot is measured expression, not a generated illustration. Zetaris supplies the 42 associations across 41 genes in the versioned root reference; it is one published panel, not full-atlas federation. Query receipt f7fbb611-05df-4f96-83c8-efe2e60e8d32 is retained on annotation af2c9005-6be1-4f7c-baf4-dede8d06155c. The same-study panel is exploratory and is not independent biological validation.</a:t>
            </a:r>
          </a:p>
          <a:p xmlns:a="http://schemas.openxmlformats.org/drawingml/2006/main">
            <a:r>
              <a:t/>
            </a:r>
          </a:p>
          <a:p xmlns:a="http://schemas.openxmlformats.org/drawingml/2006/main">
            <a:r>
              <a:t>Sources and provenance:</a:t>
            </a:r>
          </a:p>
          <a:p xmlns:a="http://schemas.openxmlformats.org/drawingml/2006/main">
            <a:r>
              <a:t>https://github.com/mpckkk/2026_GenAI/blob/celloras.com/docs/sponsor-explanation.md</a:t>
            </a:r>
          </a:p>
          <a:p xmlns:a="http://schemas.openxmlformats.org/drawingml/2006/main">
            <a:r>
              <a:t>https://github.com/mpckkk/2026_GenAI/blob/celloras.com/docs/annotation-method.md</a:t>
            </a:r>
          </a:p>
          <a:p xmlns:a="http://schemas.openxmlformats.org/drawingml/2006/main">
            <a:r>
              <a:t>https://github.com/mpckkk/2026_GenAI/blob/celloras.com/docs/demo.md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actual recall is from the combined public demo. The researcher changed the demonstration review to unresolved pending independent evidence; the calculated Root hair candidate stayed unchanged. H-MEM retrieves the current review and cites its source. The official pinned Meterless reference implementation is used with project-owned PostgreSQL persistence. Separate regression checks test retrieval beyond recent context and isolation between groups.</a:t>
            </a:r>
          </a:p>
          <a:p xmlns:a="http://schemas.openxmlformats.org/drawingml/2006/main">
            <a:r>
              <a:t/>
            </a:r>
          </a:p>
          <a:p xmlns:a="http://schemas.openxmlformats.org/drawingml/2006/main">
            <a:r>
              <a:t>Sources and provenance:</a:t>
            </a:r>
          </a:p>
          <a:p xmlns:a="http://schemas.openxmlformats.org/drawingml/2006/main">
            <a:r>
              <a:t>https://github.com/mpckkk/2026_GenAI/blob/celloras.com/docs/sponsor-explanation.md</a:t>
            </a:r>
          </a:p>
          <a:p xmlns:a="http://schemas.openxmlformats.org/drawingml/2006/main">
            <a:r>
              <a:t>https://github.com/mpckkk/2026_GenAI/blob/celloras.com/docs/verification.md</a:t>
            </a:r>
          </a:p>
          <a:p xmlns:a="http://schemas.openxmlformats.org/drawingml/2006/main">
            <a:r>
              <a:t>https://github.com/mpckkk/2026_GenAI/blob/celloras.com/docs/demo.md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web app authenticates researchers and enforces ownership. The server-side agent invokes scientific tools, while the Zetaris adapter retrieves a verified marker reference. Only explicit researcher reviews enter decision memory. H-MEM uses the official Meterless engine with owned state in PostgreSQL and returns a sourced recall. NVIDIA OpenShell runs the CLI agent. Model, reference and memory interfaces provide extension points; not every possible provider is deployed.</a:t>
            </a:r>
          </a:p>
          <a:p xmlns:a="http://schemas.openxmlformats.org/drawingml/2006/main">
            <a:r>
              <a:t/>
            </a:r>
          </a:p>
          <a:p xmlns:a="http://schemas.openxmlformats.org/drawingml/2006/main">
            <a:r>
              <a:t>Sources and provenance:</a:t>
            </a:r>
          </a:p>
          <a:p xmlns:a="http://schemas.openxmlformats.org/drawingml/2006/main">
            <a:r>
              <a:t>https://github.com/mpckkk/2026_GenAI/tree/celloras.com</a:t>
            </a:r>
          </a:p>
          <a:p xmlns:a="http://schemas.openxmlformats.org/drawingml/2006/main">
            <a:r>
              <a:t>https://github.com/mpckkk/2026_GenAI/blob/celloras.com/docs/sponsor-explanation.md</a:t>
            </a:r>
          </a:p>
          <a:p xmlns:a="http://schemas.openxmlformats.org/drawingml/2006/main">
            <a:r>
              <a:t>https://github.com/mpckkk/2026_GenAI/blob/celloras.com/docs/architecture.md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Seven groups received a provisional suggestion, one was ambiguous and four stayed unresolved. These are outcome counts, not accuracy metrics. The independent base-R arithmetic check passed 2,952 numerical comparisons at tolerance 1e-10. It validates the computation, not the biological identity. The combined public sponsor rehearsal passed on 25 October 2026 and included correction-aware recall. No independent classifier accuracy is claimed.</a:t>
            </a:r>
          </a:p>
          <a:p xmlns:a="http://schemas.openxmlformats.org/drawingml/2006/main">
            <a:r>
              <a:t/>
            </a:r>
          </a:p>
          <a:p xmlns:a="http://schemas.openxmlformats.org/drawingml/2006/main">
            <a:r>
              <a:t>Sources and provenance:</a:t>
            </a:r>
          </a:p>
          <a:p xmlns:a="http://schemas.openxmlformats.org/drawingml/2006/main">
            <a:r>
              <a:t>https://github.com/mpckkk/2026_GenAI/blob/celloras.com/docs/verification.md</a:t>
            </a:r>
          </a:p>
          <a:p xmlns:a="http://schemas.openxmlformats.org/drawingml/2006/main">
            <a:r>
              <a:t>https://github.com/mpckkk/2026_GenAI/blob/celloras.com/docs/annotation-method.md</a:t>
            </a:r>
          </a:p>
          <a:p xmlns:a="http://schemas.openxmlformats.org/drawingml/2006/main">
            <a:r>
              <a:t>https://github.com/mpckkk/2026_GenAI/blob/celloras.com/docs/demo.md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next steps, not completed capabilities. We start with one working soybean workflow, then validate independently, support researchers’ own compatible datasets, and add plants through explicit reference and species adapters. Try the current application at celloras.com. The application code is on the celloras.com branch of the public repository.</a:t>
            </a:r>
          </a:p>
          <a:p xmlns:a="http://schemas.openxmlformats.org/drawingml/2006/main">
            <a:r>
              <a:t/>
            </a:r>
          </a:p>
          <a:p xmlns:a="http://schemas.openxmlformats.org/drawingml/2006/main">
            <a:r>
              <a:t>Sources and provenance:</a:t>
            </a:r>
          </a:p>
          <a:p xmlns:a="http://schemas.openxmlformats.org/drawingml/2006/main">
            <a:r>
              <a:t>https://github.com/mpckkk/2026_GenAI/tree/celloras.com</a:t>
            </a:r>
          </a:p>
          <a:p xmlns:a="http://schemas.openxmlformats.org/drawingml/2006/main">
            <a:r>
              <a:t>https://celloras.com</a:t>
            </a:r>
          </a:p>
          <a:p xmlns:a="http://schemas.openxmlformats.org/drawingml/2006/main">
            <a:r>
              <a:t>https://github.com/mpckkk/2026_GenAI/blob/celloras.com/docs/annotation-method.md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Design references are the real original Airbnb and Buffer decks, inspected through published copies. Their narrative structure and economy influenced this deck; their assets, market claims and business metrics were not reused. Screenshots and scientific plots are from actual Celloras runs, captured on 25 October 2026. Full source links are provided on their corresponding slides.</a:t>
            </a:r>
          </a:p>
          <a:p xmlns:a="http://schemas.openxmlformats.org/drawingml/2006/main">
            <a:r>
              <a:t/>
            </a:r>
          </a:p>
          <a:p xmlns:a="http://schemas.openxmlformats.org/drawingml/2006/main">
            <a:r>
              <a:t>Sources and provenance:</a:t>
            </a:r>
          </a:p>
          <a:p xmlns:a="http://schemas.openxmlformats.org/drawingml/2006/main">
            <a:r>
              <a:t>https://github.com/mpckkk/2026_GenAI/tree/celloras.com</a:t>
            </a:r>
          </a:p>
          <a:p xmlns:a="http://schemas.openxmlformats.org/drawingml/2006/main">
            <a:r>
              <a:t>https://pmc.ncbi.nlm.nih.gov/articles/PMC12136577/</a:t>
            </a:r>
          </a:p>
          <a:p xmlns:a="http://schemas.openxmlformats.org/drawingml/2006/main">
            <a:r>
              <a:t>https://github.com/mpckkk/2026_GenAI/blob/celloras.com/docs/annotation-method.md</a:t>
            </a:r>
          </a:p>
          <a:p xmlns:a="http://schemas.openxmlformats.org/drawingml/2006/main">
            <a:r>
              <a:t>https://github.com/mpckkk/2026_GenAI/blob/celloras.com/docs/verification.md</a:t>
            </a:r>
          </a:p>
          <a:p xmlns:a="http://schemas.openxmlformats.org/drawingml/2006/main">
            <a:r>
              <a:t>https://github.com/mpckkk/2026_GenAI/blob/celloras.com/docs/sponsor-explanation.md</a:t>
            </a:r>
          </a:p>
          <a:p xmlns:a="http://schemas.openxmlformats.org/drawingml/2006/main">
            <a:r>
              <a:t>https://github.com/mpckkk/2026_GenAI/blob/celloras.com/docs/demo.md</a:t>
            </a:r>
          </a:p>
          <a:p xmlns:a="http://schemas.openxmlformats.org/drawingml/2006/main">
            <a:r>
              <a:t>https://www.startups.com/articles/airbnb-pitch-deck-teardown-and-redesign</a:t>
            </a:r>
          </a:p>
          <a:p xmlns:a="http://schemas.openxmlformats.org/drawingml/2006/main">
            <a:r>
              <a:t>https://buffer.com/resources/from-0-to-1000000-users-the-journey-and-statistics-of-buffer/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09f78503f4f49d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60f2e8a11e3492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1b8469969cc402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999d98c1923421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b49cd3594e747e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2f39426e51a4de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AC6CBB-FC92-4E45-830F-CFAF9D133DC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48DFF61-E92F-4A48-951C-2999C7F401F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B4FE71A-CA2F-474F-85DA-3BCE601E9B2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51C8D7-9D48-4139-9CC4-472CA6457FD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B67CD49-0A30-4386-8A76-44256F1A87C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D755657-AEA9-4E3E-A721-519168DDD86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3207A34-AEA6-4572-AA01-EBB3AAE1BEA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45A434A-1005-449C-9E7F-D2B8C55571C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9EDE83C-39FE-4D91-8EB7-E9A89A78F8F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44F0135-1286-4B0B-B162-917758CFE92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d17db1eae3c48a4" /><Relationship Type="http://schemas.openxmlformats.org/officeDocument/2006/relationships/slideLayout" Target="/ppt/slideLayouts/slideLayout1.xml" Id="R100819b25e4849f1" /><Relationship Type="http://schemas.openxmlformats.org/officeDocument/2006/relationships/slideLayout" Target="/ppt/slideLayouts/slideLayout2.xml" Id="R46ed09abc2cf4bb1" /><Relationship Type="http://schemas.openxmlformats.org/officeDocument/2006/relationships/slideLayout" Target="/ppt/slideLayouts/slideLayout3.xml" Id="R4f8569157c2244a7" /><Relationship Type="http://schemas.openxmlformats.org/officeDocument/2006/relationships/slideLayout" Target="/ppt/slideLayouts/slideLayout4.xml" Id="R717cdeb523734070" /><Relationship Type="http://schemas.openxmlformats.org/officeDocument/2006/relationships/slideLayout" Target="/ppt/slideLayouts/slideLayout5.xml" Id="R70dbf4464cf7486f" /><Relationship Type="http://schemas.openxmlformats.org/officeDocument/2006/relationships/slideLayout" Target="/ppt/slideLayouts/slideLayout6.xml" Id="R94f3c0b6a127455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00819b25e4849f1"/>
    <p:sldLayoutId xmlns:r="http://schemas.openxmlformats.org/officeDocument/2006/relationships" id="2147483650" r:id="R46ed09abc2cf4bb1"/>
    <p:sldLayoutId xmlns:r="http://schemas.openxmlformats.org/officeDocument/2006/relationships" id="2147483651" r:id="R4f8569157c2244a7"/>
    <p:sldLayoutId xmlns:r="http://schemas.openxmlformats.org/officeDocument/2006/relationships" id="2147483652" r:id="R717cdeb523734070"/>
    <p:sldLayoutId xmlns:r="http://schemas.openxmlformats.org/officeDocument/2006/relationships" id="2147483653" r:id="R70dbf4464cf7486f"/>
    <p:sldLayoutId xmlns:r="http://schemas.openxmlformats.org/officeDocument/2006/relationships" id="2147483654" r:id="R94f3c0b6a127455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eb93f8e25654da1" /><Relationship Type="http://schemas.openxmlformats.org/officeDocument/2006/relationships/image" Target="/ppt/media/image.png" Id="R0f18ed4cbbfb49fe" /><Relationship Type="http://schemas.openxmlformats.org/officeDocument/2006/relationships/image" Target="/ppt/media/image2.png" Id="R8c7fe514e7ac4647" /><Relationship Type="http://schemas.openxmlformats.org/officeDocument/2006/relationships/notesSlide" Target="/ppt/notesSlides/notesSlide1.xml" Id="Recab7f39b26b405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0f0578ec67a4094" /><Relationship Type="http://schemas.openxmlformats.org/officeDocument/2006/relationships/notesSlide" Target="/ppt/notesSlides/notesSlide2.xml" Id="R6bffd91684974b2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fce7fd2ddf04daa" /><Relationship Type="http://schemas.openxmlformats.org/officeDocument/2006/relationships/image" Target="/ppt/media/image3.png" Id="R38b79c54d6734ef3" /><Relationship Type="http://schemas.openxmlformats.org/officeDocument/2006/relationships/notesSlide" Target="/ppt/notesSlides/notesSlide3.xml" Id="R2b405fa20b0149d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6c52c68c9034289" /><Relationship Type="http://schemas.openxmlformats.org/officeDocument/2006/relationships/image" Target="/ppt/media/image4.png" Id="R3d6157a5d4f440fa" /><Relationship Type="http://schemas.openxmlformats.org/officeDocument/2006/relationships/notesSlide" Target="/ppt/notesSlides/notesSlide4.xml" Id="Ra1bfca40ae0246c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c3c1e1e909d4dfe" /><Relationship Type="http://schemas.openxmlformats.org/officeDocument/2006/relationships/image" Target="/ppt/media/image5.png" Id="R521988416089409d" /><Relationship Type="http://schemas.openxmlformats.org/officeDocument/2006/relationships/notesSlide" Target="/ppt/notesSlides/notesSlide5.xml" Id="R8daf16b4c30146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bba5b3436b94496" /><Relationship Type="http://schemas.openxmlformats.org/officeDocument/2006/relationships/image" Target="/ppt/media/image6.png" Id="Rc4d58e307ea64f14" /><Relationship Type="http://schemas.openxmlformats.org/officeDocument/2006/relationships/notesSlide" Target="/ppt/notesSlides/notesSlide6.xml" Id="R40c1f446ab81442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8143a49a1df463d" /><Relationship Type="http://schemas.openxmlformats.org/officeDocument/2006/relationships/notesSlide" Target="/ppt/notesSlides/notesSlide7.xml" Id="Rffde84b8412d438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a0786fd0f964625" /><Relationship Type="http://schemas.openxmlformats.org/officeDocument/2006/relationships/chart" Target="/ppt/slides/charts/chart1.xml" Id="Ra745d0539a734856" /><Relationship Type="http://schemas.openxmlformats.org/officeDocument/2006/relationships/notesSlide" Target="/ppt/notesSlides/notesSlide8.xml" Id="R75013f0d0c6d4a8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473836e350f432d" /><Relationship Type="http://schemas.openxmlformats.org/officeDocument/2006/relationships/notesSlide" Target="/ppt/notesSlides/notesSlide9.xml" Id="R9214403bdc81435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f146fc537a34414" /><Relationship Type="http://schemas.openxmlformats.org/officeDocument/2006/relationships/hyperlink" Target="https://pmc.ncbi.nlm.nih.gov/articles/PMC12136577/" TargetMode="External" Id="R8ec26b2384594752" /><Relationship Type="http://schemas.openxmlformats.org/officeDocument/2006/relationships/hyperlink" Target="https://github.com/mpckkk/2026_GenAI/blob/celloras.com/docs/annotation-method.md" TargetMode="External" Id="R71c870cb85844213" /><Relationship Type="http://schemas.openxmlformats.org/officeDocument/2006/relationships/hyperlink" Target="https://github.com/mpckkk/2026_GenAI/tree/celloras.com" TargetMode="External" Id="R197c7dd12782426e" /><Relationship Type="http://schemas.openxmlformats.org/officeDocument/2006/relationships/hyperlink" Target="https://github.com/mpckkk/2026_GenAI/blob/celloras.com/docs/sponsor-explanation.md" TargetMode="External" Id="R41e0e3e24e5c4955" /><Relationship Type="http://schemas.openxmlformats.org/officeDocument/2006/relationships/hyperlink" Target="https://www.startups.com/articles/airbnb-pitch-deck-teardown-and-redesign" TargetMode="External" Id="R6651d7a04e894f34" /><Relationship Type="http://schemas.openxmlformats.org/officeDocument/2006/relationships/hyperlink" Target="https://buffer.com/resources/from-0-to-1000000-users-the-journey-and-statistics-of-buffer/" TargetMode="External" Id="R534397a18efa49bd" /><Relationship Type="http://schemas.openxmlformats.org/officeDocument/2006/relationships/notesSlide" Target="/ppt/notesSlides/notesSlide10.xml" Id="Rab04ce7b4c8842c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Cell groups</c:v>
          </c:tx>
          <c:spPr>
            <a:solidFill xmlns:a="http://schemas.openxmlformats.org/drawingml/2006/main">
              <a:srgbClr val="1B5E20"/>
            </a:solidFill>
          </c:spPr>
          <c:invertIfNegative val="0"/>
          <c:dPt>
            <c:idx val="0"/>
            <c:invertIfNegative val="0"/>
            <c:spPr>
              <a:solidFill xmlns:a="http://schemas.openxmlformats.org/drawingml/2006/main">
                <a:srgbClr val="397B51"/>
              </a:solidFill>
            </c:spPr>
          </c:dPt>
          <c:dPt>
            <c:idx val="1"/>
            <c:invertIfNegative val="0"/>
            <c:spPr>
              <a:solidFill xmlns:a="http://schemas.openxmlformats.org/drawingml/2006/main">
                <a:srgbClr val="C49B47"/>
              </a:solidFill>
            </c:spPr>
          </c:dPt>
          <c:dPt>
            <c:idx val="2"/>
            <c:invertIfNegative val="0"/>
            <c:spPr>
              <a:solidFill xmlns:a="http://schemas.openxmlformats.org/drawingml/2006/main">
                <a:srgbClr val="A8B8AE"/>
              </a:solidFill>
            </c:spPr>
          </c:dPt>
          <c:cat>
            <c:strRef>
              <c:f>'Chart Data'!$A$2:$A$4</c:f>
              <c:strCache>
                <c:ptCount val="3"/>
                <c:pt idx="0">
                  <c:v>Suggested</c:v>
                </c:pt>
                <c:pt idx="1">
                  <c:v>Ambiguous</c:v>
                </c:pt>
                <c:pt idx="2">
                  <c:v>Unresolved</c:v>
                </c:pt>
              </c:strCache>
            </c:strRef>
          </c:cat>
          <c:val>
            <c:numRef>
              <c:f>'Chart Data'!$B$2:$B$4</c:f>
              <c:numCache>
                <c:formatCode>General</c:formatCode>
                <c:ptCount val="3"/>
                <c:pt idx="0">
                  <c:v>7</c:v>
                </c:pt>
                <c:pt idx="1">
                  <c:v>1</c:v>
                </c:pt>
                <c:pt idx="2">
                  <c:v>4</c:v>
                </c:pt>
              </c:numCache>
            </c:numRef>
          </c:val>
        </c:ser>
        <c:dLbls>
          <c:txPr>
            <a:bodyPr xmlns:a="http://schemas.openxmlformats.org/drawingml/2006/main" anchorCtr="1"/>
            <a:lstStyle xmlns:a="http://schemas.openxmlformats.org/drawingml/2006/main"/>
            <a:p xmlns:a="http://schemas.openxmlformats.org/drawingml/2006/main">
              <a:pPr>
                <a:defRPr sz="2100" b="1">
                  <a:solidFill>
                    <a:srgbClr val="14261A"/>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E1D9"/>
            </a:solidFill>
          </a:ln>
        </c:spPr>
        <c:txPr>
          <a:bodyPr xmlns:a="http://schemas.openxmlformats.org/drawingml/2006/main" anchorCtr="1"/>
          <a:lstStyle xmlns:a="http://schemas.openxmlformats.org/drawingml/2006/main"/>
          <a:p xmlns:a="http://schemas.openxmlformats.org/drawingml/2006/main">
            <a:pPr>
              <a:defRPr sz="1275">
                <a:solidFill>
                  <a:srgbClr val="52645A"/>
                </a:solidFill>
                <a:latin typeface="Arial"/>
                <a:ea typeface="Arial"/>
                <a:cs typeface="Arial"/>
              </a:defRPr>
            </a:pPr>
          </a:p>
        </c:txPr>
        <c:crossAx val="48672768"/>
      </c:catAx>
      <c:valAx>
        <c:axId val="48672768"/>
        <c:scaling>
          <c:orientation val="minMax"/>
          <c:max val="8"/>
          <c:min val="0"/>
        </c:scaling>
        <c:delete val="0"/>
        <c:axPos val="l"/>
        <c:majorGridlines>
          <c:spPr>
            <a:ln xmlns:a="http://schemas.openxmlformats.org/drawingml/2006/main" w="9525">
              <a:solidFill>
                <a:srgbClr val="E9EEE9"/>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52645A"/>
                </a:solidFill>
                <a:latin typeface="Arial"/>
                <a:ea typeface="Arial"/>
                <a:cs typeface="Arial"/>
              </a:defRPr>
            </a:pPr>
          </a:p>
        </c:txPr>
        <c:crossAx val="48650112"/>
        <c:crossBetween val="between"/>
        <c:majorUnit val="2"/>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1">
            <a:extLst xmlns:a="http://schemas.openxmlformats.org/drawingml/2006/main">
              <a:ext uri="{FF2B5EF4-FFF2-40B4-BE49-F238E27FC236}">
                <a16:creationId xmlns:a16="http://schemas.microsoft.com/office/drawing/2014/main" id="{9113239E-A466-4643-9B0B-2753E32D895B}"/>
              </a:ext>
            </a:extLst>
          </p:cNvPr>
          <p:cNvSpPr>
            <a:spLocks xmlns:a="http://schemas.openxmlformats.org/drawingml/2006/main" noGrp="1"/>
          </p:cNvSpPr>
          <p:nvPr/>
        </p:nvSpPr>
        <p:spPr>
          <a:xfrm xmlns:a="http://schemas.openxmlformats.org/drawingml/2006/main">
            <a:off x="609600" y="323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PLANT SINGLE-CELL RESEARCH</a:t>
            </a:r>
          </a:p>
        </p:txBody>
      </p:sp>
      <p:sp>
        <p:nvSpPr>
          <p:cNvPr id="2" name="block-2">
            <a:extLst xmlns:a="http://schemas.openxmlformats.org/drawingml/2006/main">
              <a:ext uri="{FF2B5EF4-FFF2-40B4-BE49-F238E27FC236}">
                <a16:creationId xmlns:a16="http://schemas.microsoft.com/office/drawing/2014/main" id="{259153A1-A6FD-48F4-A73E-4DC94577BC3D}"/>
              </a:ext>
            </a:extLst>
          </p:cNvPr>
          <p:cNvSpPr>
            <a:spLocks xmlns:a="http://schemas.openxmlformats.org/drawingml/2006/main" noGrp="1"/>
          </p:cNvSpPr>
          <p:nvPr/>
        </p:nvSpPr>
        <p:spPr>
          <a:xfrm xmlns:a="http://schemas.openxmlformats.org/drawingml/2006/main">
            <a:off x="609600" y="6391275"/>
            <a:ext cx="10972800" cy="9525"/>
          </a:xfrm>
          <a:prstGeom xmlns:a="http://schemas.openxmlformats.org/drawingml/2006/main" prst="rect">
            <a:avLst/>
          </a:prstGeom>
          <a:solidFill xmlns:a="http://schemas.openxmlformats.org/drawingml/2006/main">
            <a:srgbClr val="D8E1D9"/>
          </a:solidFill>
          <a:ln xmlns:a="http://schemas.openxmlformats.org/drawingml/2006/main" w="0">
            <a:noFill/>
          </a:ln>
        </p:spPr>
      </p:sp>
      <p:sp>
        <p:nvSpPr>
          <p:cNvPr id="3" name="text-3">
            <a:extLst xmlns:a="http://schemas.openxmlformats.org/drawingml/2006/main">
              <a:ext uri="{FF2B5EF4-FFF2-40B4-BE49-F238E27FC236}">
                <a16:creationId xmlns:a16="http://schemas.microsoft.com/office/drawing/2014/main" id="{24238FBA-B29D-4837-A55F-5F1774527470}"/>
              </a:ext>
            </a:extLst>
          </p:cNvPr>
          <p:cNvSpPr>
            <a:spLocks xmlns:a="http://schemas.openxmlformats.org/drawingml/2006/main" noGrp="1"/>
          </p:cNvSpPr>
          <p:nvPr/>
        </p:nvSpPr>
        <p:spPr>
          <a:xfrm xmlns:a="http://schemas.openxmlformats.org/drawingml/2006/main">
            <a:off x="609600" y="6505575"/>
            <a:ext cx="876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2645A"/>
                </a:solidFill>
                <a:latin typeface="Arial"/>
                <a:ea typeface="Arial"/>
                <a:cs typeface="Arial"/>
              </a:defRPr>
            </a:defPPr>
            <a:lvl1pPr algn="l">
              <a:defRPr sz="825" b="0">
                <a:solidFill>
                  <a:srgbClr val="52645A"/>
                </a:solidFill>
                <a:latin typeface="Arial"/>
                <a:ea typeface="Arial"/>
                <a:cs typeface="Arial"/>
              </a:defRPr>
            </a:lvl1pPr>
            <a:lvl2pPr algn="l">
              <a:defRPr sz="825" b="0">
                <a:solidFill>
                  <a:srgbClr val="52645A"/>
                </a:solidFill>
                <a:latin typeface="Arial"/>
                <a:ea typeface="Arial"/>
                <a:cs typeface="Arial"/>
              </a:defRPr>
            </a:lvl2pPr>
            <a:lvl3pPr algn="l">
              <a:defRPr sz="825" b="0">
                <a:solidFill>
                  <a:srgbClr val="52645A"/>
                </a:solidFill>
                <a:latin typeface="Arial"/>
                <a:ea typeface="Arial"/>
                <a:cs typeface="Arial"/>
              </a:defRPr>
            </a:lvl3pPr>
            <a:lvl4pPr algn="l">
              <a:defRPr sz="825" b="0">
                <a:solidFill>
                  <a:srgbClr val="52645A"/>
                </a:solidFill>
                <a:latin typeface="Arial"/>
                <a:ea typeface="Arial"/>
                <a:cs typeface="Arial"/>
              </a:defRPr>
            </a:lvl4pPr>
            <a:lvl5pPr algn="l">
              <a:defRPr sz="825" b="0">
                <a:solidFill>
                  <a:srgbClr val="52645A"/>
                </a:solidFill>
                <a:latin typeface="Arial"/>
                <a:ea typeface="Arial"/>
                <a:cs typeface="Arial"/>
              </a:defRPr>
            </a:lvl5pPr>
            <a:lvl6pPr algn="l">
              <a:defRPr sz="825" b="0">
                <a:solidFill>
                  <a:srgbClr val="52645A"/>
                </a:solidFill>
                <a:latin typeface="Arial"/>
                <a:ea typeface="Arial"/>
                <a:cs typeface="Arial"/>
              </a:defRPr>
            </a:lvl6pPr>
            <a:lvl7pPr algn="l">
              <a:defRPr sz="825" b="0">
                <a:solidFill>
                  <a:srgbClr val="52645A"/>
                </a:solidFill>
                <a:latin typeface="Arial"/>
                <a:ea typeface="Arial"/>
                <a:cs typeface="Arial"/>
              </a:defRPr>
            </a:lvl7pPr>
            <a:lvl8pPr algn="l">
              <a:defRPr sz="825" b="0">
                <a:solidFill>
                  <a:srgbClr val="52645A"/>
                </a:solidFill>
                <a:latin typeface="Arial"/>
                <a:ea typeface="Arial"/>
                <a:cs typeface="Arial"/>
              </a:defRPr>
            </a:lvl8pPr>
            <a:lvl9pPr algn="l">
              <a:defRPr sz="825" b="0">
                <a:solidFill>
                  <a:srgbClr val="52645A"/>
                </a:solidFill>
                <a:latin typeface="Arial"/>
                <a:ea typeface="Arial"/>
                <a:cs typeface="Arial"/>
              </a:defRPr>
            </a:lvl9pPr>
          </a:lstStyle>
          <a:p xmlns:a="http://schemas.openxmlformats.org/drawingml/2006/main">
            <a:pPr algn="l">
              <a:defRPr sz="825" b="0">
                <a:solidFill>
                  <a:srgbClr val="52645A"/>
                </a:solidFill>
                <a:latin typeface="Arial"/>
                <a:ea typeface="Arial"/>
                <a:cs typeface="Arial"/>
              </a:defRPr>
            </a:pPr>
            <a:r>
              <a:rPr sz="825" b="0">
                <a:solidFill>
                  <a:srgbClr val="52645A"/>
                </a:solidFill>
                <a:latin typeface="Arial"/>
                <a:ea typeface="Arial"/>
                <a:cs typeface="Arial"/>
              </a:rPr>
              <a:t>CELLORAS  /  GENAI HACKATHON 2026</a:t>
            </a:r>
          </a:p>
        </p:txBody>
      </p:sp>
      <p:sp>
        <p:nvSpPr>
          <p:cNvPr id="4" name="text-4">
            <a:extLst xmlns:a="http://schemas.openxmlformats.org/drawingml/2006/main">
              <a:ext uri="{FF2B5EF4-FFF2-40B4-BE49-F238E27FC236}">
                <a16:creationId xmlns:a16="http://schemas.microsoft.com/office/drawing/2014/main" id="{138CCB55-A3A8-4C6A-AA52-6975617AFE1B}"/>
              </a:ext>
            </a:extLst>
          </p:cNvPr>
          <p:cNvSpPr>
            <a:spLocks xmlns:a="http://schemas.openxmlformats.org/drawingml/2006/main" noGrp="1"/>
          </p:cNvSpPr>
          <p:nvPr/>
        </p:nvSpPr>
        <p:spPr>
          <a:xfrm xmlns:a="http://schemas.openxmlformats.org/drawingml/2006/main">
            <a:off x="11144250" y="6477000"/>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2645A"/>
                </a:solidFill>
                <a:latin typeface="Arial"/>
                <a:ea typeface="Arial"/>
                <a:cs typeface="Arial"/>
              </a:defRPr>
            </a:defPPr>
            <a:lvl1pPr algn="r">
              <a:defRPr sz="1050" b="0">
                <a:solidFill>
                  <a:srgbClr val="52645A"/>
                </a:solidFill>
                <a:latin typeface="Arial"/>
                <a:ea typeface="Arial"/>
                <a:cs typeface="Arial"/>
              </a:defRPr>
            </a:lvl1pPr>
            <a:lvl2pPr algn="r">
              <a:defRPr sz="1050" b="0">
                <a:solidFill>
                  <a:srgbClr val="52645A"/>
                </a:solidFill>
                <a:latin typeface="Arial"/>
                <a:ea typeface="Arial"/>
                <a:cs typeface="Arial"/>
              </a:defRPr>
            </a:lvl2pPr>
            <a:lvl3pPr algn="r">
              <a:defRPr sz="1050" b="0">
                <a:solidFill>
                  <a:srgbClr val="52645A"/>
                </a:solidFill>
                <a:latin typeface="Arial"/>
                <a:ea typeface="Arial"/>
                <a:cs typeface="Arial"/>
              </a:defRPr>
            </a:lvl3pPr>
            <a:lvl4pPr algn="r">
              <a:defRPr sz="1050" b="0">
                <a:solidFill>
                  <a:srgbClr val="52645A"/>
                </a:solidFill>
                <a:latin typeface="Arial"/>
                <a:ea typeface="Arial"/>
                <a:cs typeface="Arial"/>
              </a:defRPr>
            </a:lvl4pPr>
            <a:lvl5pPr algn="r">
              <a:defRPr sz="1050" b="0">
                <a:solidFill>
                  <a:srgbClr val="52645A"/>
                </a:solidFill>
                <a:latin typeface="Arial"/>
                <a:ea typeface="Arial"/>
                <a:cs typeface="Arial"/>
              </a:defRPr>
            </a:lvl5pPr>
            <a:lvl6pPr algn="r">
              <a:defRPr sz="1050" b="0">
                <a:solidFill>
                  <a:srgbClr val="52645A"/>
                </a:solidFill>
                <a:latin typeface="Arial"/>
                <a:ea typeface="Arial"/>
                <a:cs typeface="Arial"/>
              </a:defRPr>
            </a:lvl6pPr>
            <a:lvl7pPr algn="r">
              <a:defRPr sz="1050" b="0">
                <a:solidFill>
                  <a:srgbClr val="52645A"/>
                </a:solidFill>
                <a:latin typeface="Arial"/>
                <a:ea typeface="Arial"/>
                <a:cs typeface="Arial"/>
              </a:defRPr>
            </a:lvl7pPr>
            <a:lvl8pPr algn="r">
              <a:defRPr sz="1050" b="0">
                <a:solidFill>
                  <a:srgbClr val="52645A"/>
                </a:solidFill>
                <a:latin typeface="Arial"/>
                <a:ea typeface="Arial"/>
                <a:cs typeface="Arial"/>
              </a:defRPr>
            </a:lvl8pPr>
            <a:lvl9pPr algn="r">
              <a:defRPr sz="1050" b="0">
                <a:solidFill>
                  <a:srgbClr val="52645A"/>
                </a:solidFill>
                <a:latin typeface="Arial"/>
                <a:ea typeface="Arial"/>
                <a:cs typeface="Arial"/>
              </a:defRPr>
            </a:lvl9pPr>
          </a:lstStyle>
          <a:p xmlns:a="http://schemas.openxmlformats.org/drawingml/2006/main">
            <a:pPr algn="r">
              <a:defRPr sz="1050" b="0">
                <a:solidFill>
                  <a:srgbClr val="52645A"/>
                </a:solidFill>
                <a:latin typeface="Arial"/>
                <a:ea typeface="Arial"/>
                <a:cs typeface="Arial"/>
              </a:defRPr>
            </a:pPr>
            <a:r>
              <a:rPr sz="1050" b="0">
                <a:solidFill>
                  <a:srgbClr val="52645A"/>
                </a:solidFill>
                <a:latin typeface="Arial"/>
                <a:ea typeface="Arial"/>
                <a:cs typeface="Arial"/>
              </a:rPr>
              <a:t>01</a:t>
            </a:r>
          </a:p>
        </p:txBody>
      </p:sp>
      <p:pic>
        <p:nvPicPr>
          <p:cNvPr id="5" name="">
            <a:extLst xmlns:a="http://schemas.openxmlformats.org/drawingml/2006/main">
              <a:ext uri="{FF2B5EF4-FFF2-40B4-BE49-F238E27FC236}">
                <a16:creationId xmlns:a16="http://schemas.microsoft.com/office/drawing/2014/main" id="{51C30112-C48B-4C17-B431-BD93A9CA1EC0}"/>
              </a:ext>
            </a:extLst>
          </p:cNvPr>
          <p:cNvPicPr>
            <a:picLocks xmlns:a="http://schemas.openxmlformats.org/drawingml/2006/main" noChangeAspect="1"/>
          </p:cNvPicPr>
          <p:nvPr/>
        </p:nvPicPr>
        <p:blipFill>
          <a:blip xmlns:r="http://schemas.openxmlformats.org/officeDocument/2006/relationships" xmlns:a="http://schemas.openxmlformats.org/drawingml/2006/main" r:embed="R0f18ed4cbbfb49fe"/>
          <a:srcRect xmlns:a="http://schemas.openxmlformats.org/drawingml/2006/main" l="10800" t="30500" r="5500" b="33000"/>
          <a:stretch xmlns:a="http://schemas.openxmlformats.org/drawingml/2006/main"/>
        </p:blipFill>
        <p:spPr>
          <a:xfrm xmlns:a="http://schemas.openxmlformats.org/drawingml/2006/main">
            <a:off x="609600" y="876300"/>
            <a:ext cx="3238500" cy="981075"/>
          </a:xfrm>
          <a:prstGeom xmlns:a="http://schemas.openxmlformats.org/drawingml/2006/main" prst="rect">
            <a:avLst/>
          </a:prstGeom>
        </p:spPr>
      </p:pic>
      <p:sp>
        <p:nvSpPr>
          <p:cNvPr id="6" name="text-5">
            <a:extLst xmlns:a="http://schemas.openxmlformats.org/drawingml/2006/main">
              <a:ext uri="{FF2B5EF4-FFF2-40B4-BE49-F238E27FC236}">
                <a16:creationId xmlns:a16="http://schemas.microsoft.com/office/drawing/2014/main" id="{AD3FBD63-16DA-4972-9695-13D342575618}"/>
              </a:ext>
            </a:extLst>
          </p:cNvPr>
          <p:cNvSpPr>
            <a:spLocks xmlns:a="http://schemas.openxmlformats.org/drawingml/2006/main" noGrp="1"/>
          </p:cNvSpPr>
          <p:nvPr/>
        </p:nvSpPr>
        <p:spPr>
          <a:xfrm xmlns:a="http://schemas.openxmlformats.org/drawingml/2006/main">
            <a:off x="609600" y="2343150"/>
            <a:ext cx="5143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950" b="1">
                <a:solidFill>
                  <a:srgbClr val="14261A"/>
                </a:solidFill>
                <a:latin typeface="Arial"/>
                <a:ea typeface="Arial"/>
                <a:cs typeface="Arial"/>
              </a:defRPr>
            </a:defPPr>
            <a:lvl1pPr algn="l">
              <a:defRPr sz="4950" b="1">
                <a:solidFill>
                  <a:srgbClr val="14261A"/>
                </a:solidFill>
                <a:latin typeface="Arial"/>
                <a:ea typeface="Arial"/>
                <a:cs typeface="Arial"/>
              </a:defRPr>
            </a:lvl1pPr>
            <a:lvl2pPr algn="l">
              <a:defRPr sz="4950" b="1">
                <a:solidFill>
                  <a:srgbClr val="14261A"/>
                </a:solidFill>
                <a:latin typeface="Arial"/>
                <a:ea typeface="Arial"/>
                <a:cs typeface="Arial"/>
              </a:defRPr>
            </a:lvl2pPr>
            <a:lvl3pPr algn="l">
              <a:defRPr sz="4950" b="1">
                <a:solidFill>
                  <a:srgbClr val="14261A"/>
                </a:solidFill>
                <a:latin typeface="Arial"/>
                <a:ea typeface="Arial"/>
                <a:cs typeface="Arial"/>
              </a:defRPr>
            </a:lvl3pPr>
            <a:lvl4pPr algn="l">
              <a:defRPr sz="4950" b="1">
                <a:solidFill>
                  <a:srgbClr val="14261A"/>
                </a:solidFill>
                <a:latin typeface="Arial"/>
                <a:ea typeface="Arial"/>
                <a:cs typeface="Arial"/>
              </a:defRPr>
            </a:lvl4pPr>
            <a:lvl5pPr algn="l">
              <a:defRPr sz="4950" b="1">
                <a:solidFill>
                  <a:srgbClr val="14261A"/>
                </a:solidFill>
                <a:latin typeface="Arial"/>
                <a:ea typeface="Arial"/>
                <a:cs typeface="Arial"/>
              </a:defRPr>
            </a:lvl5pPr>
            <a:lvl6pPr algn="l">
              <a:defRPr sz="4950" b="1">
                <a:solidFill>
                  <a:srgbClr val="14261A"/>
                </a:solidFill>
                <a:latin typeface="Arial"/>
                <a:ea typeface="Arial"/>
                <a:cs typeface="Arial"/>
              </a:defRPr>
            </a:lvl6pPr>
            <a:lvl7pPr algn="l">
              <a:defRPr sz="4950" b="1">
                <a:solidFill>
                  <a:srgbClr val="14261A"/>
                </a:solidFill>
                <a:latin typeface="Arial"/>
                <a:ea typeface="Arial"/>
                <a:cs typeface="Arial"/>
              </a:defRPr>
            </a:lvl7pPr>
            <a:lvl8pPr algn="l">
              <a:defRPr sz="4950" b="1">
                <a:solidFill>
                  <a:srgbClr val="14261A"/>
                </a:solidFill>
                <a:latin typeface="Arial"/>
                <a:ea typeface="Arial"/>
                <a:cs typeface="Arial"/>
              </a:defRPr>
            </a:lvl8pPr>
            <a:lvl9pPr algn="l">
              <a:defRPr sz="4950" b="1">
                <a:solidFill>
                  <a:srgbClr val="14261A"/>
                </a:solidFill>
                <a:latin typeface="Arial"/>
                <a:ea typeface="Arial"/>
                <a:cs typeface="Arial"/>
              </a:defRPr>
            </a:lvl9pPr>
          </a:lstStyle>
          <a:p xmlns:a="http://schemas.openxmlformats.org/drawingml/2006/main">
            <a:pPr algn="l">
              <a:defRPr sz="4950" b="1">
                <a:solidFill>
                  <a:srgbClr val="14261A"/>
                </a:solidFill>
                <a:latin typeface="Arial"/>
                <a:ea typeface="Arial"/>
                <a:cs typeface="Arial"/>
              </a:defRPr>
            </a:pPr>
            <a:r>
              <a:rPr sz="4950" b="1">
                <a:solidFill>
                  <a:srgbClr val="14261A"/>
                </a:solidFill>
                <a:latin typeface="Arial"/>
                <a:ea typeface="Arial"/>
                <a:cs typeface="Arial"/>
              </a:rPr>
              <a:t>What are</a:t>
            </a:r>
          </a:p>
          <a:p xmlns:a="http://schemas.openxmlformats.org/drawingml/2006/main">
            <a:pPr algn="l">
              <a:defRPr sz="4950" b="1">
                <a:solidFill>
                  <a:srgbClr val="14261A"/>
                </a:solidFill>
                <a:latin typeface="Arial"/>
                <a:ea typeface="Arial"/>
                <a:cs typeface="Arial"/>
              </a:defRPr>
            </a:pPr>
            <a:r>
              <a:rPr sz="4950" b="1">
                <a:solidFill>
                  <a:srgbClr val="14261A"/>
                </a:solidFill>
                <a:latin typeface="Arial"/>
                <a:ea typeface="Arial"/>
                <a:cs typeface="Arial"/>
              </a:rPr>
              <a:t>these cells?</a:t>
            </a:r>
          </a:p>
        </p:txBody>
      </p:sp>
      <p:sp>
        <p:nvSpPr>
          <p:cNvPr id="7" name="text-6">
            <a:extLst xmlns:a="http://schemas.openxmlformats.org/drawingml/2006/main">
              <a:ext uri="{FF2B5EF4-FFF2-40B4-BE49-F238E27FC236}">
                <a16:creationId xmlns:a16="http://schemas.microsoft.com/office/drawing/2014/main" id="{C165D670-5E9C-468F-B566-3AFAA0F4F481}"/>
              </a:ext>
            </a:extLst>
          </p:cNvPr>
          <p:cNvSpPr>
            <a:spLocks xmlns:a="http://schemas.openxmlformats.org/drawingml/2006/main" noGrp="1"/>
          </p:cNvSpPr>
          <p:nvPr/>
        </p:nvSpPr>
        <p:spPr>
          <a:xfrm xmlns:a="http://schemas.openxmlformats.org/drawingml/2006/main">
            <a:off x="647700" y="4229100"/>
            <a:ext cx="4857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B5E20"/>
                </a:solidFill>
                <a:latin typeface="Arial"/>
                <a:ea typeface="Arial"/>
                <a:cs typeface="Arial"/>
              </a:defRPr>
            </a:defPPr>
            <a:lvl1pPr algn="l">
              <a:defRPr sz="2250" b="0">
                <a:solidFill>
                  <a:srgbClr val="1B5E20"/>
                </a:solidFill>
                <a:latin typeface="Arial"/>
                <a:ea typeface="Arial"/>
                <a:cs typeface="Arial"/>
              </a:defRPr>
            </a:lvl1pPr>
            <a:lvl2pPr algn="l">
              <a:defRPr sz="2250" b="0">
                <a:solidFill>
                  <a:srgbClr val="1B5E20"/>
                </a:solidFill>
                <a:latin typeface="Arial"/>
                <a:ea typeface="Arial"/>
                <a:cs typeface="Arial"/>
              </a:defRPr>
            </a:lvl2pPr>
            <a:lvl3pPr algn="l">
              <a:defRPr sz="2250" b="0">
                <a:solidFill>
                  <a:srgbClr val="1B5E20"/>
                </a:solidFill>
                <a:latin typeface="Arial"/>
                <a:ea typeface="Arial"/>
                <a:cs typeface="Arial"/>
              </a:defRPr>
            </a:lvl3pPr>
            <a:lvl4pPr algn="l">
              <a:defRPr sz="2250" b="0">
                <a:solidFill>
                  <a:srgbClr val="1B5E20"/>
                </a:solidFill>
                <a:latin typeface="Arial"/>
                <a:ea typeface="Arial"/>
                <a:cs typeface="Arial"/>
              </a:defRPr>
            </a:lvl4pPr>
            <a:lvl5pPr algn="l">
              <a:defRPr sz="2250" b="0">
                <a:solidFill>
                  <a:srgbClr val="1B5E20"/>
                </a:solidFill>
                <a:latin typeface="Arial"/>
                <a:ea typeface="Arial"/>
                <a:cs typeface="Arial"/>
              </a:defRPr>
            </a:lvl5pPr>
            <a:lvl6pPr algn="l">
              <a:defRPr sz="2250" b="0">
                <a:solidFill>
                  <a:srgbClr val="1B5E20"/>
                </a:solidFill>
                <a:latin typeface="Arial"/>
                <a:ea typeface="Arial"/>
                <a:cs typeface="Arial"/>
              </a:defRPr>
            </a:lvl6pPr>
            <a:lvl7pPr algn="l">
              <a:defRPr sz="2250" b="0">
                <a:solidFill>
                  <a:srgbClr val="1B5E20"/>
                </a:solidFill>
                <a:latin typeface="Arial"/>
                <a:ea typeface="Arial"/>
                <a:cs typeface="Arial"/>
              </a:defRPr>
            </a:lvl7pPr>
            <a:lvl8pPr algn="l">
              <a:defRPr sz="2250" b="0">
                <a:solidFill>
                  <a:srgbClr val="1B5E20"/>
                </a:solidFill>
                <a:latin typeface="Arial"/>
                <a:ea typeface="Arial"/>
                <a:cs typeface="Arial"/>
              </a:defRPr>
            </a:lvl8pPr>
            <a:lvl9pPr algn="l">
              <a:defRPr sz="2250" b="0">
                <a:solidFill>
                  <a:srgbClr val="1B5E20"/>
                </a:solidFill>
                <a:latin typeface="Arial"/>
                <a:ea typeface="Arial"/>
                <a:cs typeface="Arial"/>
              </a:defRPr>
            </a:lvl9pPr>
          </a:lstStyle>
          <a:p xmlns:a="http://schemas.openxmlformats.org/drawingml/2006/main">
            <a:pPr algn="l">
              <a:defRPr sz="2250" b="0">
                <a:solidFill>
                  <a:srgbClr val="1B5E20"/>
                </a:solidFill>
                <a:latin typeface="Arial"/>
                <a:ea typeface="Arial"/>
                <a:cs typeface="Arial"/>
              </a:defRPr>
            </a:pPr>
            <a:r>
              <a:rPr sz="2250" b="0">
                <a:solidFill>
                  <a:srgbClr val="1B5E20"/>
                </a:solidFill>
                <a:latin typeface="Arial"/>
                <a:ea typeface="Arial"/>
                <a:cs typeface="Arial"/>
              </a:rPr>
              <a:t>Ask. Inspect the evidence.</a:t>
            </a:r>
          </a:p>
          <a:p xmlns:a="http://schemas.openxmlformats.org/drawingml/2006/main">
            <a:pPr algn="l">
              <a:defRPr sz="2250" b="0">
                <a:solidFill>
                  <a:srgbClr val="1B5E20"/>
                </a:solidFill>
                <a:latin typeface="Arial"/>
                <a:ea typeface="Arial"/>
                <a:cs typeface="Arial"/>
              </a:defRPr>
            </a:pPr>
            <a:r>
              <a:rPr sz="2250" b="0">
                <a:solidFill>
                  <a:srgbClr val="1B5E20"/>
                </a:solidFill>
                <a:latin typeface="Arial"/>
                <a:ea typeface="Arial"/>
                <a:cs typeface="Arial"/>
              </a:rPr>
              <a:t>Keep your decisions.</a:t>
            </a:r>
          </a:p>
        </p:txBody>
      </p:sp>
      <p:sp>
        <p:nvSpPr>
          <p:cNvPr id="8" name="text-7">
            <a:extLst xmlns:a="http://schemas.openxmlformats.org/drawingml/2006/main">
              <a:ext uri="{FF2B5EF4-FFF2-40B4-BE49-F238E27FC236}">
                <a16:creationId xmlns:a16="http://schemas.microsoft.com/office/drawing/2014/main" id="{F23F878C-BA1C-452D-9804-00D04D2B74F5}"/>
              </a:ext>
            </a:extLst>
          </p:cNvPr>
          <p:cNvSpPr>
            <a:spLocks xmlns:a="http://schemas.openxmlformats.org/drawingml/2006/main" noGrp="1"/>
          </p:cNvSpPr>
          <p:nvPr/>
        </p:nvSpPr>
        <p:spPr>
          <a:xfrm xmlns:a="http://schemas.openxmlformats.org/drawingml/2006/main">
            <a:off x="647700" y="5410200"/>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2645A"/>
                </a:solidFill>
                <a:latin typeface="Arial"/>
                <a:ea typeface="Arial"/>
                <a:cs typeface="Arial"/>
              </a:defRPr>
            </a:defPPr>
            <a:lvl1pPr algn="l">
              <a:defRPr sz="1650" b="0">
                <a:solidFill>
                  <a:srgbClr val="52645A"/>
                </a:solidFill>
                <a:latin typeface="Arial"/>
                <a:ea typeface="Arial"/>
                <a:cs typeface="Arial"/>
              </a:defRPr>
            </a:lvl1pPr>
            <a:lvl2pPr algn="l">
              <a:defRPr sz="1650" b="0">
                <a:solidFill>
                  <a:srgbClr val="52645A"/>
                </a:solidFill>
                <a:latin typeface="Arial"/>
                <a:ea typeface="Arial"/>
                <a:cs typeface="Arial"/>
              </a:defRPr>
            </a:lvl2pPr>
            <a:lvl3pPr algn="l">
              <a:defRPr sz="1650" b="0">
                <a:solidFill>
                  <a:srgbClr val="52645A"/>
                </a:solidFill>
                <a:latin typeface="Arial"/>
                <a:ea typeface="Arial"/>
                <a:cs typeface="Arial"/>
              </a:defRPr>
            </a:lvl3pPr>
            <a:lvl4pPr algn="l">
              <a:defRPr sz="1650" b="0">
                <a:solidFill>
                  <a:srgbClr val="52645A"/>
                </a:solidFill>
                <a:latin typeface="Arial"/>
                <a:ea typeface="Arial"/>
                <a:cs typeface="Arial"/>
              </a:defRPr>
            </a:lvl4pPr>
            <a:lvl5pPr algn="l">
              <a:defRPr sz="1650" b="0">
                <a:solidFill>
                  <a:srgbClr val="52645A"/>
                </a:solidFill>
                <a:latin typeface="Arial"/>
                <a:ea typeface="Arial"/>
                <a:cs typeface="Arial"/>
              </a:defRPr>
            </a:lvl5pPr>
            <a:lvl6pPr algn="l">
              <a:defRPr sz="1650" b="0">
                <a:solidFill>
                  <a:srgbClr val="52645A"/>
                </a:solidFill>
                <a:latin typeface="Arial"/>
                <a:ea typeface="Arial"/>
                <a:cs typeface="Arial"/>
              </a:defRPr>
            </a:lvl6pPr>
            <a:lvl7pPr algn="l">
              <a:defRPr sz="1650" b="0">
                <a:solidFill>
                  <a:srgbClr val="52645A"/>
                </a:solidFill>
                <a:latin typeface="Arial"/>
                <a:ea typeface="Arial"/>
                <a:cs typeface="Arial"/>
              </a:defRPr>
            </a:lvl7pPr>
            <a:lvl8pPr algn="l">
              <a:defRPr sz="1650" b="0">
                <a:solidFill>
                  <a:srgbClr val="52645A"/>
                </a:solidFill>
                <a:latin typeface="Arial"/>
                <a:ea typeface="Arial"/>
                <a:cs typeface="Arial"/>
              </a:defRPr>
            </a:lvl8pPr>
            <a:lvl9pPr algn="l">
              <a:defRPr sz="1650" b="0">
                <a:solidFill>
                  <a:srgbClr val="52645A"/>
                </a:solidFill>
                <a:latin typeface="Arial"/>
                <a:ea typeface="Arial"/>
                <a:cs typeface="Arial"/>
              </a:defRPr>
            </a:lvl9pPr>
          </a:lstStyle>
          <a:p xmlns:a="http://schemas.openxmlformats.org/drawingml/2006/main">
            <a:pPr algn="l">
              <a:defRPr sz="1650" b="0">
                <a:solidFill>
                  <a:srgbClr val="52645A"/>
                </a:solidFill>
                <a:latin typeface="Arial"/>
                <a:ea typeface="Arial"/>
                <a:cs typeface="Arial"/>
              </a:defRPr>
            </a:pPr>
            <a:r>
              <a:rPr sz="1650" b="0">
                <a:solidFill>
                  <a:srgbClr val="52645A"/>
                </a:solidFill>
                <a:latin typeface="Arial"/>
                <a:ea typeface="Arial"/>
                <a:cs typeface="Arial"/>
              </a:rPr>
              <a:t>An agent for plant researchers,</a:t>
            </a:r>
          </a:p>
          <a:p xmlns:a="http://schemas.openxmlformats.org/drawingml/2006/main">
            <a:pPr algn="l">
              <a:defRPr sz="1650" b="0">
                <a:solidFill>
                  <a:srgbClr val="52645A"/>
                </a:solidFill>
                <a:latin typeface="Arial"/>
                <a:ea typeface="Arial"/>
                <a:cs typeface="Arial"/>
              </a:defRPr>
            </a:pPr>
            <a:r>
              <a:rPr sz="1650" b="0">
                <a:solidFill>
                  <a:srgbClr val="52645A"/>
                </a:solidFill>
                <a:latin typeface="Arial"/>
                <a:ea typeface="Arial"/>
                <a:cs typeface="Arial"/>
              </a:rPr>
              <a:t>starting with soybean.</a:t>
            </a:r>
          </a:p>
        </p:txBody>
      </p:sp>
      <p:pic>
        <p:nvPicPr>
          <p:cNvPr id="9" name="">
            <a:extLst xmlns:a="http://schemas.openxmlformats.org/drawingml/2006/main">
              <a:ext uri="{FF2B5EF4-FFF2-40B4-BE49-F238E27FC236}">
                <a16:creationId xmlns:a16="http://schemas.microsoft.com/office/drawing/2014/main" id="{819AD8AC-36D1-406C-A28C-F1CD3487DB92}"/>
              </a:ext>
            </a:extLst>
          </p:cNvPr>
          <p:cNvPicPr>
            <a:picLocks xmlns:a="http://schemas.openxmlformats.org/drawingml/2006/main" noChangeAspect="1"/>
          </p:cNvPicPr>
          <p:nvPr/>
        </p:nvPicPr>
        <p:blipFill>
          <a:blip xmlns:r="http://schemas.openxmlformats.org/officeDocument/2006/relationships" xmlns:a="http://schemas.openxmlformats.org/drawingml/2006/main" r:embed="R8c7fe514e7ac4647"/>
          <a:stretch xmlns:a="http://schemas.openxmlformats.org/drawingml/2006/main"/>
        </p:blipFill>
        <p:spPr>
          <a:xfrm xmlns:a="http://schemas.openxmlformats.org/drawingml/2006/main">
            <a:off x="5905500" y="1487223"/>
            <a:ext cx="5810250" cy="4293129"/>
          </a:xfrm>
          <a:prstGeom xmlns:a="http://schemas.openxmlformats.org/drawingml/2006/main" prst="rect">
            <a:avLst/>
          </a:prstGeom>
        </p:spPr>
      </p:pic>
      <p:sp>
        <p:nvSpPr>
          <p:cNvPr id="10" name="text-8">
            <a:extLst xmlns:a="http://schemas.openxmlformats.org/drawingml/2006/main">
              <a:ext uri="{FF2B5EF4-FFF2-40B4-BE49-F238E27FC236}">
                <a16:creationId xmlns:a16="http://schemas.microsoft.com/office/drawing/2014/main" id="{2C9522E4-3FF8-4865-89F9-D1FF92D48BA8}"/>
              </a:ext>
            </a:extLst>
          </p:cNvPr>
          <p:cNvSpPr>
            <a:spLocks xmlns:a="http://schemas.openxmlformats.org/drawingml/2006/main" noGrp="1"/>
          </p:cNvSpPr>
          <p:nvPr/>
        </p:nvSpPr>
        <p:spPr>
          <a:xfrm xmlns:a="http://schemas.openxmlformats.org/drawingml/2006/main">
            <a:off x="8886825" y="5905500"/>
            <a:ext cx="26955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650" b="1">
                <a:solidFill>
                  <a:srgbClr val="1B5E20"/>
                </a:solidFill>
                <a:latin typeface="Arial"/>
                <a:ea typeface="Arial"/>
                <a:cs typeface="Arial"/>
              </a:defRPr>
            </a:defPPr>
            <a:lvl1pPr algn="r">
              <a:defRPr sz="1650" b="1">
                <a:solidFill>
                  <a:srgbClr val="1B5E20"/>
                </a:solidFill>
                <a:latin typeface="Arial"/>
                <a:ea typeface="Arial"/>
                <a:cs typeface="Arial"/>
              </a:defRPr>
            </a:lvl1pPr>
            <a:lvl2pPr algn="r">
              <a:defRPr sz="1650" b="1">
                <a:solidFill>
                  <a:srgbClr val="1B5E20"/>
                </a:solidFill>
                <a:latin typeface="Arial"/>
                <a:ea typeface="Arial"/>
                <a:cs typeface="Arial"/>
              </a:defRPr>
            </a:lvl2pPr>
            <a:lvl3pPr algn="r">
              <a:defRPr sz="1650" b="1">
                <a:solidFill>
                  <a:srgbClr val="1B5E20"/>
                </a:solidFill>
                <a:latin typeface="Arial"/>
                <a:ea typeface="Arial"/>
                <a:cs typeface="Arial"/>
              </a:defRPr>
            </a:lvl3pPr>
            <a:lvl4pPr algn="r">
              <a:defRPr sz="1650" b="1">
                <a:solidFill>
                  <a:srgbClr val="1B5E20"/>
                </a:solidFill>
                <a:latin typeface="Arial"/>
                <a:ea typeface="Arial"/>
                <a:cs typeface="Arial"/>
              </a:defRPr>
            </a:lvl4pPr>
            <a:lvl5pPr algn="r">
              <a:defRPr sz="1650" b="1">
                <a:solidFill>
                  <a:srgbClr val="1B5E20"/>
                </a:solidFill>
                <a:latin typeface="Arial"/>
                <a:ea typeface="Arial"/>
                <a:cs typeface="Arial"/>
              </a:defRPr>
            </a:lvl5pPr>
            <a:lvl6pPr algn="r">
              <a:defRPr sz="1650" b="1">
                <a:solidFill>
                  <a:srgbClr val="1B5E20"/>
                </a:solidFill>
                <a:latin typeface="Arial"/>
                <a:ea typeface="Arial"/>
                <a:cs typeface="Arial"/>
              </a:defRPr>
            </a:lvl6pPr>
            <a:lvl7pPr algn="r">
              <a:defRPr sz="1650" b="1">
                <a:solidFill>
                  <a:srgbClr val="1B5E20"/>
                </a:solidFill>
                <a:latin typeface="Arial"/>
                <a:ea typeface="Arial"/>
                <a:cs typeface="Arial"/>
              </a:defRPr>
            </a:lvl7pPr>
            <a:lvl8pPr algn="r">
              <a:defRPr sz="1650" b="1">
                <a:solidFill>
                  <a:srgbClr val="1B5E20"/>
                </a:solidFill>
                <a:latin typeface="Arial"/>
                <a:ea typeface="Arial"/>
                <a:cs typeface="Arial"/>
              </a:defRPr>
            </a:lvl8pPr>
            <a:lvl9pPr algn="r">
              <a:defRPr sz="1650" b="1">
                <a:solidFill>
                  <a:srgbClr val="1B5E20"/>
                </a:solidFill>
                <a:latin typeface="Arial"/>
                <a:ea typeface="Arial"/>
                <a:cs typeface="Arial"/>
              </a:defRPr>
            </a:lvl9pPr>
          </a:lstStyle>
          <a:p xmlns:a="http://schemas.openxmlformats.org/drawingml/2006/main">
            <a:pPr algn="r">
              <a:defRPr sz="1650" b="1">
                <a:solidFill>
                  <a:srgbClr val="1B5E20"/>
                </a:solidFill>
                <a:latin typeface="Arial"/>
                <a:ea typeface="Arial"/>
                <a:cs typeface="Arial"/>
              </a:defRPr>
            </a:pPr>
            <a:r>
              <a:rPr sz="1650" b="1">
                <a:solidFill>
                  <a:srgbClr val="1B5E20"/>
                </a:solidFill>
                <a:latin typeface="Arial"/>
                <a:ea typeface="Arial"/>
                <a:cs typeface="Arial"/>
              </a:rPr>
              <a:t>celloras.com</a:t>
            </a:r>
          </a:p>
        </p:txBody>
      </p:sp>
    </p:spTree>
    <p:extLst>
      <p:ext uri="{BB962C8B-B14F-4D97-AF65-F5344CB8AC3E}">
        <p14:creationId xmlns:p14="http://schemas.microsoft.com/office/powerpoint/2010/main" val="74638802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text-9">
            <a:extLst xmlns:a="http://schemas.openxmlformats.org/drawingml/2006/main">
              <a:ext uri="{FF2B5EF4-FFF2-40B4-BE49-F238E27FC236}">
                <a16:creationId xmlns:a16="http://schemas.microsoft.com/office/drawing/2014/main" id="{D14EFAF7-0934-4839-9581-47A055139EF7}"/>
              </a:ext>
            </a:extLst>
          </p:cNvPr>
          <p:cNvSpPr>
            <a:spLocks xmlns:a="http://schemas.openxmlformats.org/drawingml/2006/main" noGrp="1"/>
          </p:cNvSpPr>
          <p:nvPr/>
        </p:nvSpPr>
        <p:spPr>
          <a:xfrm xmlns:a="http://schemas.openxmlformats.org/drawingml/2006/main">
            <a:off x="609600" y="323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THE PROBLEM</a:t>
            </a:r>
          </a:p>
        </p:txBody>
      </p:sp>
      <p:sp>
        <p:nvSpPr>
          <p:cNvPr id="2" name="block-10">
            <a:extLst xmlns:a="http://schemas.openxmlformats.org/drawingml/2006/main">
              <a:ext uri="{FF2B5EF4-FFF2-40B4-BE49-F238E27FC236}">
                <a16:creationId xmlns:a16="http://schemas.microsoft.com/office/drawing/2014/main" id="{4D5964AD-9A79-4CAE-AF7F-49911836C186}"/>
              </a:ext>
            </a:extLst>
          </p:cNvPr>
          <p:cNvSpPr>
            <a:spLocks xmlns:a="http://schemas.openxmlformats.org/drawingml/2006/main" noGrp="1"/>
          </p:cNvSpPr>
          <p:nvPr/>
        </p:nvSpPr>
        <p:spPr>
          <a:xfrm xmlns:a="http://schemas.openxmlformats.org/drawingml/2006/main">
            <a:off x="609600" y="6391275"/>
            <a:ext cx="10972800" cy="9525"/>
          </a:xfrm>
          <a:prstGeom xmlns:a="http://schemas.openxmlformats.org/drawingml/2006/main" prst="rect">
            <a:avLst/>
          </a:prstGeom>
          <a:solidFill xmlns:a="http://schemas.openxmlformats.org/drawingml/2006/main">
            <a:srgbClr val="D8E1D9"/>
          </a:solidFill>
          <a:ln xmlns:a="http://schemas.openxmlformats.org/drawingml/2006/main" w="0">
            <a:noFill/>
          </a:ln>
        </p:spPr>
      </p:sp>
      <p:sp>
        <p:nvSpPr>
          <p:cNvPr id="3" name="text-11">
            <a:extLst xmlns:a="http://schemas.openxmlformats.org/drawingml/2006/main">
              <a:ext uri="{FF2B5EF4-FFF2-40B4-BE49-F238E27FC236}">
                <a16:creationId xmlns:a16="http://schemas.microsoft.com/office/drawing/2014/main" id="{4BE90D54-B2EB-4519-8D72-F61CF97A5B41}"/>
              </a:ext>
            </a:extLst>
          </p:cNvPr>
          <p:cNvSpPr>
            <a:spLocks xmlns:a="http://schemas.openxmlformats.org/drawingml/2006/main" noGrp="1"/>
          </p:cNvSpPr>
          <p:nvPr/>
        </p:nvSpPr>
        <p:spPr>
          <a:xfrm xmlns:a="http://schemas.openxmlformats.org/drawingml/2006/main">
            <a:off x="609600" y="6505575"/>
            <a:ext cx="876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2645A"/>
                </a:solidFill>
                <a:latin typeface="Arial"/>
                <a:ea typeface="Arial"/>
                <a:cs typeface="Arial"/>
              </a:defRPr>
            </a:defPPr>
            <a:lvl1pPr algn="l">
              <a:defRPr sz="825" b="0">
                <a:solidFill>
                  <a:srgbClr val="52645A"/>
                </a:solidFill>
                <a:latin typeface="Arial"/>
                <a:ea typeface="Arial"/>
                <a:cs typeface="Arial"/>
              </a:defRPr>
            </a:lvl1pPr>
            <a:lvl2pPr algn="l">
              <a:defRPr sz="825" b="0">
                <a:solidFill>
                  <a:srgbClr val="52645A"/>
                </a:solidFill>
                <a:latin typeface="Arial"/>
                <a:ea typeface="Arial"/>
                <a:cs typeface="Arial"/>
              </a:defRPr>
            </a:lvl2pPr>
            <a:lvl3pPr algn="l">
              <a:defRPr sz="825" b="0">
                <a:solidFill>
                  <a:srgbClr val="52645A"/>
                </a:solidFill>
                <a:latin typeface="Arial"/>
                <a:ea typeface="Arial"/>
                <a:cs typeface="Arial"/>
              </a:defRPr>
            </a:lvl3pPr>
            <a:lvl4pPr algn="l">
              <a:defRPr sz="825" b="0">
                <a:solidFill>
                  <a:srgbClr val="52645A"/>
                </a:solidFill>
                <a:latin typeface="Arial"/>
                <a:ea typeface="Arial"/>
                <a:cs typeface="Arial"/>
              </a:defRPr>
            </a:lvl4pPr>
            <a:lvl5pPr algn="l">
              <a:defRPr sz="825" b="0">
                <a:solidFill>
                  <a:srgbClr val="52645A"/>
                </a:solidFill>
                <a:latin typeface="Arial"/>
                <a:ea typeface="Arial"/>
                <a:cs typeface="Arial"/>
              </a:defRPr>
            </a:lvl5pPr>
            <a:lvl6pPr algn="l">
              <a:defRPr sz="825" b="0">
                <a:solidFill>
                  <a:srgbClr val="52645A"/>
                </a:solidFill>
                <a:latin typeface="Arial"/>
                <a:ea typeface="Arial"/>
                <a:cs typeface="Arial"/>
              </a:defRPr>
            </a:lvl6pPr>
            <a:lvl7pPr algn="l">
              <a:defRPr sz="825" b="0">
                <a:solidFill>
                  <a:srgbClr val="52645A"/>
                </a:solidFill>
                <a:latin typeface="Arial"/>
                <a:ea typeface="Arial"/>
                <a:cs typeface="Arial"/>
              </a:defRPr>
            </a:lvl7pPr>
            <a:lvl8pPr algn="l">
              <a:defRPr sz="825" b="0">
                <a:solidFill>
                  <a:srgbClr val="52645A"/>
                </a:solidFill>
                <a:latin typeface="Arial"/>
                <a:ea typeface="Arial"/>
                <a:cs typeface="Arial"/>
              </a:defRPr>
            </a:lvl8pPr>
            <a:lvl9pPr algn="l">
              <a:defRPr sz="825" b="0">
                <a:solidFill>
                  <a:srgbClr val="52645A"/>
                </a:solidFill>
                <a:latin typeface="Arial"/>
                <a:ea typeface="Arial"/>
                <a:cs typeface="Arial"/>
              </a:defRPr>
            </a:lvl9pPr>
          </a:lstStyle>
          <a:p xmlns:a="http://schemas.openxmlformats.org/drawingml/2006/main">
            <a:pPr algn="l">
              <a:defRPr sz="825" b="0">
                <a:solidFill>
                  <a:srgbClr val="52645A"/>
                </a:solidFill>
                <a:latin typeface="Arial"/>
                <a:ea typeface="Arial"/>
                <a:cs typeface="Arial"/>
              </a:defRPr>
            </a:pPr>
            <a:r>
              <a:rPr sz="825" b="0">
                <a:solidFill>
                  <a:srgbClr val="52645A"/>
                </a:solidFill>
                <a:latin typeface="Arial"/>
                <a:ea typeface="Arial"/>
                <a:cs typeface="Arial"/>
              </a:rPr>
              <a:t>CELLORAS  /  GENAI HACKATHON 2026</a:t>
            </a:r>
          </a:p>
        </p:txBody>
      </p:sp>
      <p:sp>
        <p:nvSpPr>
          <p:cNvPr id="4" name="text-12">
            <a:extLst xmlns:a="http://schemas.openxmlformats.org/drawingml/2006/main">
              <a:ext uri="{FF2B5EF4-FFF2-40B4-BE49-F238E27FC236}">
                <a16:creationId xmlns:a16="http://schemas.microsoft.com/office/drawing/2014/main" id="{AE6C854B-9DAF-442D-A7F6-9A06D8680B10}"/>
              </a:ext>
            </a:extLst>
          </p:cNvPr>
          <p:cNvSpPr>
            <a:spLocks xmlns:a="http://schemas.openxmlformats.org/drawingml/2006/main" noGrp="1"/>
          </p:cNvSpPr>
          <p:nvPr/>
        </p:nvSpPr>
        <p:spPr>
          <a:xfrm xmlns:a="http://schemas.openxmlformats.org/drawingml/2006/main">
            <a:off x="11144250" y="6477000"/>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2645A"/>
                </a:solidFill>
                <a:latin typeface="Arial"/>
                <a:ea typeface="Arial"/>
                <a:cs typeface="Arial"/>
              </a:defRPr>
            </a:defPPr>
            <a:lvl1pPr algn="r">
              <a:defRPr sz="1050" b="0">
                <a:solidFill>
                  <a:srgbClr val="52645A"/>
                </a:solidFill>
                <a:latin typeface="Arial"/>
                <a:ea typeface="Arial"/>
                <a:cs typeface="Arial"/>
              </a:defRPr>
            </a:lvl1pPr>
            <a:lvl2pPr algn="r">
              <a:defRPr sz="1050" b="0">
                <a:solidFill>
                  <a:srgbClr val="52645A"/>
                </a:solidFill>
                <a:latin typeface="Arial"/>
                <a:ea typeface="Arial"/>
                <a:cs typeface="Arial"/>
              </a:defRPr>
            </a:lvl2pPr>
            <a:lvl3pPr algn="r">
              <a:defRPr sz="1050" b="0">
                <a:solidFill>
                  <a:srgbClr val="52645A"/>
                </a:solidFill>
                <a:latin typeface="Arial"/>
                <a:ea typeface="Arial"/>
                <a:cs typeface="Arial"/>
              </a:defRPr>
            </a:lvl3pPr>
            <a:lvl4pPr algn="r">
              <a:defRPr sz="1050" b="0">
                <a:solidFill>
                  <a:srgbClr val="52645A"/>
                </a:solidFill>
                <a:latin typeface="Arial"/>
                <a:ea typeface="Arial"/>
                <a:cs typeface="Arial"/>
              </a:defRPr>
            </a:lvl4pPr>
            <a:lvl5pPr algn="r">
              <a:defRPr sz="1050" b="0">
                <a:solidFill>
                  <a:srgbClr val="52645A"/>
                </a:solidFill>
                <a:latin typeface="Arial"/>
                <a:ea typeface="Arial"/>
                <a:cs typeface="Arial"/>
              </a:defRPr>
            </a:lvl5pPr>
            <a:lvl6pPr algn="r">
              <a:defRPr sz="1050" b="0">
                <a:solidFill>
                  <a:srgbClr val="52645A"/>
                </a:solidFill>
                <a:latin typeface="Arial"/>
                <a:ea typeface="Arial"/>
                <a:cs typeface="Arial"/>
              </a:defRPr>
            </a:lvl6pPr>
            <a:lvl7pPr algn="r">
              <a:defRPr sz="1050" b="0">
                <a:solidFill>
                  <a:srgbClr val="52645A"/>
                </a:solidFill>
                <a:latin typeface="Arial"/>
                <a:ea typeface="Arial"/>
                <a:cs typeface="Arial"/>
              </a:defRPr>
            </a:lvl7pPr>
            <a:lvl8pPr algn="r">
              <a:defRPr sz="1050" b="0">
                <a:solidFill>
                  <a:srgbClr val="52645A"/>
                </a:solidFill>
                <a:latin typeface="Arial"/>
                <a:ea typeface="Arial"/>
                <a:cs typeface="Arial"/>
              </a:defRPr>
            </a:lvl8pPr>
            <a:lvl9pPr algn="r">
              <a:defRPr sz="1050" b="0">
                <a:solidFill>
                  <a:srgbClr val="52645A"/>
                </a:solidFill>
                <a:latin typeface="Arial"/>
                <a:ea typeface="Arial"/>
                <a:cs typeface="Arial"/>
              </a:defRPr>
            </a:lvl9pPr>
          </a:lstStyle>
          <a:p xmlns:a="http://schemas.openxmlformats.org/drawingml/2006/main">
            <a:pPr algn="r">
              <a:defRPr sz="1050" b="0">
                <a:solidFill>
                  <a:srgbClr val="52645A"/>
                </a:solidFill>
                <a:latin typeface="Arial"/>
                <a:ea typeface="Arial"/>
                <a:cs typeface="Arial"/>
              </a:defRPr>
            </a:pPr>
            <a:r>
              <a:rPr sz="1050" b="0">
                <a:solidFill>
                  <a:srgbClr val="52645A"/>
                </a:solidFill>
                <a:latin typeface="Arial"/>
                <a:ea typeface="Arial"/>
                <a:cs typeface="Arial"/>
              </a:rPr>
              <a:t>02</a:t>
            </a:r>
          </a:p>
        </p:txBody>
      </p:sp>
      <p:sp>
        <p:nvSpPr>
          <p:cNvPr id="5" name="text-13">
            <a:extLst xmlns:a="http://schemas.openxmlformats.org/drawingml/2006/main">
              <a:ext uri="{FF2B5EF4-FFF2-40B4-BE49-F238E27FC236}">
                <a16:creationId xmlns:a16="http://schemas.microsoft.com/office/drawing/2014/main" id="{21195DA0-75E4-4E58-BDA6-FDC999FBE863}"/>
              </a:ext>
            </a:extLst>
          </p:cNvPr>
          <p:cNvSpPr>
            <a:spLocks xmlns:a="http://schemas.openxmlformats.org/drawingml/2006/main" noGrp="1"/>
          </p:cNvSpPr>
          <p:nvPr/>
        </p:nvSpPr>
        <p:spPr>
          <a:xfrm xmlns:a="http://schemas.openxmlformats.org/drawingml/2006/main">
            <a:off x="609600" y="83820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4261A"/>
                </a:solidFill>
                <a:latin typeface="Arial"/>
                <a:ea typeface="Arial"/>
                <a:cs typeface="Arial"/>
              </a:defRPr>
            </a:defPPr>
            <a:lvl1pPr algn="l">
              <a:defRPr sz="3600" b="1">
                <a:solidFill>
                  <a:srgbClr val="14261A"/>
                </a:solidFill>
                <a:latin typeface="Arial"/>
                <a:ea typeface="Arial"/>
                <a:cs typeface="Arial"/>
              </a:defRPr>
            </a:lvl1pPr>
            <a:lvl2pPr algn="l">
              <a:defRPr sz="3600" b="1">
                <a:solidFill>
                  <a:srgbClr val="14261A"/>
                </a:solidFill>
                <a:latin typeface="Arial"/>
                <a:ea typeface="Arial"/>
                <a:cs typeface="Arial"/>
              </a:defRPr>
            </a:lvl2pPr>
            <a:lvl3pPr algn="l">
              <a:defRPr sz="3600" b="1">
                <a:solidFill>
                  <a:srgbClr val="14261A"/>
                </a:solidFill>
                <a:latin typeface="Arial"/>
                <a:ea typeface="Arial"/>
                <a:cs typeface="Arial"/>
              </a:defRPr>
            </a:lvl3pPr>
            <a:lvl4pPr algn="l">
              <a:defRPr sz="3600" b="1">
                <a:solidFill>
                  <a:srgbClr val="14261A"/>
                </a:solidFill>
                <a:latin typeface="Arial"/>
                <a:ea typeface="Arial"/>
                <a:cs typeface="Arial"/>
              </a:defRPr>
            </a:lvl4pPr>
            <a:lvl5pPr algn="l">
              <a:defRPr sz="3600" b="1">
                <a:solidFill>
                  <a:srgbClr val="14261A"/>
                </a:solidFill>
                <a:latin typeface="Arial"/>
                <a:ea typeface="Arial"/>
                <a:cs typeface="Arial"/>
              </a:defRPr>
            </a:lvl5pPr>
            <a:lvl6pPr algn="l">
              <a:defRPr sz="3600" b="1">
                <a:solidFill>
                  <a:srgbClr val="14261A"/>
                </a:solidFill>
                <a:latin typeface="Arial"/>
                <a:ea typeface="Arial"/>
                <a:cs typeface="Arial"/>
              </a:defRPr>
            </a:lvl6pPr>
            <a:lvl7pPr algn="l">
              <a:defRPr sz="3600" b="1">
                <a:solidFill>
                  <a:srgbClr val="14261A"/>
                </a:solidFill>
                <a:latin typeface="Arial"/>
                <a:ea typeface="Arial"/>
                <a:cs typeface="Arial"/>
              </a:defRPr>
            </a:lvl7pPr>
            <a:lvl8pPr algn="l">
              <a:defRPr sz="3600" b="1">
                <a:solidFill>
                  <a:srgbClr val="14261A"/>
                </a:solidFill>
                <a:latin typeface="Arial"/>
                <a:ea typeface="Arial"/>
                <a:cs typeface="Arial"/>
              </a:defRPr>
            </a:lvl8pPr>
            <a:lvl9pPr algn="l">
              <a:defRPr sz="3600" b="1">
                <a:solidFill>
                  <a:srgbClr val="14261A"/>
                </a:solidFill>
                <a:latin typeface="Arial"/>
                <a:ea typeface="Arial"/>
                <a:cs typeface="Arial"/>
              </a:defRPr>
            </a:lvl9pPr>
          </a:lstStyle>
          <a:p xmlns:a="http://schemas.openxmlformats.org/drawingml/2006/main">
            <a:pPr algn="l">
              <a:defRPr sz="3600" b="1">
                <a:solidFill>
                  <a:srgbClr val="14261A"/>
                </a:solidFill>
                <a:latin typeface="Arial"/>
                <a:ea typeface="Arial"/>
                <a:cs typeface="Arial"/>
              </a:defRPr>
            </a:pPr>
            <a:r>
              <a:rPr sz="3600" b="1">
                <a:solidFill>
                  <a:srgbClr val="14261A"/>
                </a:solidFill>
                <a:latin typeface="Arial"/>
                <a:ea typeface="Arial"/>
                <a:cs typeface="Arial"/>
              </a:rPr>
              <a:t>A cell label is a research decision.</a:t>
            </a:r>
          </a:p>
        </p:txBody>
      </p:sp>
      <p:sp>
        <p:nvSpPr>
          <p:cNvPr id="6" name="text-14">
            <a:extLst xmlns:a="http://schemas.openxmlformats.org/drawingml/2006/main">
              <a:ext uri="{FF2B5EF4-FFF2-40B4-BE49-F238E27FC236}">
                <a16:creationId xmlns:a16="http://schemas.microsoft.com/office/drawing/2014/main" id="{496CAC95-8F8C-4B0F-A477-895D48B54865}"/>
              </a:ext>
            </a:extLst>
          </p:cNvPr>
          <p:cNvSpPr>
            <a:spLocks xmlns:a="http://schemas.openxmlformats.org/drawingml/2006/main" noGrp="1"/>
          </p:cNvSpPr>
          <p:nvPr/>
        </p:nvSpPr>
        <p:spPr>
          <a:xfrm xmlns:a="http://schemas.openxmlformats.org/drawingml/2006/main">
            <a:off x="609600" y="178117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2645A"/>
                </a:solidFill>
                <a:latin typeface="Arial"/>
                <a:ea typeface="Arial"/>
                <a:cs typeface="Arial"/>
              </a:defRPr>
            </a:defPPr>
            <a:lvl1pPr algn="l">
              <a:defRPr sz="1650" b="0">
                <a:solidFill>
                  <a:srgbClr val="52645A"/>
                </a:solidFill>
                <a:latin typeface="Arial"/>
                <a:ea typeface="Arial"/>
                <a:cs typeface="Arial"/>
              </a:defRPr>
            </a:lvl1pPr>
            <a:lvl2pPr algn="l">
              <a:defRPr sz="1650" b="0">
                <a:solidFill>
                  <a:srgbClr val="52645A"/>
                </a:solidFill>
                <a:latin typeface="Arial"/>
                <a:ea typeface="Arial"/>
                <a:cs typeface="Arial"/>
              </a:defRPr>
            </a:lvl2pPr>
            <a:lvl3pPr algn="l">
              <a:defRPr sz="1650" b="0">
                <a:solidFill>
                  <a:srgbClr val="52645A"/>
                </a:solidFill>
                <a:latin typeface="Arial"/>
                <a:ea typeface="Arial"/>
                <a:cs typeface="Arial"/>
              </a:defRPr>
            </a:lvl3pPr>
            <a:lvl4pPr algn="l">
              <a:defRPr sz="1650" b="0">
                <a:solidFill>
                  <a:srgbClr val="52645A"/>
                </a:solidFill>
                <a:latin typeface="Arial"/>
                <a:ea typeface="Arial"/>
                <a:cs typeface="Arial"/>
              </a:defRPr>
            </a:lvl4pPr>
            <a:lvl5pPr algn="l">
              <a:defRPr sz="1650" b="0">
                <a:solidFill>
                  <a:srgbClr val="52645A"/>
                </a:solidFill>
                <a:latin typeface="Arial"/>
                <a:ea typeface="Arial"/>
                <a:cs typeface="Arial"/>
              </a:defRPr>
            </a:lvl5pPr>
            <a:lvl6pPr algn="l">
              <a:defRPr sz="1650" b="0">
                <a:solidFill>
                  <a:srgbClr val="52645A"/>
                </a:solidFill>
                <a:latin typeface="Arial"/>
                <a:ea typeface="Arial"/>
                <a:cs typeface="Arial"/>
              </a:defRPr>
            </a:lvl6pPr>
            <a:lvl7pPr algn="l">
              <a:defRPr sz="1650" b="0">
                <a:solidFill>
                  <a:srgbClr val="52645A"/>
                </a:solidFill>
                <a:latin typeface="Arial"/>
                <a:ea typeface="Arial"/>
                <a:cs typeface="Arial"/>
              </a:defRPr>
            </a:lvl7pPr>
            <a:lvl8pPr algn="l">
              <a:defRPr sz="1650" b="0">
                <a:solidFill>
                  <a:srgbClr val="52645A"/>
                </a:solidFill>
                <a:latin typeface="Arial"/>
                <a:ea typeface="Arial"/>
                <a:cs typeface="Arial"/>
              </a:defRPr>
            </a:lvl8pPr>
            <a:lvl9pPr algn="l">
              <a:defRPr sz="1650" b="0">
                <a:solidFill>
                  <a:srgbClr val="52645A"/>
                </a:solidFill>
                <a:latin typeface="Arial"/>
                <a:ea typeface="Arial"/>
                <a:cs typeface="Arial"/>
              </a:defRPr>
            </a:lvl9pPr>
          </a:lstStyle>
          <a:p xmlns:a="http://schemas.openxmlformats.org/drawingml/2006/main">
            <a:pPr algn="l">
              <a:defRPr sz="1650" b="0">
                <a:solidFill>
                  <a:srgbClr val="52645A"/>
                </a:solidFill>
                <a:latin typeface="Arial"/>
                <a:ea typeface="Arial"/>
                <a:cs typeface="Arial"/>
              </a:defRPr>
            </a:pPr>
            <a:r>
              <a:rPr sz="1650" b="0">
                <a:solidFill>
                  <a:srgbClr val="52645A"/>
                </a:solidFill>
                <a:latin typeface="Arial"/>
                <a:ea typeface="Arial"/>
                <a:cs typeface="Arial"/>
              </a:rPr>
              <a:t>A map shows groups. Naming them needs evidence and judgment.</a:t>
            </a:r>
          </a:p>
        </p:txBody>
      </p:sp>
      <p:sp>
        <p:nvSpPr>
          <p:cNvPr id="7" name="text-15">
            <a:extLst xmlns:a="http://schemas.openxmlformats.org/drawingml/2006/main">
              <a:ext uri="{FF2B5EF4-FFF2-40B4-BE49-F238E27FC236}">
                <a16:creationId xmlns:a16="http://schemas.microsoft.com/office/drawing/2014/main" id="{D0E6CBF2-23C5-4FB3-921C-C7EFD8FA3E01}"/>
              </a:ext>
            </a:extLst>
          </p:cNvPr>
          <p:cNvSpPr>
            <a:spLocks xmlns:a="http://schemas.openxmlformats.org/drawingml/2006/main" noGrp="1"/>
          </p:cNvSpPr>
          <p:nvPr/>
        </p:nvSpPr>
        <p:spPr>
          <a:xfrm xmlns:a="http://schemas.openxmlformats.org/drawingml/2006/main">
            <a:off x="609600" y="268605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B5E20"/>
                </a:solidFill>
                <a:latin typeface="Arial"/>
                <a:ea typeface="Arial"/>
                <a:cs typeface="Arial"/>
              </a:defRPr>
            </a:defPPr>
            <a:lvl1pPr algn="l">
              <a:defRPr sz="2250" b="0">
                <a:solidFill>
                  <a:srgbClr val="1B5E20"/>
                </a:solidFill>
                <a:latin typeface="Arial"/>
                <a:ea typeface="Arial"/>
                <a:cs typeface="Arial"/>
              </a:defRPr>
            </a:lvl1pPr>
            <a:lvl2pPr algn="l">
              <a:defRPr sz="2250" b="0">
                <a:solidFill>
                  <a:srgbClr val="1B5E20"/>
                </a:solidFill>
                <a:latin typeface="Arial"/>
                <a:ea typeface="Arial"/>
                <a:cs typeface="Arial"/>
              </a:defRPr>
            </a:lvl2pPr>
            <a:lvl3pPr algn="l">
              <a:defRPr sz="2250" b="0">
                <a:solidFill>
                  <a:srgbClr val="1B5E20"/>
                </a:solidFill>
                <a:latin typeface="Arial"/>
                <a:ea typeface="Arial"/>
                <a:cs typeface="Arial"/>
              </a:defRPr>
            </a:lvl3pPr>
            <a:lvl4pPr algn="l">
              <a:defRPr sz="2250" b="0">
                <a:solidFill>
                  <a:srgbClr val="1B5E20"/>
                </a:solidFill>
                <a:latin typeface="Arial"/>
                <a:ea typeface="Arial"/>
                <a:cs typeface="Arial"/>
              </a:defRPr>
            </a:lvl4pPr>
            <a:lvl5pPr algn="l">
              <a:defRPr sz="2250" b="0">
                <a:solidFill>
                  <a:srgbClr val="1B5E20"/>
                </a:solidFill>
                <a:latin typeface="Arial"/>
                <a:ea typeface="Arial"/>
                <a:cs typeface="Arial"/>
              </a:defRPr>
            </a:lvl5pPr>
            <a:lvl6pPr algn="l">
              <a:defRPr sz="2250" b="0">
                <a:solidFill>
                  <a:srgbClr val="1B5E20"/>
                </a:solidFill>
                <a:latin typeface="Arial"/>
                <a:ea typeface="Arial"/>
                <a:cs typeface="Arial"/>
              </a:defRPr>
            </a:lvl6pPr>
            <a:lvl7pPr algn="l">
              <a:defRPr sz="2250" b="0">
                <a:solidFill>
                  <a:srgbClr val="1B5E20"/>
                </a:solidFill>
                <a:latin typeface="Arial"/>
                <a:ea typeface="Arial"/>
                <a:cs typeface="Arial"/>
              </a:defRPr>
            </a:lvl7pPr>
            <a:lvl8pPr algn="l">
              <a:defRPr sz="2250" b="0">
                <a:solidFill>
                  <a:srgbClr val="1B5E20"/>
                </a:solidFill>
                <a:latin typeface="Arial"/>
                <a:ea typeface="Arial"/>
                <a:cs typeface="Arial"/>
              </a:defRPr>
            </a:lvl8pPr>
            <a:lvl9pPr algn="l">
              <a:defRPr sz="2250" b="0">
                <a:solidFill>
                  <a:srgbClr val="1B5E20"/>
                </a:solidFill>
                <a:latin typeface="Arial"/>
                <a:ea typeface="Arial"/>
                <a:cs typeface="Arial"/>
              </a:defRPr>
            </a:lvl9pPr>
          </a:lstStyle>
          <a:p xmlns:a="http://schemas.openxmlformats.org/drawingml/2006/main">
            <a:pPr algn="l">
              <a:defRPr sz="2250" b="0">
                <a:solidFill>
                  <a:srgbClr val="1B5E20"/>
                </a:solidFill>
                <a:latin typeface="Arial"/>
                <a:ea typeface="Arial"/>
                <a:cs typeface="Arial"/>
              </a:defRPr>
            </a:pPr>
            <a:r>
              <a:rPr sz="2250" b="0">
                <a:solidFill>
                  <a:srgbClr val="1B5E20"/>
                </a:solidFill>
                <a:latin typeface="Arial"/>
                <a:ea typeface="Arial"/>
                <a:cs typeface="Arial"/>
              </a:rPr>
              <a:t>01</a:t>
            </a:r>
          </a:p>
        </p:txBody>
      </p:sp>
      <p:sp>
        <p:nvSpPr>
          <p:cNvPr id="8" name="text-16">
            <a:extLst xmlns:a="http://schemas.openxmlformats.org/drawingml/2006/main">
              <a:ext uri="{FF2B5EF4-FFF2-40B4-BE49-F238E27FC236}">
                <a16:creationId xmlns:a16="http://schemas.microsoft.com/office/drawing/2014/main" id="{FD94686B-FDD4-4AEC-8C1C-81ACDBB787AE}"/>
              </a:ext>
            </a:extLst>
          </p:cNvPr>
          <p:cNvSpPr>
            <a:spLocks xmlns:a="http://schemas.openxmlformats.org/drawingml/2006/main" noGrp="1"/>
          </p:cNvSpPr>
          <p:nvPr/>
        </p:nvSpPr>
        <p:spPr>
          <a:xfrm xmlns:a="http://schemas.openxmlformats.org/drawingml/2006/main">
            <a:off x="1562100" y="2686050"/>
            <a:ext cx="371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4261A"/>
                </a:solidFill>
                <a:latin typeface="Arial"/>
                <a:ea typeface="Arial"/>
                <a:cs typeface="Arial"/>
              </a:defRPr>
            </a:defPPr>
            <a:lvl1pPr algn="l">
              <a:defRPr sz="2250" b="1">
                <a:solidFill>
                  <a:srgbClr val="14261A"/>
                </a:solidFill>
                <a:latin typeface="Arial"/>
                <a:ea typeface="Arial"/>
                <a:cs typeface="Arial"/>
              </a:defRPr>
            </a:lvl1pPr>
            <a:lvl2pPr algn="l">
              <a:defRPr sz="2250" b="1">
                <a:solidFill>
                  <a:srgbClr val="14261A"/>
                </a:solidFill>
                <a:latin typeface="Arial"/>
                <a:ea typeface="Arial"/>
                <a:cs typeface="Arial"/>
              </a:defRPr>
            </a:lvl2pPr>
            <a:lvl3pPr algn="l">
              <a:defRPr sz="2250" b="1">
                <a:solidFill>
                  <a:srgbClr val="14261A"/>
                </a:solidFill>
                <a:latin typeface="Arial"/>
                <a:ea typeface="Arial"/>
                <a:cs typeface="Arial"/>
              </a:defRPr>
            </a:lvl3pPr>
            <a:lvl4pPr algn="l">
              <a:defRPr sz="2250" b="1">
                <a:solidFill>
                  <a:srgbClr val="14261A"/>
                </a:solidFill>
                <a:latin typeface="Arial"/>
                <a:ea typeface="Arial"/>
                <a:cs typeface="Arial"/>
              </a:defRPr>
            </a:lvl4pPr>
            <a:lvl5pPr algn="l">
              <a:defRPr sz="2250" b="1">
                <a:solidFill>
                  <a:srgbClr val="14261A"/>
                </a:solidFill>
                <a:latin typeface="Arial"/>
                <a:ea typeface="Arial"/>
                <a:cs typeface="Arial"/>
              </a:defRPr>
            </a:lvl5pPr>
            <a:lvl6pPr algn="l">
              <a:defRPr sz="2250" b="1">
                <a:solidFill>
                  <a:srgbClr val="14261A"/>
                </a:solidFill>
                <a:latin typeface="Arial"/>
                <a:ea typeface="Arial"/>
                <a:cs typeface="Arial"/>
              </a:defRPr>
            </a:lvl6pPr>
            <a:lvl7pPr algn="l">
              <a:defRPr sz="2250" b="1">
                <a:solidFill>
                  <a:srgbClr val="14261A"/>
                </a:solidFill>
                <a:latin typeface="Arial"/>
                <a:ea typeface="Arial"/>
                <a:cs typeface="Arial"/>
              </a:defRPr>
            </a:lvl7pPr>
            <a:lvl8pPr algn="l">
              <a:defRPr sz="2250" b="1">
                <a:solidFill>
                  <a:srgbClr val="14261A"/>
                </a:solidFill>
                <a:latin typeface="Arial"/>
                <a:ea typeface="Arial"/>
                <a:cs typeface="Arial"/>
              </a:defRPr>
            </a:lvl8pPr>
            <a:lvl9pPr algn="l">
              <a:defRPr sz="2250" b="1">
                <a:solidFill>
                  <a:srgbClr val="14261A"/>
                </a:solidFill>
                <a:latin typeface="Arial"/>
                <a:ea typeface="Arial"/>
                <a:cs typeface="Arial"/>
              </a:defRPr>
            </a:lvl9pPr>
          </a:lstStyle>
          <a:p xmlns:a="http://schemas.openxmlformats.org/drawingml/2006/main">
            <a:pPr algn="l">
              <a:defRPr sz="2250" b="1">
                <a:solidFill>
                  <a:srgbClr val="14261A"/>
                </a:solidFill>
                <a:latin typeface="Arial"/>
                <a:ea typeface="Arial"/>
                <a:cs typeface="Arial"/>
              </a:defRPr>
            </a:pPr>
            <a:r>
              <a:rPr sz="2250" b="1">
                <a:solidFill>
                  <a:srgbClr val="14261A"/>
                </a:solidFill>
                <a:latin typeface="Arial"/>
                <a:ea typeface="Arial"/>
                <a:cs typeface="Arial"/>
              </a:rPr>
              <a:t>Compare the genes</a:t>
            </a:r>
          </a:p>
        </p:txBody>
      </p:sp>
      <p:sp>
        <p:nvSpPr>
          <p:cNvPr id="9" name="text-17">
            <a:extLst xmlns:a="http://schemas.openxmlformats.org/drawingml/2006/main">
              <a:ext uri="{FF2B5EF4-FFF2-40B4-BE49-F238E27FC236}">
                <a16:creationId xmlns:a16="http://schemas.microsoft.com/office/drawing/2014/main" id="{37D4BE48-A137-4C61-B348-BAF6CB6BA2B1}"/>
              </a:ext>
            </a:extLst>
          </p:cNvPr>
          <p:cNvSpPr>
            <a:spLocks xmlns:a="http://schemas.openxmlformats.org/drawingml/2006/main" noGrp="1"/>
          </p:cNvSpPr>
          <p:nvPr/>
        </p:nvSpPr>
        <p:spPr>
          <a:xfrm xmlns:a="http://schemas.openxmlformats.org/drawingml/2006/main">
            <a:off x="5676900" y="2714625"/>
            <a:ext cx="5810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2645A"/>
                </a:solidFill>
                <a:latin typeface="Arial"/>
                <a:ea typeface="Arial"/>
                <a:cs typeface="Arial"/>
              </a:defRPr>
            </a:defPPr>
            <a:lvl1pPr algn="l">
              <a:defRPr sz="1875" b="0">
                <a:solidFill>
                  <a:srgbClr val="52645A"/>
                </a:solidFill>
                <a:latin typeface="Arial"/>
                <a:ea typeface="Arial"/>
                <a:cs typeface="Arial"/>
              </a:defRPr>
            </a:lvl1pPr>
            <a:lvl2pPr algn="l">
              <a:defRPr sz="1875" b="0">
                <a:solidFill>
                  <a:srgbClr val="52645A"/>
                </a:solidFill>
                <a:latin typeface="Arial"/>
                <a:ea typeface="Arial"/>
                <a:cs typeface="Arial"/>
              </a:defRPr>
            </a:lvl2pPr>
            <a:lvl3pPr algn="l">
              <a:defRPr sz="1875" b="0">
                <a:solidFill>
                  <a:srgbClr val="52645A"/>
                </a:solidFill>
                <a:latin typeface="Arial"/>
                <a:ea typeface="Arial"/>
                <a:cs typeface="Arial"/>
              </a:defRPr>
            </a:lvl3pPr>
            <a:lvl4pPr algn="l">
              <a:defRPr sz="1875" b="0">
                <a:solidFill>
                  <a:srgbClr val="52645A"/>
                </a:solidFill>
                <a:latin typeface="Arial"/>
                <a:ea typeface="Arial"/>
                <a:cs typeface="Arial"/>
              </a:defRPr>
            </a:lvl4pPr>
            <a:lvl5pPr algn="l">
              <a:defRPr sz="1875" b="0">
                <a:solidFill>
                  <a:srgbClr val="52645A"/>
                </a:solidFill>
                <a:latin typeface="Arial"/>
                <a:ea typeface="Arial"/>
                <a:cs typeface="Arial"/>
              </a:defRPr>
            </a:lvl5pPr>
            <a:lvl6pPr algn="l">
              <a:defRPr sz="1875" b="0">
                <a:solidFill>
                  <a:srgbClr val="52645A"/>
                </a:solidFill>
                <a:latin typeface="Arial"/>
                <a:ea typeface="Arial"/>
                <a:cs typeface="Arial"/>
              </a:defRPr>
            </a:lvl6pPr>
            <a:lvl7pPr algn="l">
              <a:defRPr sz="1875" b="0">
                <a:solidFill>
                  <a:srgbClr val="52645A"/>
                </a:solidFill>
                <a:latin typeface="Arial"/>
                <a:ea typeface="Arial"/>
                <a:cs typeface="Arial"/>
              </a:defRPr>
            </a:lvl7pPr>
            <a:lvl8pPr algn="l">
              <a:defRPr sz="1875" b="0">
                <a:solidFill>
                  <a:srgbClr val="52645A"/>
                </a:solidFill>
                <a:latin typeface="Arial"/>
                <a:ea typeface="Arial"/>
                <a:cs typeface="Arial"/>
              </a:defRPr>
            </a:lvl8pPr>
            <a:lvl9pPr algn="l">
              <a:defRPr sz="1875" b="0">
                <a:solidFill>
                  <a:srgbClr val="52645A"/>
                </a:solidFill>
                <a:latin typeface="Arial"/>
                <a:ea typeface="Arial"/>
                <a:cs typeface="Arial"/>
              </a:defRPr>
            </a:lvl9pPr>
          </a:lstStyle>
          <a:p xmlns:a="http://schemas.openxmlformats.org/drawingml/2006/main">
            <a:pPr algn="l">
              <a:defRPr sz="1875" b="0">
                <a:solidFill>
                  <a:srgbClr val="52645A"/>
                </a:solidFill>
                <a:latin typeface="Arial"/>
                <a:ea typeface="Arial"/>
                <a:cs typeface="Arial"/>
              </a:defRPr>
            </a:pPr>
            <a:r>
              <a:rPr sz="1875" b="0">
                <a:solidFill>
                  <a:srgbClr val="52645A"/>
                </a:solidFill>
                <a:latin typeface="Arial"/>
                <a:ea typeface="Arial"/>
                <a:cs typeface="Arial"/>
              </a:rPr>
              <a:t>Which genes distinguish this group from the rest?</a:t>
            </a:r>
          </a:p>
        </p:txBody>
      </p:sp>
      <p:sp>
        <p:nvSpPr>
          <p:cNvPr id="10" name="block-18">
            <a:extLst xmlns:a="http://schemas.openxmlformats.org/drawingml/2006/main">
              <a:ext uri="{FF2B5EF4-FFF2-40B4-BE49-F238E27FC236}">
                <a16:creationId xmlns:a16="http://schemas.microsoft.com/office/drawing/2014/main" id="{FFF50A11-5A16-4CBF-9794-572039E768CD}"/>
              </a:ext>
            </a:extLst>
          </p:cNvPr>
          <p:cNvSpPr>
            <a:spLocks xmlns:a="http://schemas.openxmlformats.org/drawingml/2006/main" noGrp="1"/>
          </p:cNvSpPr>
          <p:nvPr/>
        </p:nvSpPr>
        <p:spPr>
          <a:xfrm xmlns:a="http://schemas.openxmlformats.org/drawingml/2006/main">
            <a:off x="1562100" y="3495675"/>
            <a:ext cx="10020300" cy="9525"/>
          </a:xfrm>
          <a:prstGeom xmlns:a="http://schemas.openxmlformats.org/drawingml/2006/main" prst="rect">
            <a:avLst/>
          </a:prstGeom>
          <a:solidFill xmlns:a="http://schemas.openxmlformats.org/drawingml/2006/main">
            <a:srgbClr val="D8E1D9"/>
          </a:solidFill>
          <a:ln xmlns:a="http://schemas.openxmlformats.org/drawingml/2006/main" w="0">
            <a:noFill/>
          </a:ln>
        </p:spPr>
      </p:sp>
      <p:sp>
        <p:nvSpPr>
          <p:cNvPr id="11" name="text-19">
            <a:extLst xmlns:a="http://schemas.openxmlformats.org/drawingml/2006/main">
              <a:ext uri="{FF2B5EF4-FFF2-40B4-BE49-F238E27FC236}">
                <a16:creationId xmlns:a16="http://schemas.microsoft.com/office/drawing/2014/main" id="{68679220-69B5-44AC-99AC-C9395565ECE2}"/>
              </a:ext>
            </a:extLst>
          </p:cNvPr>
          <p:cNvSpPr>
            <a:spLocks xmlns:a="http://schemas.openxmlformats.org/drawingml/2006/main" noGrp="1"/>
          </p:cNvSpPr>
          <p:nvPr/>
        </p:nvSpPr>
        <p:spPr>
          <a:xfrm xmlns:a="http://schemas.openxmlformats.org/drawingml/2006/main">
            <a:off x="609600" y="3781425"/>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B5E20"/>
                </a:solidFill>
                <a:latin typeface="Arial"/>
                <a:ea typeface="Arial"/>
                <a:cs typeface="Arial"/>
              </a:defRPr>
            </a:defPPr>
            <a:lvl1pPr algn="l">
              <a:defRPr sz="2250" b="0">
                <a:solidFill>
                  <a:srgbClr val="1B5E20"/>
                </a:solidFill>
                <a:latin typeface="Arial"/>
                <a:ea typeface="Arial"/>
                <a:cs typeface="Arial"/>
              </a:defRPr>
            </a:lvl1pPr>
            <a:lvl2pPr algn="l">
              <a:defRPr sz="2250" b="0">
                <a:solidFill>
                  <a:srgbClr val="1B5E20"/>
                </a:solidFill>
                <a:latin typeface="Arial"/>
                <a:ea typeface="Arial"/>
                <a:cs typeface="Arial"/>
              </a:defRPr>
            </a:lvl2pPr>
            <a:lvl3pPr algn="l">
              <a:defRPr sz="2250" b="0">
                <a:solidFill>
                  <a:srgbClr val="1B5E20"/>
                </a:solidFill>
                <a:latin typeface="Arial"/>
                <a:ea typeface="Arial"/>
                <a:cs typeface="Arial"/>
              </a:defRPr>
            </a:lvl3pPr>
            <a:lvl4pPr algn="l">
              <a:defRPr sz="2250" b="0">
                <a:solidFill>
                  <a:srgbClr val="1B5E20"/>
                </a:solidFill>
                <a:latin typeface="Arial"/>
                <a:ea typeface="Arial"/>
                <a:cs typeface="Arial"/>
              </a:defRPr>
            </a:lvl4pPr>
            <a:lvl5pPr algn="l">
              <a:defRPr sz="2250" b="0">
                <a:solidFill>
                  <a:srgbClr val="1B5E20"/>
                </a:solidFill>
                <a:latin typeface="Arial"/>
                <a:ea typeface="Arial"/>
                <a:cs typeface="Arial"/>
              </a:defRPr>
            </a:lvl5pPr>
            <a:lvl6pPr algn="l">
              <a:defRPr sz="2250" b="0">
                <a:solidFill>
                  <a:srgbClr val="1B5E20"/>
                </a:solidFill>
                <a:latin typeface="Arial"/>
                <a:ea typeface="Arial"/>
                <a:cs typeface="Arial"/>
              </a:defRPr>
            </a:lvl6pPr>
            <a:lvl7pPr algn="l">
              <a:defRPr sz="2250" b="0">
                <a:solidFill>
                  <a:srgbClr val="1B5E20"/>
                </a:solidFill>
                <a:latin typeface="Arial"/>
                <a:ea typeface="Arial"/>
                <a:cs typeface="Arial"/>
              </a:defRPr>
            </a:lvl7pPr>
            <a:lvl8pPr algn="l">
              <a:defRPr sz="2250" b="0">
                <a:solidFill>
                  <a:srgbClr val="1B5E20"/>
                </a:solidFill>
                <a:latin typeface="Arial"/>
                <a:ea typeface="Arial"/>
                <a:cs typeface="Arial"/>
              </a:defRPr>
            </a:lvl8pPr>
            <a:lvl9pPr algn="l">
              <a:defRPr sz="2250" b="0">
                <a:solidFill>
                  <a:srgbClr val="1B5E20"/>
                </a:solidFill>
                <a:latin typeface="Arial"/>
                <a:ea typeface="Arial"/>
                <a:cs typeface="Arial"/>
              </a:defRPr>
            </a:lvl9pPr>
          </a:lstStyle>
          <a:p xmlns:a="http://schemas.openxmlformats.org/drawingml/2006/main">
            <a:pPr algn="l">
              <a:defRPr sz="2250" b="0">
                <a:solidFill>
                  <a:srgbClr val="1B5E20"/>
                </a:solidFill>
                <a:latin typeface="Arial"/>
                <a:ea typeface="Arial"/>
                <a:cs typeface="Arial"/>
              </a:defRPr>
            </a:pPr>
            <a:r>
              <a:rPr sz="2250" b="0">
                <a:solidFill>
                  <a:srgbClr val="1B5E20"/>
                </a:solidFill>
                <a:latin typeface="Arial"/>
                <a:ea typeface="Arial"/>
                <a:cs typeface="Arial"/>
              </a:rPr>
              <a:t>02</a:t>
            </a:r>
          </a:p>
        </p:txBody>
      </p:sp>
      <p:sp>
        <p:nvSpPr>
          <p:cNvPr id="12" name="text-20">
            <a:extLst xmlns:a="http://schemas.openxmlformats.org/drawingml/2006/main">
              <a:ext uri="{FF2B5EF4-FFF2-40B4-BE49-F238E27FC236}">
                <a16:creationId xmlns:a16="http://schemas.microsoft.com/office/drawing/2014/main" id="{E5DF81B5-1095-4D2D-8FBE-9FC0EFB8BDA3}"/>
              </a:ext>
            </a:extLst>
          </p:cNvPr>
          <p:cNvSpPr>
            <a:spLocks xmlns:a="http://schemas.openxmlformats.org/drawingml/2006/main" noGrp="1"/>
          </p:cNvSpPr>
          <p:nvPr/>
        </p:nvSpPr>
        <p:spPr>
          <a:xfrm xmlns:a="http://schemas.openxmlformats.org/drawingml/2006/main">
            <a:off x="1562100" y="3781425"/>
            <a:ext cx="371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4261A"/>
                </a:solidFill>
                <a:latin typeface="Arial"/>
                <a:ea typeface="Arial"/>
                <a:cs typeface="Arial"/>
              </a:defRPr>
            </a:defPPr>
            <a:lvl1pPr algn="l">
              <a:defRPr sz="2250" b="1">
                <a:solidFill>
                  <a:srgbClr val="14261A"/>
                </a:solidFill>
                <a:latin typeface="Arial"/>
                <a:ea typeface="Arial"/>
                <a:cs typeface="Arial"/>
              </a:defRPr>
            </a:lvl1pPr>
            <a:lvl2pPr algn="l">
              <a:defRPr sz="2250" b="1">
                <a:solidFill>
                  <a:srgbClr val="14261A"/>
                </a:solidFill>
                <a:latin typeface="Arial"/>
                <a:ea typeface="Arial"/>
                <a:cs typeface="Arial"/>
              </a:defRPr>
            </a:lvl2pPr>
            <a:lvl3pPr algn="l">
              <a:defRPr sz="2250" b="1">
                <a:solidFill>
                  <a:srgbClr val="14261A"/>
                </a:solidFill>
                <a:latin typeface="Arial"/>
                <a:ea typeface="Arial"/>
                <a:cs typeface="Arial"/>
              </a:defRPr>
            </a:lvl3pPr>
            <a:lvl4pPr algn="l">
              <a:defRPr sz="2250" b="1">
                <a:solidFill>
                  <a:srgbClr val="14261A"/>
                </a:solidFill>
                <a:latin typeface="Arial"/>
                <a:ea typeface="Arial"/>
                <a:cs typeface="Arial"/>
              </a:defRPr>
            </a:lvl4pPr>
            <a:lvl5pPr algn="l">
              <a:defRPr sz="2250" b="1">
                <a:solidFill>
                  <a:srgbClr val="14261A"/>
                </a:solidFill>
                <a:latin typeface="Arial"/>
                <a:ea typeface="Arial"/>
                <a:cs typeface="Arial"/>
              </a:defRPr>
            </a:lvl5pPr>
            <a:lvl6pPr algn="l">
              <a:defRPr sz="2250" b="1">
                <a:solidFill>
                  <a:srgbClr val="14261A"/>
                </a:solidFill>
                <a:latin typeface="Arial"/>
                <a:ea typeface="Arial"/>
                <a:cs typeface="Arial"/>
              </a:defRPr>
            </a:lvl6pPr>
            <a:lvl7pPr algn="l">
              <a:defRPr sz="2250" b="1">
                <a:solidFill>
                  <a:srgbClr val="14261A"/>
                </a:solidFill>
                <a:latin typeface="Arial"/>
                <a:ea typeface="Arial"/>
                <a:cs typeface="Arial"/>
              </a:defRPr>
            </a:lvl7pPr>
            <a:lvl8pPr algn="l">
              <a:defRPr sz="2250" b="1">
                <a:solidFill>
                  <a:srgbClr val="14261A"/>
                </a:solidFill>
                <a:latin typeface="Arial"/>
                <a:ea typeface="Arial"/>
                <a:cs typeface="Arial"/>
              </a:defRPr>
            </a:lvl8pPr>
            <a:lvl9pPr algn="l">
              <a:defRPr sz="2250" b="1">
                <a:solidFill>
                  <a:srgbClr val="14261A"/>
                </a:solidFill>
                <a:latin typeface="Arial"/>
                <a:ea typeface="Arial"/>
                <a:cs typeface="Arial"/>
              </a:defRPr>
            </a:lvl9pPr>
          </a:lstStyle>
          <a:p xmlns:a="http://schemas.openxmlformats.org/drawingml/2006/main">
            <a:pPr algn="l">
              <a:defRPr sz="2250" b="1">
                <a:solidFill>
                  <a:srgbClr val="14261A"/>
                </a:solidFill>
                <a:latin typeface="Arial"/>
                <a:ea typeface="Arial"/>
                <a:cs typeface="Arial"/>
              </a:defRPr>
            </a:pPr>
            <a:r>
              <a:rPr sz="2250" b="1">
                <a:solidFill>
                  <a:srgbClr val="14261A"/>
                </a:solidFill>
                <a:latin typeface="Arial"/>
                <a:ea typeface="Arial"/>
                <a:cs typeface="Arial"/>
              </a:rPr>
              <a:t>Check the references</a:t>
            </a:r>
          </a:p>
        </p:txBody>
      </p:sp>
      <p:sp>
        <p:nvSpPr>
          <p:cNvPr id="13" name="text-21">
            <a:extLst xmlns:a="http://schemas.openxmlformats.org/drawingml/2006/main">
              <a:ext uri="{FF2B5EF4-FFF2-40B4-BE49-F238E27FC236}">
                <a16:creationId xmlns:a16="http://schemas.microsoft.com/office/drawing/2014/main" id="{B34B03C9-5290-4DB9-9B32-3899D53EFE97}"/>
              </a:ext>
            </a:extLst>
          </p:cNvPr>
          <p:cNvSpPr>
            <a:spLocks xmlns:a="http://schemas.openxmlformats.org/drawingml/2006/main" noGrp="1"/>
          </p:cNvSpPr>
          <p:nvPr/>
        </p:nvSpPr>
        <p:spPr>
          <a:xfrm xmlns:a="http://schemas.openxmlformats.org/drawingml/2006/main">
            <a:off x="5676900" y="3810000"/>
            <a:ext cx="5810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2645A"/>
                </a:solidFill>
                <a:latin typeface="Arial"/>
                <a:ea typeface="Arial"/>
                <a:cs typeface="Arial"/>
              </a:defRPr>
            </a:defPPr>
            <a:lvl1pPr algn="l">
              <a:defRPr sz="1875" b="0">
                <a:solidFill>
                  <a:srgbClr val="52645A"/>
                </a:solidFill>
                <a:latin typeface="Arial"/>
                <a:ea typeface="Arial"/>
                <a:cs typeface="Arial"/>
              </a:defRPr>
            </a:lvl1pPr>
            <a:lvl2pPr algn="l">
              <a:defRPr sz="1875" b="0">
                <a:solidFill>
                  <a:srgbClr val="52645A"/>
                </a:solidFill>
                <a:latin typeface="Arial"/>
                <a:ea typeface="Arial"/>
                <a:cs typeface="Arial"/>
              </a:defRPr>
            </a:lvl2pPr>
            <a:lvl3pPr algn="l">
              <a:defRPr sz="1875" b="0">
                <a:solidFill>
                  <a:srgbClr val="52645A"/>
                </a:solidFill>
                <a:latin typeface="Arial"/>
                <a:ea typeface="Arial"/>
                <a:cs typeface="Arial"/>
              </a:defRPr>
            </a:lvl3pPr>
            <a:lvl4pPr algn="l">
              <a:defRPr sz="1875" b="0">
                <a:solidFill>
                  <a:srgbClr val="52645A"/>
                </a:solidFill>
                <a:latin typeface="Arial"/>
                <a:ea typeface="Arial"/>
                <a:cs typeface="Arial"/>
              </a:defRPr>
            </a:lvl4pPr>
            <a:lvl5pPr algn="l">
              <a:defRPr sz="1875" b="0">
                <a:solidFill>
                  <a:srgbClr val="52645A"/>
                </a:solidFill>
                <a:latin typeface="Arial"/>
                <a:ea typeface="Arial"/>
                <a:cs typeface="Arial"/>
              </a:defRPr>
            </a:lvl5pPr>
            <a:lvl6pPr algn="l">
              <a:defRPr sz="1875" b="0">
                <a:solidFill>
                  <a:srgbClr val="52645A"/>
                </a:solidFill>
                <a:latin typeface="Arial"/>
                <a:ea typeface="Arial"/>
                <a:cs typeface="Arial"/>
              </a:defRPr>
            </a:lvl6pPr>
            <a:lvl7pPr algn="l">
              <a:defRPr sz="1875" b="0">
                <a:solidFill>
                  <a:srgbClr val="52645A"/>
                </a:solidFill>
                <a:latin typeface="Arial"/>
                <a:ea typeface="Arial"/>
                <a:cs typeface="Arial"/>
              </a:defRPr>
            </a:lvl7pPr>
            <a:lvl8pPr algn="l">
              <a:defRPr sz="1875" b="0">
                <a:solidFill>
                  <a:srgbClr val="52645A"/>
                </a:solidFill>
                <a:latin typeface="Arial"/>
                <a:ea typeface="Arial"/>
                <a:cs typeface="Arial"/>
              </a:defRPr>
            </a:lvl8pPr>
            <a:lvl9pPr algn="l">
              <a:defRPr sz="1875" b="0">
                <a:solidFill>
                  <a:srgbClr val="52645A"/>
                </a:solidFill>
                <a:latin typeface="Arial"/>
                <a:ea typeface="Arial"/>
                <a:cs typeface="Arial"/>
              </a:defRPr>
            </a:lvl9pPr>
          </a:lstStyle>
          <a:p xmlns:a="http://schemas.openxmlformats.org/drawingml/2006/main">
            <a:pPr algn="l">
              <a:defRPr sz="1875" b="0">
                <a:solidFill>
                  <a:srgbClr val="52645A"/>
                </a:solidFill>
                <a:latin typeface="Arial"/>
                <a:ea typeface="Arial"/>
                <a:cs typeface="Arial"/>
              </a:defRPr>
            </a:pPr>
            <a:r>
              <a:rPr sz="1875" b="0">
                <a:solidFill>
                  <a:srgbClr val="52645A"/>
                </a:solidFill>
                <a:latin typeface="Arial"/>
                <a:ea typeface="Arial"/>
                <a:cs typeface="Arial"/>
              </a:rPr>
              <a:t>Does the published evidence fit this plant and tissue?</a:t>
            </a:r>
          </a:p>
        </p:txBody>
      </p:sp>
      <p:sp>
        <p:nvSpPr>
          <p:cNvPr id="14" name="block-22">
            <a:extLst xmlns:a="http://schemas.openxmlformats.org/drawingml/2006/main">
              <a:ext uri="{FF2B5EF4-FFF2-40B4-BE49-F238E27FC236}">
                <a16:creationId xmlns:a16="http://schemas.microsoft.com/office/drawing/2014/main" id="{BD8E7DE7-A645-4B3A-B916-26D74DEF96E6}"/>
              </a:ext>
            </a:extLst>
          </p:cNvPr>
          <p:cNvSpPr>
            <a:spLocks xmlns:a="http://schemas.openxmlformats.org/drawingml/2006/main" noGrp="1"/>
          </p:cNvSpPr>
          <p:nvPr/>
        </p:nvSpPr>
        <p:spPr>
          <a:xfrm xmlns:a="http://schemas.openxmlformats.org/drawingml/2006/main">
            <a:off x="1562100" y="4591050"/>
            <a:ext cx="10020300" cy="9525"/>
          </a:xfrm>
          <a:prstGeom xmlns:a="http://schemas.openxmlformats.org/drawingml/2006/main" prst="rect">
            <a:avLst/>
          </a:prstGeom>
          <a:solidFill xmlns:a="http://schemas.openxmlformats.org/drawingml/2006/main">
            <a:srgbClr val="D8E1D9"/>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2D776013-3D0C-40E9-8843-84DC477DA335}"/>
              </a:ext>
            </a:extLst>
          </p:cNvPr>
          <p:cNvSpPr>
            <a:spLocks xmlns:a="http://schemas.openxmlformats.org/drawingml/2006/main" noGrp="1"/>
          </p:cNvSpPr>
          <p:nvPr/>
        </p:nvSpPr>
        <p:spPr>
          <a:xfrm xmlns:a="http://schemas.openxmlformats.org/drawingml/2006/main">
            <a:off x="609600" y="487680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B5E20"/>
                </a:solidFill>
                <a:latin typeface="Arial"/>
                <a:ea typeface="Arial"/>
                <a:cs typeface="Arial"/>
              </a:defRPr>
            </a:defPPr>
            <a:lvl1pPr algn="l">
              <a:defRPr sz="2250" b="0">
                <a:solidFill>
                  <a:srgbClr val="1B5E20"/>
                </a:solidFill>
                <a:latin typeface="Arial"/>
                <a:ea typeface="Arial"/>
                <a:cs typeface="Arial"/>
              </a:defRPr>
            </a:lvl1pPr>
            <a:lvl2pPr algn="l">
              <a:defRPr sz="2250" b="0">
                <a:solidFill>
                  <a:srgbClr val="1B5E20"/>
                </a:solidFill>
                <a:latin typeface="Arial"/>
                <a:ea typeface="Arial"/>
                <a:cs typeface="Arial"/>
              </a:defRPr>
            </a:lvl2pPr>
            <a:lvl3pPr algn="l">
              <a:defRPr sz="2250" b="0">
                <a:solidFill>
                  <a:srgbClr val="1B5E20"/>
                </a:solidFill>
                <a:latin typeface="Arial"/>
                <a:ea typeface="Arial"/>
                <a:cs typeface="Arial"/>
              </a:defRPr>
            </a:lvl3pPr>
            <a:lvl4pPr algn="l">
              <a:defRPr sz="2250" b="0">
                <a:solidFill>
                  <a:srgbClr val="1B5E20"/>
                </a:solidFill>
                <a:latin typeface="Arial"/>
                <a:ea typeface="Arial"/>
                <a:cs typeface="Arial"/>
              </a:defRPr>
            </a:lvl4pPr>
            <a:lvl5pPr algn="l">
              <a:defRPr sz="2250" b="0">
                <a:solidFill>
                  <a:srgbClr val="1B5E20"/>
                </a:solidFill>
                <a:latin typeface="Arial"/>
                <a:ea typeface="Arial"/>
                <a:cs typeface="Arial"/>
              </a:defRPr>
            </a:lvl5pPr>
            <a:lvl6pPr algn="l">
              <a:defRPr sz="2250" b="0">
                <a:solidFill>
                  <a:srgbClr val="1B5E20"/>
                </a:solidFill>
                <a:latin typeface="Arial"/>
                <a:ea typeface="Arial"/>
                <a:cs typeface="Arial"/>
              </a:defRPr>
            </a:lvl6pPr>
            <a:lvl7pPr algn="l">
              <a:defRPr sz="2250" b="0">
                <a:solidFill>
                  <a:srgbClr val="1B5E20"/>
                </a:solidFill>
                <a:latin typeface="Arial"/>
                <a:ea typeface="Arial"/>
                <a:cs typeface="Arial"/>
              </a:defRPr>
            </a:lvl7pPr>
            <a:lvl8pPr algn="l">
              <a:defRPr sz="2250" b="0">
                <a:solidFill>
                  <a:srgbClr val="1B5E20"/>
                </a:solidFill>
                <a:latin typeface="Arial"/>
                <a:ea typeface="Arial"/>
                <a:cs typeface="Arial"/>
              </a:defRPr>
            </a:lvl8pPr>
            <a:lvl9pPr algn="l">
              <a:defRPr sz="2250" b="0">
                <a:solidFill>
                  <a:srgbClr val="1B5E20"/>
                </a:solidFill>
                <a:latin typeface="Arial"/>
                <a:ea typeface="Arial"/>
                <a:cs typeface="Arial"/>
              </a:defRPr>
            </a:lvl9pPr>
          </a:lstStyle>
          <a:p xmlns:a="http://schemas.openxmlformats.org/drawingml/2006/main">
            <a:pPr algn="l">
              <a:defRPr sz="2250" b="0">
                <a:solidFill>
                  <a:srgbClr val="1B5E20"/>
                </a:solidFill>
                <a:latin typeface="Arial"/>
                <a:ea typeface="Arial"/>
                <a:cs typeface="Arial"/>
              </a:defRPr>
            </a:pPr>
            <a:r>
              <a:rPr sz="2250" b="0">
                <a:solidFill>
                  <a:srgbClr val="1B5E20"/>
                </a:solidFill>
                <a:latin typeface="Arial"/>
                <a:ea typeface="Arial"/>
                <a:cs typeface="Arial"/>
              </a:rPr>
              <a:t>03</a:t>
            </a:r>
          </a:p>
        </p:txBody>
      </p:sp>
      <p:sp>
        <p:nvSpPr>
          <p:cNvPr id="16" name="text-24">
            <a:extLst xmlns:a="http://schemas.openxmlformats.org/drawingml/2006/main">
              <a:ext uri="{FF2B5EF4-FFF2-40B4-BE49-F238E27FC236}">
                <a16:creationId xmlns:a16="http://schemas.microsoft.com/office/drawing/2014/main" id="{3D436390-A195-41FA-A964-0D3F79D1487F}"/>
              </a:ext>
            </a:extLst>
          </p:cNvPr>
          <p:cNvSpPr>
            <a:spLocks xmlns:a="http://schemas.openxmlformats.org/drawingml/2006/main" noGrp="1"/>
          </p:cNvSpPr>
          <p:nvPr/>
        </p:nvSpPr>
        <p:spPr>
          <a:xfrm xmlns:a="http://schemas.openxmlformats.org/drawingml/2006/main">
            <a:off x="1562100" y="4876800"/>
            <a:ext cx="371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4261A"/>
                </a:solidFill>
                <a:latin typeface="Arial"/>
                <a:ea typeface="Arial"/>
                <a:cs typeface="Arial"/>
              </a:defRPr>
            </a:defPPr>
            <a:lvl1pPr algn="l">
              <a:defRPr sz="2250" b="1">
                <a:solidFill>
                  <a:srgbClr val="14261A"/>
                </a:solidFill>
                <a:latin typeface="Arial"/>
                <a:ea typeface="Arial"/>
                <a:cs typeface="Arial"/>
              </a:defRPr>
            </a:lvl1pPr>
            <a:lvl2pPr algn="l">
              <a:defRPr sz="2250" b="1">
                <a:solidFill>
                  <a:srgbClr val="14261A"/>
                </a:solidFill>
                <a:latin typeface="Arial"/>
                <a:ea typeface="Arial"/>
                <a:cs typeface="Arial"/>
              </a:defRPr>
            </a:lvl2pPr>
            <a:lvl3pPr algn="l">
              <a:defRPr sz="2250" b="1">
                <a:solidFill>
                  <a:srgbClr val="14261A"/>
                </a:solidFill>
                <a:latin typeface="Arial"/>
                <a:ea typeface="Arial"/>
                <a:cs typeface="Arial"/>
              </a:defRPr>
            </a:lvl3pPr>
            <a:lvl4pPr algn="l">
              <a:defRPr sz="2250" b="1">
                <a:solidFill>
                  <a:srgbClr val="14261A"/>
                </a:solidFill>
                <a:latin typeface="Arial"/>
                <a:ea typeface="Arial"/>
                <a:cs typeface="Arial"/>
              </a:defRPr>
            </a:lvl4pPr>
            <a:lvl5pPr algn="l">
              <a:defRPr sz="2250" b="1">
                <a:solidFill>
                  <a:srgbClr val="14261A"/>
                </a:solidFill>
                <a:latin typeface="Arial"/>
                <a:ea typeface="Arial"/>
                <a:cs typeface="Arial"/>
              </a:defRPr>
            </a:lvl5pPr>
            <a:lvl6pPr algn="l">
              <a:defRPr sz="2250" b="1">
                <a:solidFill>
                  <a:srgbClr val="14261A"/>
                </a:solidFill>
                <a:latin typeface="Arial"/>
                <a:ea typeface="Arial"/>
                <a:cs typeface="Arial"/>
              </a:defRPr>
            </a:lvl6pPr>
            <a:lvl7pPr algn="l">
              <a:defRPr sz="2250" b="1">
                <a:solidFill>
                  <a:srgbClr val="14261A"/>
                </a:solidFill>
                <a:latin typeface="Arial"/>
                <a:ea typeface="Arial"/>
                <a:cs typeface="Arial"/>
              </a:defRPr>
            </a:lvl7pPr>
            <a:lvl8pPr algn="l">
              <a:defRPr sz="2250" b="1">
                <a:solidFill>
                  <a:srgbClr val="14261A"/>
                </a:solidFill>
                <a:latin typeface="Arial"/>
                <a:ea typeface="Arial"/>
                <a:cs typeface="Arial"/>
              </a:defRPr>
            </a:lvl8pPr>
            <a:lvl9pPr algn="l">
              <a:defRPr sz="2250" b="1">
                <a:solidFill>
                  <a:srgbClr val="14261A"/>
                </a:solidFill>
                <a:latin typeface="Arial"/>
                <a:ea typeface="Arial"/>
                <a:cs typeface="Arial"/>
              </a:defRPr>
            </a:lvl9pPr>
          </a:lstStyle>
          <a:p xmlns:a="http://schemas.openxmlformats.org/drawingml/2006/main">
            <a:pPr algn="l">
              <a:defRPr sz="2250" b="1">
                <a:solidFill>
                  <a:srgbClr val="14261A"/>
                </a:solidFill>
                <a:latin typeface="Arial"/>
                <a:ea typeface="Arial"/>
                <a:cs typeface="Arial"/>
              </a:defRPr>
            </a:pPr>
            <a:r>
              <a:rPr sz="2250" b="1">
                <a:solidFill>
                  <a:srgbClr val="14261A"/>
                </a:solidFill>
                <a:latin typeface="Arial"/>
                <a:ea typeface="Arial"/>
                <a:cs typeface="Arial"/>
              </a:rPr>
              <a:t>Keep the reasoning</a:t>
            </a:r>
          </a:p>
        </p:txBody>
      </p:sp>
      <p:sp>
        <p:nvSpPr>
          <p:cNvPr id="17" name="text-25">
            <a:extLst xmlns:a="http://schemas.openxmlformats.org/drawingml/2006/main">
              <a:ext uri="{FF2B5EF4-FFF2-40B4-BE49-F238E27FC236}">
                <a16:creationId xmlns:a16="http://schemas.microsoft.com/office/drawing/2014/main" id="{14865CFB-3545-4541-A77D-827C8EC276C9}"/>
              </a:ext>
            </a:extLst>
          </p:cNvPr>
          <p:cNvSpPr>
            <a:spLocks xmlns:a="http://schemas.openxmlformats.org/drawingml/2006/main" noGrp="1"/>
          </p:cNvSpPr>
          <p:nvPr/>
        </p:nvSpPr>
        <p:spPr>
          <a:xfrm xmlns:a="http://schemas.openxmlformats.org/drawingml/2006/main">
            <a:off x="5676900" y="4905375"/>
            <a:ext cx="5810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2645A"/>
                </a:solidFill>
                <a:latin typeface="Arial"/>
                <a:ea typeface="Arial"/>
                <a:cs typeface="Arial"/>
              </a:defRPr>
            </a:defPPr>
            <a:lvl1pPr algn="l">
              <a:defRPr sz="1875" b="0">
                <a:solidFill>
                  <a:srgbClr val="52645A"/>
                </a:solidFill>
                <a:latin typeface="Arial"/>
                <a:ea typeface="Arial"/>
                <a:cs typeface="Arial"/>
              </a:defRPr>
            </a:lvl1pPr>
            <a:lvl2pPr algn="l">
              <a:defRPr sz="1875" b="0">
                <a:solidFill>
                  <a:srgbClr val="52645A"/>
                </a:solidFill>
                <a:latin typeface="Arial"/>
                <a:ea typeface="Arial"/>
                <a:cs typeface="Arial"/>
              </a:defRPr>
            </a:lvl2pPr>
            <a:lvl3pPr algn="l">
              <a:defRPr sz="1875" b="0">
                <a:solidFill>
                  <a:srgbClr val="52645A"/>
                </a:solidFill>
                <a:latin typeface="Arial"/>
                <a:ea typeface="Arial"/>
                <a:cs typeface="Arial"/>
              </a:defRPr>
            </a:lvl3pPr>
            <a:lvl4pPr algn="l">
              <a:defRPr sz="1875" b="0">
                <a:solidFill>
                  <a:srgbClr val="52645A"/>
                </a:solidFill>
                <a:latin typeface="Arial"/>
                <a:ea typeface="Arial"/>
                <a:cs typeface="Arial"/>
              </a:defRPr>
            </a:lvl4pPr>
            <a:lvl5pPr algn="l">
              <a:defRPr sz="1875" b="0">
                <a:solidFill>
                  <a:srgbClr val="52645A"/>
                </a:solidFill>
                <a:latin typeface="Arial"/>
                <a:ea typeface="Arial"/>
                <a:cs typeface="Arial"/>
              </a:defRPr>
            </a:lvl5pPr>
            <a:lvl6pPr algn="l">
              <a:defRPr sz="1875" b="0">
                <a:solidFill>
                  <a:srgbClr val="52645A"/>
                </a:solidFill>
                <a:latin typeface="Arial"/>
                <a:ea typeface="Arial"/>
                <a:cs typeface="Arial"/>
              </a:defRPr>
            </a:lvl6pPr>
            <a:lvl7pPr algn="l">
              <a:defRPr sz="1875" b="0">
                <a:solidFill>
                  <a:srgbClr val="52645A"/>
                </a:solidFill>
                <a:latin typeface="Arial"/>
                <a:ea typeface="Arial"/>
                <a:cs typeface="Arial"/>
              </a:defRPr>
            </a:lvl7pPr>
            <a:lvl8pPr algn="l">
              <a:defRPr sz="1875" b="0">
                <a:solidFill>
                  <a:srgbClr val="52645A"/>
                </a:solidFill>
                <a:latin typeface="Arial"/>
                <a:ea typeface="Arial"/>
                <a:cs typeface="Arial"/>
              </a:defRPr>
            </a:lvl8pPr>
            <a:lvl9pPr algn="l">
              <a:defRPr sz="1875" b="0">
                <a:solidFill>
                  <a:srgbClr val="52645A"/>
                </a:solidFill>
                <a:latin typeface="Arial"/>
                <a:ea typeface="Arial"/>
                <a:cs typeface="Arial"/>
              </a:defRPr>
            </a:lvl9pPr>
          </a:lstStyle>
          <a:p xmlns:a="http://schemas.openxmlformats.org/drawingml/2006/main">
            <a:pPr algn="l">
              <a:defRPr sz="1875" b="0">
                <a:solidFill>
                  <a:srgbClr val="52645A"/>
                </a:solidFill>
                <a:latin typeface="Arial"/>
                <a:ea typeface="Arial"/>
                <a:cs typeface="Arial"/>
              </a:defRPr>
            </a:pPr>
            <a:r>
              <a:rPr sz="1875" b="0">
                <a:solidFill>
                  <a:srgbClr val="52645A"/>
                </a:solidFill>
                <a:latin typeface="Arial"/>
                <a:ea typeface="Arial"/>
                <a:cs typeface="Arial"/>
              </a:rPr>
              <a:t>What did we decide, why, and what still needs checking?</a:t>
            </a:r>
          </a:p>
        </p:txBody>
      </p:sp>
    </p:spTree>
    <p:extLst>
      <p:ext uri="{BB962C8B-B14F-4D97-AF65-F5344CB8AC3E}">
        <p14:creationId xmlns:p14="http://schemas.microsoft.com/office/powerpoint/2010/main" val="3823848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text-26">
            <a:extLst xmlns:a="http://schemas.openxmlformats.org/drawingml/2006/main">
              <a:ext uri="{FF2B5EF4-FFF2-40B4-BE49-F238E27FC236}">
                <a16:creationId xmlns:a16="http://schemas.microsoft.com/office/drawing/2014/main" id="{C89AFCA6-75DF-4EB0-8B2D-FA07C6CF0CB7}"/>
              </a:ext>
            </a:extLst>
          </p:cNvPr>
          <p:cNvSpPr>
            <a:spLocks xmlns:a="http://schemas.openxmlformats.org/drawingml/2006/main" noGrp="1"/>
          </p:cNvSpPr>
          <p:nvPr/>
        </p:nvSpPr>
        <p:spPr>
          <a:xfrm xmlns:a="http://schemas.openxmlformats.org/drawingml/2006/main">
            <a:off x="609600" y="323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THE SOLUTION</a:t>
            </a:r>
          </a:p>
        </p:txBody>
      </p:sp>
      <p:sp>
        <p:nvSpPr>
          <p:cNvPr id="2" name="block-27">
            <a:extLst xmlns:a="http://schemas.openxmlformats.org/drawingml/2006/main">
              <a:ext uri="{FF2B5EF4-FFF2-40B4-BE49-F238E27FC236}">
                <a16:creationId xmlns:a16="http://schemas.microsoft.com/office/drawing/2014/main" id="{AB54DDFD-A8C7-4289-9CAA-7E514BF5D755}"/>
              </a:ext>
            </a:extLst>
          </p:cNvPr>
          <p:cNvSpPr>
            <a:spLocks xmlns:a="http://schemas.openxmlformats.org/drawingml/2006/main" noGrp="1"/>
          </p:cNvSpPr>
          <p:nvPr/>
        </p:nvSpPr>
        <p:spPr>
          <a:xfrm xmlns:a="http://schemas.openxmlformats.org/drawingml/2006/main">
            <a:off x="609600" y="6391275"/>
            <a:ext cx="10972800" cy="9525"/>
          </a:xfrm>
          <a:prstGeom xmlns:a="http://schemas.openxmlformats.org/drawingml/2006/main" prst="rect">
            <a:avLst/>
          </a:prstGeom>
          <a:solidFill xmlns:a="http://schemas.openxmlformats.org/drawingml/2006/main">
            <a:srgbClr val="D8E1D9"/>
          </a:solidFill>
          <a:ln xmlns:a="http://schemas.openxmlformats.org/drawingml/2006/main" w="0">
            <a:noFill/>
          </a:ln>
        </p:spPr>
      </p:sp>
      <p:sp>
        <p:nvSpPr>
          <p:cNvPr id="3" name="text-28">
            <a:extLst xmlns:a="http://schemas.openxmlformats.org/drawingml/2006/main">
              <a:ext uri="{FF2B5EF4-FFF2-40B4-BE49-F238E27FC236}">
                <a16:creationId xmlns:a16="http://schemas.microsoft.com/office/drawing/2014/main" id="{53F8AD13-CCCE-47A7-9394-3FBB71D158AB}"/>
              </a:ext>
            </a:extLst>
          </p:cNvPr>
          <p:cNvSpPr>
            <a:spLocks xmlns:a="http://schemas.openxmlformats.org/drawingml/2006/main" noGrp="1"/>
          </p:cNvSpPr>
          <p:nvPr/>
        </p:nvSpPr>
        <p:spPr>
          <a:xfrm xmlns:a="http://schemas.openxmlformats.org/drawingml/2006/main">
            <a:off x="609600" y="6505575"/>
            <a:ext cx="876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2645A"/>
                </a:solidFill>
                <a:latin typeface="Arial"/>
                <a:ea typeface="Arial"/>
                <a:cs typeface="Arial"/>
              </a:defRPr>
            </a:defPPr>
            <a:lvl1pPr algn="l">
              <a:defRPr sz="825" b="0">
                <a:solidFill>
                  <a:srgbClr val="52645A"/>
                </a:solidFill>
                <a:latin typeface="Arial"/>
                <a:ea typeface="Arial"/>
                <a:cs typeface="Arial"/>
              </a:defRPr>
            </a:lvl1pPr>
            <a:lvl2pPr algn="l">
              <a:defRPr sz="825" b="0">
                <a:solidFill>
                  <a:srgbClr val="52645A"/>
                </a:solidFill>
                <a:latin typeface="Arial"/>
                <a:ea typeface="Arial"/>
                <a:cs typeface="Arial"/>
              </a:defRPr>
            </a:lvl2pPr>
            <a:lvl3pPr algn="l">
              <a:defRPr sz="825" b="0">
                <a:solidFill>
                  <a:srgbClr val="52645A"/>
                </a:solidFill>
                <a:latin typeface="Arial"/>
                <a:ea typeface="Arial"/>
                <a:cs typeface="Arial"/>
              </a:defRPr>
            </a:lvl3pPr>
            <a:lvl4pPr algn="l">
              <a:defRPr sz="825" b="0">
                <a:solidFill>
                  <a:srgbClr val="52645A"/>
                </a:solidFill>
                <a:latin typeface="Arial"/>
                <a:ea typeface="Arial"/>
                <a:cs typeface="Arial"/>
              </a:defRPr>
            </a:lvl4pPr>
            <a:lvl5pPr algn="l">
              <a:defRPr sz="825" b="0">
                <a:solidFill>
                  <a:srgbClr val="52645A"/>
                </a:solidFill>
                <a:latin typeface="Arial"/>
                <a:ea typeface="Arial"/>
                <a:cs typeface="Arial"/>
              </a:defRPr>
            </a:lvl5pPr>
            <a:lvl6pPr algn="l">
              <a:defRPr sz="825" b="0">
                <a:solidFill>
                  <a:srgbClr val="52645A"/>
                </a:solidFill>
                <a:latin typeface="Arial"/>
                <a:ea typeface="Arial"/>
                <a:cs typeface="Arial"/>
              </a:defRPr>
            </a:lvl6pPr>
            <a:lvl7pPr algn="l">
              <a:defRPr sz="825" b="0">
                <a:solidFill>
                  <a:srgbClr val="52645A"/>
                </a:solidFill>
                <a:latin typeface="Arial"/>
                <a:ea typeface="Arial"/>
                <a:cs typeface="Arial"/>
              </a:defRPr>
            </a:lvl7pPr>
            <a:lvl8pPr algn="l">
              <a:defRPr sz="825" b="0">
                <a:solidFill>
                  <a:srgbClr val="52645A"/>
                </a:solidFill>
                <a:latin typeface="Arial"/>
                <a:ea typeface="Arial"/>
                <a:cs typeface="Arial"/>
              </a:defRPr>
            </a:lvl8pPr>
            <a:lvl9pPr algn="l">
              <a:defRPr sz="825" b="0">
                <a:solidFill>
                  <a:srgbClr val="52645A"/>
                </a:solidFill>
                <a:latin typeface="Arial"/>
                <a:ea typeface="Arial"/>
                <a:cs typeface="Arial"/>
              </a:defRPr>
            </a:lvl9pPr>
          </a:lstStyle>
          <a:p xmlns:a="http://schemas.openxmlformats.org/drawingml/2006/main">
            <a:pPr algn="l">
              <a:defRPr sz="825" b="0">
                <a:solidFill>
                  <a:srgbClr val="52645A"/>
                </a:solidFill>
                <a:latin typeface="Arial"/>
                <a:ea typeface="Arial"/>
                <a:cs typeface="Arial"/>
              </a:defRPr>
            </a:pPr>
            <a:r>
              <a:rPr sz="825" b="0">
                <a:solidFill>
                  <a:srgbClr val="52645A"/>
                </a:solidFill>
                <a:latin typeface="Arial"/>
                <a:ea typeface="Arial"/>
                <a:cs typeface="Arial"/>
              </a:rPr>
              <a:t>CELLORAS  /  GENAI HACKATHON 2026</a:t>
            </a:r>
          </a:p>
        </p:txBody>
      </p:sp>
      <p:sp>
        <p:nvSpPr>
          <p:cNvPr id="4" name="text-29">
            <a:extLst xmlns:a="http://schemas.openxmlformats.org/drawingml/2006/main">
              <a:ext uri="{FF2B5EF4-FFF2-40B4-BE49-F238E27FC236}">
                <a16:creationId xmlns:a16="http://schemas.microsoft.com/office/drawing/2014/main" id="{5BE1C2C3-ED61-4A99-A73C-6EA929D263AD}"/>
              </a:ext>
            </a:extLst>
          </p:cNvPr>
          <p:cNvSpPr>
            <a:spLocks xmlns:a="http://schemas.openxmlformats.org/drawingml/2006/main" noGrp="1"/>
          </p:cNvSpPr>
          <p:nvPr/>
        </p:nvSpPr>
        <p:spPr>
          <a:xfrm xmlns:a="http://schemas.openxmlformats.org/drawingml/2006/main">
            <a:off x="11144250" y="6477000"/>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2645A"/>
                </a:solidFill>
                <a:latin typeface="Arial"/>
                <a:ea typeface="Arial"/>
                <a:cs typeface="Arial"/>
              </a:defRPr>
            </a:defPPr>
            <a:lvl1pPr algn="r">
              <a:defRPr sz="1050" b="0">
                <a:solidFill>
                  <a:srgbClr val="52645A"/>
                </a:solidFill>
                <a:latin typeface="Arial"/>
                <a:ea typeface="Arial"/>
                <a:cs typeface="Arial"/>
              </a:defRPr>
            </a:lvl1pPr>
            <a:lvl2pPr algn="r">
              <a:defRPr sz="1050" b="0">
                <a:solidFill>
                  <a:srgbClr val="52645A"/>
                </a:solidFill>
                <a:latin typeface="Arial"/>
                <a:ea typeface="Arial"/>
                <a:cs typeface="Arial"/>
              </a:defRPr>
            </a:lvl2pPr>
            <a:lvl3pPr algn="r">
              <a:defRPr sz="1050" b="0">
                <a:solidFill>
                  <a:srgbClr val="52645A"/>
                </a:solidFill>
                <a:latin typeface="Arial"/>
                <a:ea typeface="Arial"/>
                <a:cs typeface="Arial"/>
              </a:defRPr>
            </a:lvl3pPr>
            <a:lvl4pPr algn="r">
              <a:defRPr sz="1050" b="0">
                <a:solidFill>
                  <a:srgbClr val="52645A"/>
                </a:solidFill>
                <a:latin typeface="Arial"/>
                <a:ea typeface="Arial"/>
                <a:cs typeface="Arial"/>
              </a:defRPr>
            </a:lvl4pPr>
            <a:lvl5pPr algn="r">
              <a:defRPr sz="1050" b="0">
                <a:solidFill>
                  <a:srgbClr val="52645A"/>
                </a:solidFill>
                <a:latin typeface="Arial"/>
                <a:ea typeface="Arial"/>
                <a:cs typeface="Arial"/>
              </a:defRPr>
            </a:lvl5pPr>
            <a:lvl6pPr algn="r">
              <a:defRPr sz="1050" b="0">
                <a:solidFill>
                  <a:srgbClr val="52645A"/>
                </a:solidFill>
                <a:latin typeface="Arial"/>
                <a:ea typeface="Arial"/>
                <a:cs typeface="Arial"/>
              </a:defRPr>
            </a:lvl6pPr>
            <a:lvl7pPr algn="r">
              <a:defRPr sz="1050" b="0">
                <a:solidFill>
                  <a:srgbClr val="52645A"/>
                </a:solidFill>
                <a:latin typeface="Arial"/>
                <a:ea typeface="Arial"/>
                <a:cs typeface="Arial"/>
              </a:defRPr>
            </a:lvl7pPr>
            <a:lvl8pPr algn="r">
              <a:defRPr sz="1050" b="0">
                <a:solidFill>
                  <a:srgbClr val="52645A"/>
                </a:solidFill>
                <a:latin typeface="Arial"/>
                <a:ea typeface="Arial"/>
                <a:cs typeface="Arial"/>
              </a:defRPr>
            </a:lvl8pPr>
            <a:lvl9pPr algn="r">
              <a:defRPr sz="1050" b="0">
                <a:solidFill>
                  <a:srgbClr val="52645A"/>
                </a:solidFill>
                <a:latin typeface="Arial"/>
                <a:ea typeface="Arial"/>
                <a:cs typeface="Arial"/>
              </a:defRPr>
            </a:lvl9pPr>
          </a:lstStyle>
          <a:p xmlns:a="http://schemas.openxmlformats.org/drawingml/2006/main">
            <a:pPr algn="r">
              <a:defRPr sz="1050" b="0">
                <a:solidFill>
                  <a:srgbClr val="52645A"/>
                </a:solidFill>
                <a:latin typeface="Arial"/>
                <a:ea typeface="Arial"/>
                <a:cs typeface="Arial"/>
              </a:defRPr>
            </a:pPr>
            <a:r>
              <a:rPr sz="1050" b="0">
                <a:solidFill>
                  <a:srgbClr val="52645A"/>
                </a:solidFill>
                <a:latin typeface="Arial"/>
                <a:ea typeface="Arial"/>
                <a:cs typeface="Arial"/>
              </a:rPr>
              <a:t>03</a:t>
            </a:r>
          </a:p>
        </p:txBody>
      </p:sp>
      <p:sp>
        <p:nvSpPr>
          <p:cNvPr id="5" name="text-30">
            <a:extLst xmlns:a="http://schemas.openxmlformats.org/drawingml/2006/main">
              <a:ext uri="{FF2B5EF4-FFF2-40B4-BE49-F238E27FC236}">
                <a16:creationId xmlns:a16="http://schemas.microsoft.com/office/drawing/2014/main" id="{ABC00C72-0CA3-4E8D-B599-17DADBE6A7BC}"/>
              </a:ext>
            </a:extLst>
          </p:cNvPr>
          <p:cNvSpPr>
            <a:spLocks xmlns:a="http://schemas.openxmlformats.org/drawingml/2006/main" noGrp="1"/>
          </p:cNvSpPr>
          <p:nvPr/>
        </p:nvSpPr>
        <p:spPr>
          <a:xfrm xmlns:a="http://schemas.openxmlformats.org/drawingml/2006/main">
            <a:off x="609600" y="83820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4261A"/>
                </a:solidFill>
                <a:latin typeface="Arial"/>
                <a:ea typeface="Arial"/>
                <a:cs typeface="Arial"/>
              </a:defRPr>
            </a:defPPr>
            <a:lvl1pPr algn="l">
              <a:defRPr sz="3600" b="1">
                <a:solidFill>
                  <a:srgbClr val="14261A"/>
                </a:solidFill>
                <a:latin typeface="Arial"/>
                <a:ea typeface="Arial"/>
                <a:cs typeface="Arial"/>
              </a:defRPr>
            </a:lvl1pPr>
            <a:lvl2pPr algn="l">
              <a:defRPr sz="3600" b="1">
                <a:solidFill>
                  <a:srgbClr val="14261A"/>
                </a:solidFill>
                <a:latin typeface="Arial"/>
                <a:ea typeface="Arial"/>
                <a:cs typeface="Arial"/>
              </a:defRPr>
            </a:lvl2pPr>
            <a:lvl3pPr algn="l">
              <a:defRPr sz="3600" b="1">
                <a:solidFill>
                  <a:srgbClr val="14261A"/>
                </a:solidFill>
                <a:latin typeface="Arial"/>
                <a:ea typeface="Arial"/>
                <a:cs typeface="Arial"/>
              </a:defRPr>
            </a:lvl3pPr>
            <a:lvl4pPr algn="l">
              <a:defRPr sz="3600" b="1">
                <a:solidFill>
                  <a:srgbClr val="14261A"/>
                </a:solidFill>
                <a:latin typeface="Arial"/>
                <a:ea typeface="Arial"/>
                <a:cs typeface="Arial"/>
              </a:defRPr>
            </a:lvl4pPr>
            <a:lvl5pPr algn="l">
              <a:defRPr sz="3600" b="1">
                <a:solidFill>
                  <a:srgbClr val="14261A"/>
                </a:solidFill>
                <a:latin typeface="Arial"/>
                <a:ea typeface="Arial"/>
                <a:cs typeface="Arial"/>
              </a:defRPr>
            </a:lvl5pPr>
            <a:lvl6pPr algn="l">
              <a:defRPr sz="3600" b="1">
                <a:solidFill>
                  <a:srgbClr val="14261A"/>
                </a:solidFill>
                <a:latin typeface="Arial"/>
                <a:ea typeface="Arial"/>
                <a:cs typeface="Arial"/>
              </a:defRPr>
            </a:lvl6pPr>
            <a:lvl7pPr algn="l">
              <a:defRPr sz="3600" b="1">
                <a:solidFill>
                  <a:srgbClr val="14261A"/>
                </a:solidFill>
                <a:latin typeface="Arial"/>
                <a:ea typeface="Arial"/>
                <a:cs typeface="Arial"/>
              </a:defRPr>
            </a:lvl7pPr>
            <a:lvl8pPr algn="l">
              <a:defRPr sz="3600" b="1">
                <a:solidFill>
                  <a:srgbClr val="14261A"/>
                </a:solidFill>
                <a:latin typeface="Arial"/>
                <a:ea typeface="Arial"/>
                <a:cs typeface="Arial"/>
              </a:defRPr>
            </a:lvl8pPr>
            <a:lvl9pPr algn="l">
              <a:defRPr sz="3600" b="1">
                <a:solidFill>
                  <a:srgbClr val="14261A"/>
                </a:solidFill>
                <a:latin typeface="Arial"/>
                <a:ea typeface="Arial"/>
                <a:cs typeface="Arial"/>
              </a:defRPr>
            </a:lvl9pPr>
          </a:lstStyle>
          <a:p xmlns:a="http://schemas.openxmlformats.org/drawingml/2006/main">
            <a:pPr algn="l">
              <a:defRPr sz="3600" b="1">
                <a:solidFill>
                  <a:srgbClr val="14261A"/>
                </a:solidFill>
                <a:latin typeface="Arial"/>
                <a:ea typeface="Arial"/>
                <a:cs typeface="Arial"/>
              </a:defRPr>
            </a:pPr>
            <a:r>
              <a:rPr sz="3600" b="1">
                <a:solidFill>
                  <a:srgbClr val="14261A"/>
                </a:solidFill>
                <a:latin typeface="Arial"/>
                <a:ea typeface="Arial"/>
                <a:cs typeface="Arial"/>
              </a:rPr>
              <a:t>Investigate in one conversation.</a:t>
            </a:r>
          </a:p>
        </p:txBody>
      </p:sp>
      <p:sp>
        <p:nvSpPr>
          <p:cNvPr id="6" name="text-31">
            <a:extLst xmlns:a="http://schemas.openxmlformats.org/drawingml/2006/main">
              <a:ext uri="{FF2B5EF4-FFF2-40B4-BE49-F238E27FC236}">
                <a16:creationId xmlns:a16="http://schemas.microsoft.com/office/drawing/2014/main" id="{1259E988-FA03-4687-802B-1A2C3E182389}"/>
              </a:ext>
            </a:extLst>
          </p:cNvPr>
          <p:cNvSpPr>
            <a:spLocks xmlns:a="http://schemas.openxmlformats.org/drawingml/2006/main" noGrp="1"/>
          </p:cNvSpPr>
          <p:nvPr/>
        </p:nvSpPr>
        <p:spPr>
          <a:xfrm xmlns:a="http://schemas.openxmlformats.org/drawingml/2006/main">
            <a:off x="609600" y="23050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B5E20"/>
                </a:solidFill>
                <a:latin typeface="Arial"/>
                <a:ea typeface="Arial"/>
                <a:cs typeface="Arial"/>
              </a:defRPr>
            </a:defPPr>
            <a:lvl1pPr algn="l">
              <a:defRPr sz="1725" b="0">
                <a:solidFill>
                  <a:srgbClr val="1B5E20"/>
                </a:solidFill>
                <a:latin typeface="Arial"/>
                <a:ea typeface="Arial"/>
                <a:cs typeface="Arial"/>
              </a:defRPr>
            </a:lvl1pPr>
            <a:lvl2pPr algn="l">
              <a:defRPr sz="1725" b="0">
                <a:solidFill>
                  <a:srgbClr val="1B5E20"/>
                </a:solidFill>
                <a:latin typeface="Arial"/>
                <a:ea typeface="Arial"/>
                <a:cs typeface="Arial"/>
              </a:defRPr>
            </a:lvl2pPr>
            <a:lvl3pPr algn="l">
              <a:defRPr sz="1725" b="0">
                <a:solidFill>
                  <a:srgbClr val="1B5E20"/>
                </a:solidFill>
                <a:latin typeface="Arial"/>
                <a:ea typeface="Arial"/>
                <a:cs typeface="Arial"/>
              </a:defRPr>
            </a:lvl3pPr>
            <a:lvl4pPr algn="l">
              <a:defRPr sz="1725" b="0">
                <a:solidFill>
                  <a:srgbClr val="1B5E20"/>
                </a:solidFill>
                <a:latin typeface="Arial"/>
                <a:ea typeface="Arial"/>
                <a:cs typeface="Arial"/>
              </a:defRPr>
            </a:lvl4pPr>
            <a:lvl5pPr algn="l">
              <a:defRPr sz="1725" b="0">
                <a:solidFill>
                  <a:srgbClr val="1B5E20"/>
                </a:solidFill>
                <a:latin typeface="Arial"/>
                <a:ea typeface="Arial"/>
                <a:cs typeface="Arial"/>
              </a:defRPr>
            </a:lvl5pPr>
            <a:lvl6pPr algn="l">
              <a:defRPr sz="1725" b="0">
                <a:solidFill>
                  <a:srgbClr val="1B5E20"/>
                </a:solidFill>
                <a:latin typeface="Arial"/>
                <a:ea typeface="Arial"/>
                <a:cs typeface="Arial"/>
              </a:defRPr>
            </a:lvl6pPr>
            <a:lvl7pPr algn="l">
              <a:defRPr sz="1725" b="0">
                <a:solidFill>
                  <a:srgbClr val="1B5E20"/>
                </a:solidFill>
                <a:latin typeface="Arial"/>
                <a:ea typeface="Arial"/>
                <a:cs typeface="Arial"/>
              </a:defRPr>
            </a:lvl7pPr>
            <a:lvl8pPr algn="l">
              <a:defRPr sz="1725" b="0">
                <a:solidFill>
                  <a:srgbClr val="1B5E20"/>
                </a:solidFill>
                <a:latin typeface="Arial"/>
                <a:ea typeface="Arial"/>
                <a:cs typeface="Arial"/>
              </a:defRPr>
            </a:lvl8pPr>
            <a:lvl9pPr algn="l">
              <a:defRPr sz="1725" b="0">
                <a:solidFill>
                  <a:srgbClr val="1B5E20"/>
                </a:solidFill>
                <a:latin typeface="Arial"/>
                <a:ea typeface="Arial"/>
                <a:cs typeface="Arial"/>
              </a:defRPr>
            </a:lvl9pPr>
          </a:lstStyle>
          <a:p xmlns:a="http://schemas.openxmlformats.org/drawingml/2006/main">
            <a:pPr algn="l">
              <a:defRPr sz="1725" b="0">
                <a:solidFill>
                  <a:srgbClr val="1B5E20"/>
                </a:solidFill>
                <a:latin typeface="Arial"/>
                <a:ea typeface="Arial"/>
                <a:cs typeface="Arial"/>
              </a:defRPr>
            </a:pPr>
            <a:r>
              <a:rPr sz="1725" b="0">
                <a:solidFill>
                  <a:srgbClr val="1B5E20"/>
                </a:solidFill>
                <a:latin typeface="Arial"/>
                <a:ea typeface="Arial"/>
                <a:cs typeface="Arial"/>
              </a:rPr>
              <a:t>1</a:t>
            </a:r>
          </a:p>
        </p:txBody>
      </p:sp>
      <p:sp>
        <p:nvSpPr>
          <p:cNvPr id="7" name="text-32">
            <a:extLst xmlns:a="http://schemas.openxmlformats.org/drawingml/2006/main">
              <a:ext uri="{FF2B5EF4-FFF2-40B4-BE49-F238E27FC236}">
                <a16:creationId xmlns:a16="http://schemas.microsoft.com/office/drawing/2014/main" id="{3FDB76FC-3B97-4CAF-B454-4A1135CEDD9F}"/>
              </a:ext>
            </a:extLst>
          </p:cNvPr>
          <p:cNvSpPr>
            <a:spLocks xmlns:a="http://schemas.openxmlformats.org/drawingml/2006/main" noGrp="1"/>
          </p:cNvSpPr>
          <p:nvPr/>
        </p:nvSpPr>
        <p:spPr>
          <a:xfrm xmlns:a="http://schemas.openxmlformats.org/drawingml/2006/main">
            <a:off x="1085850" y="2276475"/>
            <a:ext cx="295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261A"/>
                </a:solidFill>
                <a:latin typeface="Arial"/>
                <a:ea typeface="Arial"/>
                <a:cs typeface="Arial"/>
              </a:defRPr>
            </a:defPPr>
            <a:lvl1pPr algn="l">
              <a:defRPr sz="2100" b="1">
                <a:solidFill>
                  <a:srgbClr val="14261A"/>
                </a:solidFill>
                <a:latin typeface="Arial"/>
                <a:ea typeface="Arial"/>
                <a:cs typeface="Arial"/>
              </a:defRPr>
            </a:lvl1pPr>
            <a:lvl2pPr algn="l">
              <a:defRPr sz="2100" b="1">
                <a:solidFill>
                  <a:srgbClr val="14261A"/>
                </a:solidFill>
                <a:latin typeface="Arial"/>
                <a:ea typeface="Arial"/>
                <a:cs typeface="Arial"/>
              </a:defRPr>
            </a:lvl2pPr>
            <a:lvl3pPr algn="l">
              <a:defRPr sz="2100" b="1">
                <a:solidFill>
                  <a:srgbClr val="14261A"/>
                </a:solidFill>
                <a:latin typeface="Arial"/>
                <a:ea typeface="Arial"/>
                <a:cs typeface="Arial"/>
              </a:defRPr>
            </a:lvl3pPr>
            <a:lvl4pPr algn="l">
              <a:defRPr sz="2100" b="1">
                <a:solidFill>
                  <a:srgbClr val="14261A"/>
                </a:solidFill>
                <a:latin typeface="Arial"/>
                <a:ea typeface="Arial"/>
                <a:cs typeface="Arial"/>
              </a:defRPr>
            </a:lvl4pPr>
            <a:lvl5pPr algn="l">
              <a:defRPr sz="2100" b="1">
                <a:solidFill>
                  <a:srgbClr val="14261A"/>
                </a:solidFill>
                <a:latin typeface="Arial"/>
                <a:ea typeface="Arial"/>
                <a:cs typeface="Arial"/>
              </a:defRPr>
            </a:lvl5pPr>
            <a:lvl6pPr algn="l">
              <a:defRPr sz="2100" b="1">
                <a:solidFill>
                  <a:srgbClr val="14261A"/>
                </a:solidFill>
                <a:latin typeface="Arial"/>
                <a:ea typeface="Arial"/>
                <a:cs typeface="Arial"/>
              </a:defRPr>
            </a:lvl6pPr>
            <a:lvl7pPr algn="l">
              <a:defRPr sz="2100" b="1">
                <a:solidFill>
                  <a:srgbClr val="14261A"/>
                </a:solidFill>
                <a:latin typeface="Arial"/>
                <a:ea typeface="Arial"/>
                <a:cs typeface="Arial"/>
              </a:defRPr>
            </a:lvl7pPr>
            <a:lvl8pPr algn="l">
              <a:defRPr sz="2100" b="1">
                <a:solidFill>
                  <a:srgbClr val="14261A"/>
                </a:solidFill>
                <a:latin typeface="Arial"/>
                <a:ea typeface="Arial"/>
                <a:cs typeface="Arial"/>
              </a:defRPr>
            </a:lvl8pPr>
            <a:lvl9pPr algn="l">
              <a:defRPr sz="2100" b="1">
                <a:solidFill>
                  <a:srgbClr val="14261A"/>
                </a:solidFill>
                <a:latin typeface="Arial"/>
                <a:ea typeface="Arial"/>
                <a:cs typeface="Arial"/>
              </a:defRPr>
            </a:lvl9pPr>
          </a:lstStyle>
          <a:p xmlns:a="http://schemas.openxmlformats.org/drawingml/2006/main">
            <a:pPr algn="l">
              <a:defRPr sz="2100" b="1">
                <a:solidFill>
                  <a:srgbClr val="14261A"/>
                </a:solidFill>
                <a:latin typeface="Arial"/>
                <a:ea typeface="Arial"/>
                <a:cs typeface="Arial"/>
              </a:defRPr>
            </a:pPr>
            <a:r>
              <a:rPr sz="2100" b="1">
                <a:solidFill>
                  <a:srgbClr val="14261A"/>
                </a:solidFill>
                <a:latin typeface="Arial"/>
                <a:ea typeface="Arial"/>
                <a:cs typeface="Arial"/>
              </a:rPr>
              <a:t>Ask</a:t>
            </a:r>
          </a:p>
        </p:txBody>
      </p:sp>
      <p:sp>
        <p:nvSpPr>
          <p:cNvPr id="8" name="text-33">
            <a:extLst xmlns:a="http://schemas.openxmlformats.org/drawingml/2006/main">
              <a:ext uri="{FF2B5EF4-FFF2-40B4-BE49-F238E27FC236}">
                <a16:creationId xmlns:a16="http://schemas.microsoft.com/office/drawing/2014/main" id="{5E16E03C-740A-47EF-9C49-F77C9B9B5BF1}"/>
              </a:ext>
            </a:extLst>
          </p:cNvPr>
          <p:cNvSpPr>
            <a:spLocks xmlns:a="http://schemas.openxmlformats.org/drawingml/2006/main" noGrp="1"/>
          </p:cNvSpPr>
          <p:nvPr/>
        </p:nvSpPr>
        <p:spPr>
          <a:xfrm xmlns:a="http://schemas.openxmlformats.org/drawingml/2006/main">
            <a:off x="1085850" y="2686050"/>
            <a:ext cx="285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2645A"/>
                </a:solidFill>
                <a:latin typeface="Arial"/>
                <a:ea typeface="Arial"/>
                <a:cs typeface="Arial"/>
              </a:defRPr>
            </a:defPPr>
            <a:lvl1pPr algn="l">
              <a:defRPr sz="1425" b="0">
                <a:solidFill>
                  <a:srgbClr val="52645A"/>
                </a:solidFill>
                <a:latin typeface="Arial"/>
                <a:ea typeface="Arial"/>
                <a:cs typeface="Arial"/>
              </a:defRPr>
            </a:lvl1pPr>
            <a:lvl2pPr algn="l">
              <a:defRPr sz="1425" b="0">
                <a:solidFill>
                  <a:srgbClr val="52645A"/>
                </a:solidFill>
                <a:latin typeface="Arial"/>
                <a:ea typeface="Arial"/>
                <a:cs typeface="Arial"/>
              </a:defRPr>
            </a:lvl2pPr>
            <a:lvl3pPr algn="l">
              <a:defRPr sz="1425" b="0">
                <a:solidFill>
                  <a:srgbClr val="52645A"/>
                </a:solidFill>
                <a:latin typeface="Arial"/>
                <a:ea typeface="Arial"/>
                <a:cs typeface="Arial"/>
              </a:defRPr>
            </a:lvl3pPr>
            <a:lvl4pPr algn="l">
              <a:defRPr sz="1425" b="0">
                <a:solidFill>
                  <a:srgbClr val="52645A"/>
                </a:solidFill>
                <a:latin typeface="Arial"/>
                <a:ea typeface="Arial"/>
                <a:cs typeface="Arial"/>
              </a:defRPr>
            </a:lvl4pPr>
            <a:lvl5pPr algn="l">
              <a:defRPr sz="1425" b="0">
                <a:solidFill>
                  <a:srgbClr val="52645A"/>
                </a:solidFill>
                <a:latin typeface="Arial"/>
                <a:ea typeface="Arial"/>
                <a:cs typeface="Arial"/>
              </a:defRPr>
            </a:lvl5pPr>
            <a:lvl6pPr algn="l">
              <a:defRPr sz="1425" b="0">
                <a:solidFill>
                  <a:srgbClr val="52645A"/>
                </a:solidFill>
                <a:latin typeface="Arial"/>
                <a:ea typeface="Arial"/>
                <a:cs typeface="Arial"/>
              </a:defRPr>
            </a:lvl6pPr>
            <a:lvl7pPr algn="l">
              <a:defRPr sz="1425" b="0">
                <a:solidFill>
                  <a:srgbClr val="52645A"/>
                </a:solidFill>
                <a:latin typeface="Arial"/>
                <a:ea typeface="Arial"/>
                <a:cs typeface="Arial"/>
              </a:defRPr>
            </a:lvl7pPr>
            <a:lvl8pPr algn="l">
              <a:defRPr sz="1425" b="0">
                <a:solidFill>
                  <a:srgbClr val="52645A"/>
                </a:solidFill>
                <a:latin typeface="Arial"/>
                <a:ea typeface="Arial"/>
                <a:cs typeface="Arial"/>
              </a:defRPr>
            </a:lvl8pPr>
            <a:lvl9pPr algn="l">
              <a:defRPr sz="1425" b="0">
                <a:solidFill>
                  <a:srgbClr val="52645A"/>
                </a:solidFill>
                <a:latin typeface="Arial"/>
                <a:ea typeface="Arial"/>
                <a:cs typeface="Arial"/>
              </a:defRPr>
            </a:lvl9pPr>
          </a:lstStyle>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Run analysis through the agent.</a:t>
            </a:r>
          </a:p>
        </p:txBody>
      </p:sp>
      <p:sp>
        <p:nvSpPr>
          <p:cNvPr id="9" name="text-34">
            <a:extLst xmlns:a="http://schemas.openxmlformats.org/drawingml/2006/main">
              <a:ext uri="{FF2B5EF4-FFF2-40B4-BE49-F238E27FC236}">
                <a16:creationId xmlns:a16="http://schemas.microsoft.com/office/drawing/2014/main" id="{CF1BC6E3-4A86-4CF9-923B-342E559E341E}"/>
              </a:ext>
            </a:extLst>
          </p:cNvPr>
          <p:cNvSpPr>
            <a:spLocks xmlns:a="http://schemas.openxmlformats.org/drawingml/2006/main" noGrp="1"/>
          </p:cNvSpPr>
          <p:nvPr/>
        </p:nvSpPr>
        <p:spPr>
          <a:xfrm xmlns:a="http://schemas.openxmlformats.org/drawingml/2006/main">
            <a:off x="609600" y="32194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B5E20"/>
                </a:solidFill>
                <a:latin typeface="Arial"/>
                <a:ea typeface="Arial"/>
                <a:cs typeface="Arial"/>
              </a:defRPr>
            </a:defPPr>
            <a:lvl1pPr algn="l">
              <a:defRPr sz="1725" b="0">
                <a:solidFill>
                  <a:srgbClr val="1B5E20"/>
                </a:solidFill>
                <a:latin typeface="Arial"/>
                <a:ea typeface="Arial"/>
                <a:cs typeface="Arial"/>
              </a:defRPr>
            </a:lvl1pPr>
            <a:lvl2pPr algn="l">
              <a:defRPr sz="1725" b="0">
                <a:solidFill>
                  <a:srgbClr val="1B5E20"/>
                </a:solidFill>
                <a:latin typeface="Arial"/>
                <a:ea typeface="Arial"/>
                <a:cs typeface="Arial"/>
              </a:defRPr>
            </a:lvl2pPr>
            <a:lvl3pPr algn="l">
              <a:defRPr sz="1725" b="0">
                <a:solidFill>
                  <a:srgbClr val="1B5E20"/>
                </a:solidFill>
                <a:latin typeface="Arial"/>
                <a:ea typeface="Arial"/>
                <a:cs typeface="Arial"/>
              </a:defRPr>
            </a:lvl3pPr>
            <a:lvl4pPr algn="l">
              <a:defRPr sz="1725" b="0">
                <a:solidFill>
                  <a:srgbClr val="1B5E20"/>
                </a:solidFill>
                <a:latin typeface="Arial"/>
                <a:ea typeface="Arial"/>
                <a:cs typeface="Arial"/>
              </a:defRPr>
            </a:lvl4pPr>
            <a:lvl5pPr algn="l">
              <a:defRPr sz="1725" b="0">
                <a:solidFill>
                  <a:srgbClr val="1B5E20"/>
                </a:solidFill>
                <a:latin typeface="Arial"/>
                <a:ea typeface="Arial"/>
                <a:cs typeface="Arial"/>
              </a:defRPr>
            </a:lvl5pPr>
            <a:lvl6pPr algn="l">
              <a:defRPr sz="1725" b="0">
                <a:solidFill>
                  <a:srgbClr val="1B5E20"/>
                </a:solidFill>
                <a:latin typeface="Arial"/>
                <a:ea typeface="Arial"/>
                <a:cs typeface="Arial"/>
              </a:defRPr>
            </a:lvl6pPr>
            <a:lvl7pPr algn="l">
              <a:defRPr sz="1725" b="0">
                <a:solidFill>
                  <a:srgbClr val="1B5E20"/>
                </a:solidFill>
                <a:latin typeface="Arial"/>
                <a:ea typeface="Arial"/>
                <a:cs typeface="Arial"/>
              </a:defRPr>
            </a:lvl7pPr>
            <a:lvl8pPr algn="l">
              <a:defRPr sz="1725" b="0">
                <a:solidFill>
                  <a:srgbClr val="1B5E20"/>
                </a:solidFill>
                <a:latin typeface="Arial"/>
                <a:ea typeface="Arial"/>
                <a:cs typeface="Arial"/>
              </a:defRPr>
            </a:lvl8pPr>
            <a:lvl9pPr algn="l">
              <a:defRPr sz="1725" b="0">
                <a:solidFill>
                  <a:srgbClr val="1B5E20"/>
                </a:solidFill>
                <a:latin typeface="Arial"/>
                <a:ea typeface="Arial"/>
                <a:cs typeface="Arial"/>
              </a:defRPr>
            </a:lvl9pPr>
          </a:lstStyle>
          <a:p xmlns:a="http://schemas.openxmlformats.org/drawingml/2006/main">
            <a:pPr algn="l">
              <a:defRPr sz="1725" b="0">
                <a:solidFill>
                  <a:srgbClr val="1B5E20"/>
                </a:solidFill>
                <a:latin typeface="Arial"/>
                <a:ea typeface="Arial"/>
                <a:cs typeface="Arial"/>
              </a:defRPr>
            </a:pPr>
            <a:r>
              <a:rPr sz="1725" b="0">
                <a:solidFill>
                  <a:srgbClr val="1B5E20"/>
                </a:solidFill>
                <a:latin typeface="Arial"/>
                <a:ea typeface="Arial"/>
                <a:cs typeface="Arial"/>
              </a:rPr>
              <a:t>2</a:t>
            </a:r>
          </a:p>
        </p:txBody>
      </p:sp>
      <p:sp>
        <p:nvSpPr>
          <p:cNvPr id="10" name="text-35">
            <a:extLst xmlns:a="http://schemas.openxmlformats.org/drawingml/2006/main">
              <a:ext uri="{FF2B5EF4-FFF2-40B4-BE49-F238E27FC236}">
                <a16:creationId xmlns:a16="http://schemas.microsoft.com/office/drawing/2014/main" id="{84D85823-DF3E-4114-8C15-1F485C34E8F8}"/>
              </a:ext>
            </a:extLst>
          </p:cNvPr>
          <p:cNvSpPr>
            <a:spLocks xmlns:a="http://schemas.openxmlformats.org/drawingml/2006/main" noGrp="1"/>
          </p:cNvSpPr>
          <p:nvPr/>
        </p:nvSpPr>
        <p:spPr>
          <a:xfrm xmlns:a="http://schemas.openxmlformats.org/drawingml/2006/main">
            <a:off x="1085850" y="3190875"/>
            <a:ext cx="295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261A"/>
                </a:solidFill>
                <a:latin typeface="Arial"/>
                <a:ea typeface="Arial"/>
                <a:cs typeface="Arial"/>
              </a:defRPr>
            </a:defPPr>
            <a:lvl1pPr algn="l">
              <a:defRPr sz="2100" b="1">
                <a:solidFill>
                  <a:srgbClr val="14261A"/>
                </a:solidFill>
                <a:latin typeface="Arial"/>
                <a:ea typeface="Arial"/>
                <a:cs typeface="Arial"/>
              </a:defRPr>
            </a:lvl1pPr>
            <a:lvl2pPr algn="l">
              <a:defRPr sz="2100" b="1">
                <a:solidFill>
                  <a:srgbClr val="14261A"/>
                </a:solidFill>
                <a:latin typeface="Arial"/>
                <a:ea typeface="Arial"/>
                <a:cs typeface="Arial"/>
              </a:defRPr>
            </a:lvl2pPr>
            <a:lvl3pPr algn="l">
              <a:defRPr sz="2100" b="1">
                <a:solidFill>
                  <a:srgbClr val="14261A"/>
                </a:solidFill>
                <a:latin typeface="Arial"/>
                <a:ea typeface="Arial"/>
                <a:cs typeface="Arial"/>
              </a:defRPr>
            </a:lvl3pPr>
            <a:lvl4pPr algn="l">
              <a:defRPr sz="2100" b="1">
                <a:solidFill>
                  <a:srgbClr val="14261A"/>
                </a:solidFill>
                <a:latin typeface="Arial"/>
                <a:ea typeface="Arial"/>
                <a:cs typeface="Arial"/>
              </a:defRPr>
            </a:lvl4pPr>
            <a:lvl5pPr algn="l">
              <a:defRPr sz="2100" b="1">
                <a:solidFill>
                  <a:srgbClr val="14261A"/>
                </a:solidFill>
                <a:latin typeface="Arial"/>
                <a:ea typeface="Arial"/>
                <a:cs typeface="Arial"/>
              </a:defRPr>
            </a:lvl5pPr>
            <a:lvl6pPr algn="l">
              <a:defRPr sz="2100" b="1">
                <a:solidFill>
                  <a:srgbClr val="14261A"/>
                </a:solidFill>
                <a:latin typeface="Arial"/>
                <a:ea typeface="Arial"/>
                <a:cs typeface="Arial"/>
              </a:defRPr>
            </a:lvl6pPr>
            <a:lvl7pPr algn="l">
              <a:defRPr sz="2100" b="1">
                <a:solidFill>
                  <a:srgbClr val="14261A"/>
                </a:solidFill>
                <a:latin typeface="Arial"/>
                <a:ea typeface="Arial"/>
                <a:cs typeface="Arial"/>
              </a:defRPr>
            </a:lvl7pPr>
            <a:lvl8pPr algn="l">
              <a:defRPr sz="2100" b="1">
                <a:solidFill>
                  <a:srgbClr val="14261A"/>
                </a:solidFill>
                <a:latin typeface="Arial"/>
                <a:ea typeface="Arial"/>
                <a:cs typeface="Arial"/>
              </a:defRPr>
            </a:lvl8pPr>
            <a:lvl9pPr algn="l">
              <a:defRPr sz="2100" b="1">
                <a:solidFill>
                  <a:srgbClr val="14261A"/>
                </a:solidFill>
                <a:latin typeface="Arial"/>
                <a:ea typeface="Arial"/>
                <a:cs typeface="Arial"/>
              </a:defRPr>
            </a:lvl9pPr>
          </a:lstStyle>
          <a:p xmlns:a="http://schemas.openxmlformats.org/drawingml/2006/main">
            <a:pPr algn="l">
              <a:defRPr sz="2100" b="1">
                <a:solidFill>
                  <a:srgbClr val="14261A"/>
                </a:solidFill>
                <a:latin typeface="Arial"/>
                <a:ea typeface="Arial"/>
                <a:cs typeface="Arial"/>
              </a:defRPr>
            </a:pPr>
            <a:r>
              <a:rPr sz="2100" b="1">
                <a:solidFill>
                  <a:srgbClr val="14261A"/>
                </a:solidFill>
                <a:latin typeface="Arial"/>
                <a:ea typeface="Arial"/>
                <a:cs typeface="Arial"/>
              </a:rPr>
              <a:t>Inspect</a:t>
            </a:r>
          </a:p>
        </p:txBody>
      </p:sp>
      <p:sp>
        <p:nvSpPr>
          <p:cNvPr id="11" name="text-36">
            <a:extLst xmlns:a="http://schemas.openxmlformats.org/drawingml/2006/main">
              <a:ext uri="{FF2B5EF4-FFF2-40B4-BE49-F238E27FC236}">
                <a16:creationId xmlns:a16="http://schemas.microsoft.com/office/drawing/2014/main" id="{49A89236-C22D-41A4-ABA3-CA06FFAC0399}"/>
              </a:ext>
            </a:extLst>
          </p:cNvPr>
          <p:cNvSpPr>
            <a:spLocks xmlns:a="http://schemas.openxmlformats.org/drawingml/2006/main" noGrp="1"/>
          </p:cNvSpPr>
          <p:nvPr/>
        </p:nvSpPr>
        <p:spPr>
          <a:xfrm xmlns:a="http://schemas.openxmlformats.org/drawingml/2006/main">
            <a:off x="1085850" y="3600450"/>
            <a:ext cx="285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2645A"/>
                </a:solidFill>
                <a:latin typeface="Arial"/>
                <a:ea typeface="Arial"/>
                <a:cs typeface="Arial"/>
              </a:defRPr>
            </a:defPPr>
            <a:lvl1pPr algn="l">
              <a:defRPr sz="1425" b="0">
                <a:solidFill>
                  <a:srgbClr val="52645A"/>
                </a:solidFill>
                <a:latin typeface="Arial"/>
                <a:ea typeface="Arial"/>
                <a:cs typeface="Arial"/>
              </a:defRPr>
            </a:lvl1pPr>
            <a:lvl2pPr algn="l">
              <a:defRPr sz="1425" b="0">
                <a:solidFill>
                  <a:srgbClr val="52645A"/>
                </a:solidFill>
                <a:latin typeface="Arial"/>
                <a:ea typeface="Arial"/>
                <a:cs typeface="Arial"/>
              </a:defRPr>
            </a:lvl2pPr>
            <a:lvl3pPr algn="l">
              <a:defRPr sz="1425" b="0">
                <a:solidFill>
                  <a:srgbClr val="52645A"/>
                </a:solidFill>
                <a:latin typeface="Arial"/>
                <a:ea typeface="Arial"/>
                <a:cs typeface="Arial"/>
              </a:defRPr>
            </a:lvl3pPr>
            <a:lvl4pPr algn="l">
              <a:defRPr sz="1425" b="0">
                <a:solidFill>
                  <a:srgbClr val="52645A"/>
                </a:solidFill>
                <a:latin typeface="Arial"/>
                <a:ea typeface="Arial"/>
                <a:cs typeface="Arial"/>
              </a:defRPr>
            </a:lvl4pPr>
            <a:lvl5pPr algn="l">
              <a:defRPr sz="1425" b="0">
                <a:solidFill>
                  <a:srgbClr val="52645A"/>
                </a:solidFill>
                <a:latin typeface="Arial"/>
                <a:ea typeface="Arial"/>
                <a:cs typeface="Arial"/>
              </a:defRPr>
            </a:lvl5pPr>
            <a:lvl6pPr algn="l">
              <a:defRPr sz="1425" b="0">
                <a:solidFill>
                  <a:srgbClr val="52645A"/>
                </a:solidFill>
                <a:latin typeface="Arial"/>
                <a:ea typeface="Arial"/>
                <a:cs typeface="Arial"/>
              </a:defRPr>
            </a:lvl6pPr>
            <a:lvl7pPr algn="l">
              <a:defRPr sz="1425" b="0">
                <a:solidFill>
                  <a:srgbClr val="52645A"/>
                </a:solidFill>
                <a:latin typeface="Arial"/>
                <a:ea typeface="Arial"/>
                <a:cs typeface="Arial"/>
              </a:defRPr>
            </a:lvl7pPr>
            <a:lvl8pPr algn="l">
              <a:defRPr sz="1425" b="0">
                <a:solidFill>
                  <a:srgbClr val="52645A"/>
                </a:solidFill>
                <a:latin typeface="Arial"/>
                <a:ea typeface="Arial"/>
                <a:cs typeface="Arial"/>
              </a:defRPr>
            </a:lvl8pPr>
            <a:lvl9pPr algn="l">
              <a:defRPr sz="1425" b="0">
                <a:solidFill>
                  <a:srgbClr val="52645A"/>
                </a:solidFill>
                <a:latin typeface="Arial"/>
                <a:ea typeface="Arial"/>
                <a:cs typeface="Arial"/>
              </a:defRPr>
            </a:lvl9pPr>
          </a:lstStyle>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See the map, markers and sources.</a:t>
            </a:r>
          </a:p>
        </p:txBody>
      </p:sp>
      <p:sp>
        <p:nvSpPr>
          <p:cNvPr id="12" name="text-37">
            <a:extLst xmlns:a="http://schemas.openxmlformats.org/drawingml/2006/main">
              <a:ext uri="{FF2B5EF4-FFF2-40B4-BE49-F238E27FC236}">
                <a16:creationId xmlns:a16="http://schemas.microsoft.com/office/drawing/2014/main" id="{5E3B7D8B-1B18-4549-9335-710FB91225D6}"/>
              </a:ext>
            </a:extLst>
          </p:cNvPr>
          <p:cNvSpPr>
            <a:spLocks xmlns:a="http://schemas.openxmlformats.org/drawingml/2006/main" noGrp="1"/>
          </p:cNvSpPr>
          <p:nvPr/>
        </p:nvSpPr>
        <p:spPr>
          <a:xfrm xmlns:a="http://schemas.openxmlformats.org/drawingml/2006/main">
            <a:off x="609600" y="41338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B5E20"/>
                </a:solidFill>
                <a:latin typeface="Arial"/>
                <a:ea typeface="Arial"/>
                <a:cs typeface="Arial"/>
              </a:defRPr>
            </a:defPPr>
            <a:lvl1pPr algn="l">
              <a:defRPr sz="1725" b="0">
                <a:solidFill>
                  <a:srgbClr val="1B5E20"/>
                </a:solidFill>
                <a:latin typeface="Arial"/>
                <a:ea typeface="Arial"/>
                <a:cs typeface="Arial"/>
              </a:defRPr>
            </a:lvl1pPr>
            <a:lvl2pPr algn="l">
              <a:defRPr sz="1725" b="0">
                <a:solidFill>
                  <a:srgbClr val="1B5E20"/>
                </a:solidFill>
                <a:latin typeface="Arial"/>
                <a:ea typeface="Arial"/>
                <a:cs typeface="Arial"/>
              </a:defRPr>
            </a:lvl2pPr>
            <a:lvl3pPr algn="l">
              <a:defRPr sz="1725" b="0">
                <a:solidFill>
                  <a:srgbClr val="1B5E20"/>
                </a:solidFill>
                <a:latin typeface="Arial"/>
                <a:ea typeface="Arial"/>
                <a:cs typeface="Arial"/>
              </a:defRPr>
            </a:lvl3pPr>
            <a:lvl4pPr algn="l">
              <a:defRPr sz="1725" b="0">
                <a:solidFill>
                  <a:srgbClr val="1B5E20"/>
                </a:solidFill>
                <a:latin typeface="Arial"/>
                <a:ea typeface="Arial"/>
                <a:cs typeface="Arial"/>
              </a:defRPr>
            </a:lvl4pPr>
            <a:lvl5pPr algn="l">
              <a:defRPr sz="1725" b="0">
                <a:solidFill>
                  <a:srgbClr val="1B5E20"/>
                </a:solidFill>
                <a:latin typeface="Arial"/>
                <a:ea typeface="Arial"/>
                <a:cs typeface="Arial"/>
              </a:defRPr>
            </a:lvl5pPr>
            <a:lvl6pPr algn="l">
              <a:defRPr sz="1725" b="0">
                <a:solidFill>
                  <a:srgbClr val="1B5E20"/>
                </a:solidFill>
                <a:latin typeface="Arial"/>
                <a:ea typeface="Arial"/>
                <a:cs typeface="Arial"/>
              </a:defRPr>
            </a:lvl6pPr>
            <a:lvl7pPr algn="l">
              <a:defRPr sz="1725" b="0">
                <a:solidFill>
                  <a:srgbClr val="1B5E20"/>
                </a:solidFill>
                <a:latin typeface="Arial"/>
                <a:ea typeface="Arial"/>
                <a:cs typeface="Arial"/>
              </a:defRPr>
            </a:lvl7pPr>
            <a:lvl8pPr algn="l">
              <a:defRPr sz="1725" b="0">
                <a:solidFill>
                  <a:srgbClr val="1B5E20"/>
                </a:solidFill>
                <a:latin typeface="Arial"/>
                <a:ea typeface="Arial"/>
                <a:cs typeface="Arial"/>
              </a:defRPr>
            </a:lvl8pPr>
            <a:lvl9pPr algn="l">
              <a:defRPr sz="1725" b="0">
                <a:solidFill>
                  <a:srgbClr val="1B5E20"/>
                </a:solidFill>
                <a:latin typeface="Arial"/>
                <a:ea typeface="Arial"/>
                <a:cs typeface="Arial"/>
              </a:defRPr>
            </a:lvl9pPr>
          </a:lstStyle>
          <a:p xmlns:a="http://schemas.openxmlformats.org/drawingml/2006/main">
            <a:pPr algn="l">
              <a:defRPr sz="1725" b="0">
                <a:solidFill>
                  <a:srgbClr val="1B5E20"/>
                </a:solidFill>
                <a:latin typeface="Arial"/>
                <a:ea typeface="Arial"/>
                <a:cs typeface="Arial"/>
              </a:defRPr>
            </a:pPr>
            <a:r>
              <a:rPr sz="1725" b="0">
                <a:solidFill>
                  <a:srgbClr val="1B5E20"/>
                </a:solidFill>
                <a:latin typeface="Arial"/>
                <a:ea typeface="Arial"/>
                <a:cs typeface="Arial"/>
              </a:rPr>
              <a:t>3</a:t>
            </a:r>
          </a:p>
        </p:txBody>
      </p:sp>
      <p:sp>
        <p:nvSpPr>
          <p:cNvPr id="13" name="text-38">
            <a:extLst xmlns:a="http://schemas.openxmlformats.org/drawingml/2006/main">
              <a:ext uri="{FF2B5EF4-FFF2-40B4-BE49-F238E27FC236}">
                <a16:creationId xmlns:a16="http://schemas.microsoft.com/office/drawing/2014/main" id="{1F7D2812-AF7B-4373-A56F-85B5797CBF73}"/>
              </a:ext>
            </a:extLst>
          </p:cNvPr>
          <p:cNvSpPr>
            <a:spLocks xmlns:a="http://schemas.openxmlformats.org/drawingml/2006/main" noGrp="1"/>
          </p:cNvSpPr>
          <p:nvPr/>
        </p:nvSpPr>
        <p:spPr>
          <a:xfrm xmlns:a="http://schemas.openxmlformats.org/drawingml/2006/main">
            <a:off x="1085850" y="4105275"/>
            <a:ext cx="295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261A"/>
                </a:solidFill>
                <a:latin typeface="Arial"/>
                <a:ea typeface="Arial"/>
                <a:cs typeface="Arial"/>
              </a:defRPr>
            </a:defPPr>
            <a:lvl1pPr algn="l">
              <a:defRPr sz="2100" b="1">
                <a:solidFill>
                  <a:srgbClr val="14261A"/>
                </a:solidFill>
                <a:latin typeface="Arial"/>
                <a:ea typeface="Arial"/>
                <a:cs typeface="Arial"/>
              </a:defRPr>
            </a:lvl1pPr>
            <a:lvl2pPr algn="l">
              <a:defRPr sz="2100" b="1">
                <a:solidFill>
                  <a:srgbClr val="14261A"/>
                </a:solidFill>
                <a:latin typeface="Arial"/>
                <a:ea typeface="Arial"/>
                <a:cs typeface="Arial"/>
              </a:defRPr>
            </a:lvl2pPr>
            <a:lvl3pPr algn="l">
              <a:defRPr sz="2100" b="1">
                <a:solidFill>
                  <a:srgbClr val="14261A"/>
                </a:solidFill>
                <a:latin typeface="Arial"/>
                <a:ea typeface="Arial"/>
                <a:cs typeface="Arial"/>
              </a:defRPr>
            </a:lvl3pPr>
            <a:lvl4pPr algn="l">
              <a:defRPr sz="2100" b="1">
                <a:solidFill>
                  <a:srgbClr val="14261A"/>
                </a:solidFill>
                <a:latin typeface="Arial"/>
                <a:ea typeface="Arial"/>
                <a:cs typeface="Arial"/>
              </a:defRPr>
            </a:lvl4pPr>
            <a:lvl5pPr algn="l">
              <a:defRPr sz="2100" b="1">
                <a:solidFill>
                  <a:srgbClr val="14261A"/>
                </a:solidFill>
                <a:latin typeface="Arial"/>
                <a:ea typeface="Arial"/>
                <a:cs typeface="Arial"/>
              </a:defRPr>
            </a:lvl5pPr>
            <a:lvl6pPr algn="l">
              <a:defRPr sz="2100" b="1">
                <a:solidFill>
                  <a:srgbClr val="14261A"/>
                </a:solidFill>
                <a:latin typeface="Arial"/>
                <a:ea typeface="Arial"/>
                <a:cs typeface="Arial"/>
              </a:defRPr>
            </a:lvl6pPr>
            <a:lvl7pPr algn="l">
              <a:defRPr sz="2100" b="1">
                <a:solidFill>
                  <a:srgbClr val="14261A"/>
                </a:solidFill>
                <a:latin typeface="Arial"/>
                <a:ea typeface="Arial"/>
                <a:cs typeface="Arial"/>
              </a:defRPr>
            </a:lvl7pPr>
            <a:lvl8pPr algn="l">
              <a:defRPr sz="2100" b="1">
                <a:solidFill>
                  <a:srgbClr val="14261A"/>
                </a:solidFill>
                <a:latin typeface="Arial"/>
                <a:ea typeface="Arial"/>
                <a:cs typeface="Arial"/>
              </a:defRPr>
            </a:lvl8pPr>
            <a:lvl9pPr algn="l">
              <a:defRPr sz="2100" b="1">
                <a:solidFill>
                  <a:srgbClr val="14261A"/>
                </a:solidFill>
                <a:latin typeface="Arial"/>
                <a:ea typeface="Arial"/>
                <a:cs typeface="Arial"/>
              </a:defRPr>
            </a:lvl9pPr>
          </a:lstStyle>
          <a:p xmlns:a="http://schemas.openxmlformats.org/drawingml/2006/main">
            <a:pPr algn="l">
              <a:defRPr sz="2100" b="1">
                <a:solidFill>
                  <a:srgbClr val="14261A"/>
                </a:solidFill>
                <a:latin typeface="Arial"/>
                <a:ea typeface="Arial"/>
                <a:cs typeface="Arial"/>
              </a:defRPr>
            </a:pPr>
            <a:r>
              <a:rPr sz="2100" b="1">
                <a:solidFill>
                  <a:srgbClr val="14261A"/>
                </a:solidFill>
                <a:latin typeface="Arial"/>
                <a:ea typeface="Arial"/>
                <a:cs typeface="Arial"/>
              </a:rPr>
              <a:t>Review</a:t>
            </a:r>
          </a:p>
        </p:txBody>
      </p:sp>
      <p:sp>
        <p:nvSpPr>
          <p:cNvPr id="14" name="text-39">
            <a:extLst xmlns:a="http://schemas.openxmlformats.org/drawingml/2006/main">
              <a:ext uri="{FF2B5EF4-FFF2-40B4-BE49-F238E27FC236}">
                <a16:creationId xmlns:a16="http://schemas.microsoft.com/office/drawing/2014/main" id="{21A22E27-FFD1-48D5-B6DA-D2B1FBF0C08B}"/>
              </a:ext>
            </a:extLst>
          </p:cNvPr>
          <p:cNvSpPr>
            <a:spLocks xmlns:a="http://schemas.openxmlformats.org/drawingml/2006/main" noGrp="1"/>
          </p:cNvSpPr>
          <p:nvPr/>
        </p:nvSpPr>
        <p:spPr>
          <a:xfrm xmlns:a="http://schemas.openxmlformats.org/drawingml/2006/main">
            <a:off x="1085850" y="4514850"/>
            <a:ext cx="285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2645A"/>
                </a:solidFill>
                <a:latin typeface="Arial"/>
                <a:ea typeface="Arial"/>
                <a:cs typeface="Arial"/>
              </a:defRPr>
            </a:defPPr>
            <a:lvl1pPr algn="l">
              <a:defRPr sz="1425" b="0">
                <a:solidFill>
                  <a:srgbClr val="52645A"/>
                </a:solidFill>
                <a:latin typeface="Arial"/>
                <a:ea typeface="Arial"/>
                <a:cs typeface="Arial"/>
              </a:defRPr>
            </a:lvl1pPr>
            <a:lvl2pPr algn="l">
              <a:defRPr sz="1425" b="0">
                <a:solidFill>
                  <a:srgbClr val="52645A"/>
                </a:solidFill>
                <a:latin typeface="Arial"/>
                <a:ea typeface="Arial"/>
                <a:cs typeface="Arial"/>
              </a:defRPr>
            </a:lvl2pPr>
            <a:lvl3pPr algn="l">
              <a:defRPr sz="1425" b="0">
                <a:solidFill>
                  <a:srgbClr val="52645A"/>
                </a:solidFill>
                <a:latin typeface="Arial"/>
                <a:ea typeface="Arial"/>
                <a:cs typeface="Arial"/>
              </a:defRPr>
            </a:lvl3pPr>
            <a:lvl4pPr algn="l">
              <a:defRPr sz="1425" b="0">
                <a:solidFill>
                  <a:srgbClr val="52645A"/>
                </a:solidFill>
                <a:latin typeface="Arial"/>
                <a:ea typeface="Arial"/>
                <a:cs typeface="Arial"/>
              </a:defRPr>
            </a:lvl4pPr>
            <a:lvl5pPr algn="l">
              <a:defRPr sz="1425" b="0">
                <a:solidFill>
                  <a:srgbClr val="52645A"/>
                </a:solidFill>
                <a:latin typeface="Arial"/>
                <a:ea typeface="Arial"/>
                <a:cs typeface="Arial"/>
              </a:defRPr>
            </a:lvl5pPr>
            <a:lvl6pPr algn="l">
              <a:defRPr sz="1425" b="0">
                <a:solidFill>
                  <a:srgbClr val="52645A"/>
                </a:solidFill>
                <a:latin typeface="Arial"/>
                <a:ea typeface="Arial"/>
                <a:cs typeface="Arial"/>
              </a:defRPr>
            </a:lvl6pPr>
            <a:lvl7pPr algn="l">
              <a:defRPr sz="1425" b="0">
                <a:solidFill>
                  <a:srgbClr val="52645A"/>
                </a:solidFill>
                <a:latin typeface="Arial"/>
                <a:ea typeface="Arial"/>
                <a:cs typeface="Arial"/>
              </a:defRPr>
            </a:lvl7pPr>
            <a:lvl8pPr algn="l">
              <a:defRPr sz="1425" b="0">
                <a:solidFill>
                  <a:srgbClr val="52645A"/>
                </a:solidFill>
                <a:latin typeface="Arial"/>
                <a:ea typeface="Arial"/>
                <a:cs typeface="Arial"/>
              </a:defRPr>
            </a:lvl8pPr>
            <a:lvl9pPr algn="l">
              <a:defRPr sz="1425" b="0">
                <a:solidFill>
                  <a:srgbClr val="52645A"/>
                </a:solidFill>
                <a:latin typeface="Arial"/>
                <a:ea typeface="Arial"/>
                <a:cs typeface="Arial"/>
              </a:defRPr>
            </a:lvl9pPr>
          </a:lstStyle>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Save your decision and its reason.</a:t>
            </a:r>
          </a:p>
        </p:txBody>
      </p:sp>
      <p:sp>
        <p:nvSpPr>
          <p:cNvPr id="15" name="text-40">
            <a:extLst xmlns:a="http://schemas.openxmlformats.org/drawingml/2006/main">
              <a:ext uri="{FF2B5EF4-FFF2-40B4-BE49-F238E27FC236}">
                <a16:creationId xmlns:a16="http://schemas.microsoft.com/office/drawing/2014/main" id="{E56C5E5C-DD7F-4F92-B4C6-D020FE21C59F}"/>
              </a:ext>
            </a:extLst>
          </p:cNvPr>
          <p:cNvSpPr>
            <a:spLocks xmlns:a="http://schemas.openxmlformats.org/drawingml/2006/main" noGrp="1"/>
          </p:cNvSpPr>
          <p:nvPr/>
        </p:nvSpPr>
        <p:spPr>
          <a:xfrm xmlns:a="http://schemas.openxmlformats.org/drawingml/2006/main">
            <a:off x="609600" y="50482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B5E20"/>
                </a:solidFill>
                <a:latin typeface="Arial"/>
                <a:ea typeface="Arial"/>
                <a:cs typeface="Arial"/>
              </a:defRPr>
            </a:defPPr>
            <a:lvl1pPr algn="l">
              <a:defRPr sz="1725" b="0">
                <a:solidFill>
                  <a:srgbClr val="1B5E20"/>
                </a:solidFill>
                <a:latin typeface="Arial"/>
                <a:ea typeface="Arial"/>
                <a:cs typeface="Arial"/>
              </a:defRPr>
            </a:lvl1pPr>
            <a:lvl2pPr algn="l">
              <a:defRPr sz="1725" b="0">
                <a:solidFill>
                  <a:srgbClr val="1B5E20"/>
                </a:solidFill>
                <a:latin typeface="Arial"/>
                <a:ea typeface="Arial"/>
                <a:cs typeface="Arial"/>
              </a:defRPr>
            </a:lvl2pPr>
            <a:lvl3pPr algn="l">
              <a:defRPr sz="1725" b="0">
                <a:solidFill>
                  <a:srgbClr val="1B5E20"/>
                </a:solidFill>
                <a:latin typeface="Arial"/>
                <a:ea typeface="Arial"/>
                <a:cs typeface="Arial"/>
              </a:defRPr>
            </a:lvl3pPr>
            <a:lvl4pPr algn="l">
              <a:defRPr sz="1725" b="0">
                <a:solidFill>
                  <a:srgbClr val="1B5E20"/>
                </a:solidFill>
                <a:latin typeface="Arial"/>
                <a:ea typeface="Arial"/>
                <a:cs typeface="Arial"/>
              </a:defRPr>
            </a:lvl4pPr>
            <a:lvl5pPr algn="l">
              <a:defRPr sz="1725" b="0">
                <a:solidFill>
                  <a:srgbClr val="1B5E20"/>
                </a:solidFill>
                <a:latin typeface="Arial"/>
                <a:ea typeface="Arial"/>
                <a:cs typeface="Arial"/>
              </a:defRPr>
            </a:lvl5pPr>
            <a:lvl6pPr algn="l">
              <a:defRPr sz="1725" b="0">
                <a:solidFill>
                  <a:srgbClr val="1B5E20"/>
                </a:solidFill>
                <a:latin typeface="Arial"/>
                <a:ea typeface="Arial"/>
                <a:cs typeface="Arial"/>
              </a:defRPr>
            </a:lvl6pPr>
            <a:lvl7pPr algn="l">
              <a:defRPr sz="1725" b="0">
                <a:solidFill>
                  <a:srgbClr val="1B5E20"/>
                </a:solidFill>
                <a:latin typeface="Arial"/>
                <a:ea typeface="Arial"/>
                <a:cs typeface="Arial"/>
              </a:defRPr>
            </a:lvl7pPr>
            <a:lvl8pPr algn="l">
              <a:defRPr sz="1725" b="0">
                <a:solidFill>
                  <a:srgbClr val="1B5E20"/>
                </a:solidFill>
                <a:latin typeface="Arial"/>
                <a:ea typeface="Arial"/>
                <a:cs typeface="Arial"/>
              </a:defRPr>
            </a:lvl8pPr>
            <a:lvl9pPr algn="l">
              <a:defRPr sz="1725" b="0">
                <a:solidFill>
                  <a:srgbClr val="1B5E20"/>
                </a:solidFill>
                <a:latin typeface="Arial"/>
                <a:ea typeface="Arial"/>
                <a:cs typeface="Arial"/>
              </a:defRPr>
            </a:lvl9pPr>
          </a:lstStyle>
          <a:p xmlns:a="http://schemas.openxmlformats.org/drawingml/2006/main">
            <a:pPr algn="l">
              <a:defRPr sz="1725" b="0">
                <a:solidFill>
                  <a:srgbClr val="1B5E20"/>
                </a:solidFill>
                <a:latin typeface="Arial"/>
                <a:ea typeface="Arial"/>
                <a:cs typeface="Arial"/>
              </a:defRPr>
            </a:pPr>
            <a:r>
              <a:rPr sz="1725" b="0">
                <a:solidFill>
                  <a:srgbClr val="1B5E20"/>
                </a:solidFill>
                <a:latin typeface="Arial"/>
                <a:ea typeface="Arial"/>
                <a:cs typeface="Arial"/>
              </a:rPr>
              <a:t>4</a:t>
            </a:r>
          </a:p>
        </p:txBody>
      </p:sp>
      <p:sp>
        <p:nvSpPr>
          <p:cNvPr id="16" name="text-41">
            <a:extLst xmlns:a="http://schemas.openxmlformats.org/drawingml/2006/main">
              <a:ext uri="{FF2B5EF4-FFF2-40B4-BE49-F238E27FC236}">
                <a16:creationId xmlns:a16="http://schemas.microsoft.com/office/drawing/2014/main" id="{67E24712-2669-4051-8079-DAFA2C74126D}"/>
              </a:ext>
            </a:extLst>
          </p:cNvPr>
          <p:cNvSpPr>
            <a:spLocks xmlns:a="http://schemas.openxmlformats.org/drawingml/2006/main" noGrp="1"/>
          </p:cNvSpPr>
          <p:nvPr/>
        </p:nvSpPr>
        <p:spPr>
          <a:xfrm xmlns:a="http://schemas.openxmlformats.org/drawingml/2006/main">
            <a:off x="1085850" y="5019675"/>
            <a:ext cx="295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4261A"/>
                </a:solidFill>
                <a:latin typeface="Arial"/>
                <a:ea typeface="Arial"/>
                <a:cs typeface="Arial"/>
              </a:defRPr>
            </a:defPPr>
            <a:lvl1pPr algn="l">
              <a:defRPr sz="2100" b="1">
                <a:solidFill>
                  <a:srgbClr val="14261A"/>
                </a:solidFill>
                <a:latin typeface="Arial"/>
                <a:ea typeface="Arial"/>
                <a:cs typeface="Arial"/>
              </a:defRPr>
            </a:lvl1pPr>
            <a:lvl2pPr algn="l">
              <a:defRPr sz="2100" b="1">
                <a:solidFill>
                  <a:srgbClr val="14261A"/>
                </a:solidFill>
                <a:latin typeface="Arial"/>
                <a:ea typeface="Arial"/>
                <a:cs typeface="Arial"/>
              </a:defRPr>
            </a:lvl2pPr>
            <a:lvl3pPr algn="l">
              <a:defRPr sz="2100" b="1">
                <a:solidFill>
                  <a:srgbClr val="14261A"/>
                </a:solidFill>
                <a:latin typeface="Arial"/>
                <a:ea typeface="Arial"/>
                <a:cs typeface="Arial"/>
              </a:defRPr>
            </a:lvl3pPr>
            <a:lvl4pPr algn="l">
              <a:defRPr sz="2100" b="1">
                <a:solidFill>
                  <a:srgbClr val="14261A"/>
                </a:solidFill>
                <a:latin typeface="Arial"/>
                <a:ea typeface="Arial"/>
                <a:cs typeface="Arial"/>
              </a:defRPr>
            </a:lvl4pPr>
            <a:lvl5pPr algn="l">
              <a:defRPr sz="2100" b="1">
                <a:solidFill>
                  <a:srgbClr val="14261A"/>
                </a:solidFill>
                <a:latin typeface="Arial"/>
                <a:ea typeface="Arial"/>
                <a:cs typeface="Arial"/>
              </a:defRPr>
            </a:lvl5pPr>
            <a:lvl6pPr algn="l">
              <a:defRPr sz="2100" b="1">
                <a:solidFill>
                  <a:srgbClr val="14261A"/>
                </a:solidFill>
                <a:latin typeface="Arial"/>
                <a:ea typeface="Arial"/>
                <a:cs typeface="Arial"/>
              </a:defRPr>
            </a:lvl6pPr>
            <a:lvl7pPr algn="l">
              <a:defRPr sz="2100" b="1">
                <a:solidFill>
                  <a:srgbClr val="14261A"/>
                </a:solidFill>
                <a:latin typeface="Arial"/>
                <a:ea typeface="Arial"/>
                <a:cs typeface="Arial"/>
              </a:defRPr>
            </a:lvl7pPr>
            <a:lvl8pPr algn="l">
              <a:defRPr sz="2100" b="1">
                <a:solidFill>
                  <a:srgbClr val="14261A"/>
                </a:solidFill>
                <a:latin typeface="Arial"/>
                <a:ea typeface="Arial"/>
                <a:cs typeface="Arial"/>
              </a:defRPr>
            </a:lvl8pPr>
            <a:lvl9pPr algn="l">
              <a:defRPr sz="2100" b="1">
                <a:solidFill>
                  <a:srgbClr val="14261A"/>
                </a:solidFill>
                <a:latin typeface="Arial"/>
                <a:ea typeface="Arial"/>
                <a:cs typeface="Arial"/>
              </a:defRPr>
            </a:lvl9pPr>
          </a:lstStyle>
          <a:p xmlns:a="http://schemas.openxmlformats.org/drawingml/2006/main">
            <a:pPr algn="l">
              <a:defRPr sz="2100" b="1">
                <a:solidFill>
                  <a:srgbClr val="14261A"/>
                </a:solidFill>
                <a:latin typeface="Arial"/>
                <a:ea typeface="Arial"/>
                <a:cs typeface="Arial"/>
              </a:defRPr>
            </a:pPr>
            <a:r>
              <a:rPr sz="2100" b="1">
                <a:solidFill>
                  <a:srgbClr val="14261A"/>
                </a:solidFill>
                <a:latin typeface="Arial"/>
                <a:ea typeface="Arial"/>
                <a:cs typeface="Arial"/>
              </a:rPr>
              <a:t>Return</a:t>
            </a:r>
          </a:p>
        </p:txBody>
      </p:sp>
      <p:sp>
        <p:nvSpPr>
          <p:cNvPr id="17" name="text-42">
            <a:extLst xmlns:a="http://schemas.openxmlformats.org/drawingml/2006/main">
              <a:ext uri="{FF2B5EF4-FFF2-40B4-BE49-F238E27FC236}">
                <a16:creationId xmlns:a16="http://schemas.microsoft.com/office/drawing/2014/main" id="{5BE27846-3271-4A1D-A017-E20ED53A514B}"/>
              </a:ext>
            </a:extLst>
          </p:cNvPr>
          <p:cNvSpPr>
            <a:spLocks xmlns:a="http://schemas.openxmlformats.org/drawingml/2006/main" noGrp="1"/>
          </p:cNvSpPr>
          <p:nvPr/>
        </p:nvSpPr>
        <p:spPr>
          <a:xfrm xmlns:a="http://schemas.openxmlformats.org/drawingml/2006/main">
            <a:off x="1085850" y="5429250"/>
            <a:ext cx="285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2645A"/>
                </a:solidFill>
                <a:latin typeface="Arial"/>
                <a:ea typeface="Arial"/>
                <a:cs typeface="Arial"/>
              </a:defRPr>
            </a:defPPr>
            <a:lvl1pPr algn="l">
              <a:defRPr sz="1425" b="0">
                <a:solidFill>
                  <a:srgbClr val="52645A"/>
                </a:solidFill>
                <a:latin typeface="Arial"/>
                <a:ea typeface="Arial"/>
                <a:cs typeface="Arial"/>
              </a:defRPr>
            </a:lvl1pPr>
            <a:lvl2pPr algn="l">
              <a:defRPr sz="1425" b="0">
                <a:solidFill>
                  <a:srgbClr val="52645A"/>
                </a:solidFill>
                <a:latin typeface="Arial"/>
                <a:ea typeface="Arial"/>
                <a:cs typeface="Arial"/>
              </a:defRPr>
            </a:lvl2pPr>
            <a:lvl3pPr algn="l">
              <a:defRPr sz="1425" b="0">
                <a:solidFill>
                  <a:srgbClr val="52645A"/>
                </a:solidFill>
                <a:latin typeface="Arial"/>
                <a:ea typeface="Arial"/>
                <a:cs typeface="Arial"/>
              </a:defRPr>
            </a:lvl3pPr>
            <a:lvl4pPr algn="l">
              <a:defRPr sz="1425" b="0">
                <a:solidFill>
                  <a:srgbClr val="52645A"/>
                </a:solidFill>
                <a:latin typeface="Arial"/>
                <a:ea typeface="Arial"/>
                <a:cs typeface="Arial"/>
              </a:defRPr>
            </a:lvl4pPr>
            <a:lvl5pPr algn="l">
              <a:defRPr sz="1425" b="0">
                <a:solidFill>
                  <a:srgbClr val="52645A"/>
                </a:solidFill>
                <a:latin typeface="Arial"/>
                <a:ea typeface="Arial"/>
                <a:cs typeface="Arial"/>
              </a:defRPr>
            </a:lvl5pPr>
            <a:lvl6pPr algn="l">
              <a:defRPr sz="1425" b="0">
                <a:solidFill>
                  <a:srgbClr val="52645A"/>
                </a:solidFill>
                <a:latin typeface="Arial"/>
                <a:ea typeface="Arial"/>
                <a:cs typeface="Arial"/>
              </a:defRPr>
            </a:lvl6pPr>
            <a:lvl7pPr algn="l">
              <a:defRPr sz="1425" b="0">
                <a:solidFill>
                  <a:srgbClr val="52645A"/>
                </a:solidFill>
                <a:latin typeface="Arial"/>
                <a:ea typeface="Arial"/>
                <a:cs typeface="Arial"/>
              </a:defRPr>
            </a:lvl7pPr>
            <a:lvl8pPr algn="l">
              <a:defRPr sz="1425" b="0">
                <a:solidFill>
                  <a:srgbClr val="52645A"/>
                </a:solidFill>
                <a:latin typeface="Arial"/>
                <a:ea typeface="Arial"/>
                <a:cs typeface="Arial"/>
              </a:defRPr>
            </a:lvl8pPr>
            <a:lvl9pPr algn="l">
              <a:defRPr sz="1425" b="0">
                <a:solidFill>
                  <a:srgbClr val="52645A"/>
                </a:solidFill>
                <a:latin typeface="Arial"/>
                <a:ea typeface="Arial"/>
                <a:cs typeface="Arial"/>
              </a:defRPr>
            </a:lvl9pPr>
          </a:lstStyle>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Recall the decision in a later turn.</a:t>
            </a:r>
          </a:p>
        </p:txBody>
      </p:sp>
      <p:pic>
        <p:nvPicPr>
          <p:cNvPr id="18" name="">
            <a:extLst xmlns:a="http://schemas.openxmlformats.org/drawingml/2006/main">
              <a:ext uri="{FF2B5EF4-FFF2-40B4-BE49-F238E27FC236}">
                <a16:creationId xmlns:a16="http://schemas.microsoft.com/office/drawing/2014/main" id="{C0A95FC6-53C3-480F-94B4-B3E45F52CBA3}"/>
              </a:ext>
            </a:extLst>
          </p:cNvPr>
          <p:cNvPicPr>
            <a:picLocks xmlns:a="http://schemas.openxmlformats.org/drawingml/2006/main" noChangeAspect="1"/>
          </p:cNvPicPr>
          <p:nvPr/>
        </p:nvPicPr>
        <p:blipFill>
          <a:blip xmlns:r="http://schemas.openxmlformats.org/officeDocument/2006/relationships" xmlns:a="http://schemas.openxmlformats.org/drawingml/2006/main" r:embed="R38b79c54d6734ef3"/>
          <a:stretch xmlns:a="http://schemas.openxmlformats.org/drawingml/2006/main"/>
        </p:blipFill>
        <p:spPr>
          <a:xfrm xmlns:a="http://schemas.openxmlformats.org/drawingml/2006/main">
            <a:off x="5260467" y="1943100"/>
            <a:ext cx="6185916" cy="4295775"/>
          </a:xfrm>
          <a:prstGeom xmlns:a="http://schemas.openxmlformats.org/drawingml/2006/main" prst="rect">
            <a:avLst/>
          </a:prstGeom>
        </p:spPr>
      </p:pic>
    </p:spTree>
    <p:extLst>
      <p:ext uri="{BB962C8B-B14F-4D97-AF65-F5344CB8AC3E}">
        <p14:creationId xmlns:p14="http://schemas.microsoft.com/office/powerpoint/2010/main" val="164028024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43">
            <a:extLst xmlns:a="http://schemas.openxmlformats.org/drawingml/2006/main">
              <a:ext uri="{FF2B5EF4-FFF2-40B4-BE49-F238E27FC236}">
                <a16:creationId xmlns:a16="http://schemas.microsoft.com/office/drawing/2014/main" id="{405644CD-8AB1-4E24-A7F6-588A4BC9FB85}"/>
              </a:ext>
            </a:extLst>
          </p:cNvPr>
          <p:cNvSpPr>
            <a:spLocks xmlns:a="http://schemas.openxmlformats.org/drawingml/2006/main" noGrp="1"/>
          </p:cNvSpPr>
          <p:nvPr/>
        </p:nvSpPr>
        <p:spPr>
          <a:xfrm xmlns:a="http://schemas.openxmlformats.org/drawingml/2006/main">
            <a:off x="609600" y="323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THE WORKING DEMO</a:t>
            </a:r>
          </a:p>
        </p:txBody>
      </p:sp>
      <p:sp>
        <p:nvSpPr>
          <p:cNvPr id="2" name="block-44">
            <a:extLst xmlns:a="http://schemas.openxmlformats.org/drawingml/2006/main">
              <a:ext uri="{FF2B5EF4-FFF2-40B4-BE49-F238E27FC236}">
                <a16:creationId xmlns:a16="http://schemas.microsoft.com/office/drawing/2014/main" id="{BDF79152-9567-40F2-8F6B-05D02B95168D}"/>
              </a:ext>
            </a:extLst>
          </p:cNvPr>
          <p:cNvSpPr>
            <a:spLocks xmlns:a="http://schemas.openxmlformats.org/drawingml/2006/main" noGrp="1"/>
          </p:cNvSpPr>
          <p:nvPr/>
        </p:nvSpPr>
        <p:spPr>
          <a:xfrm xmlns:a="http://schemas.openxmlformats.org/drawingml/2006/main">
            <a:off x="609600" y="6391275"/>
            <a:ext cx="10972800" cy="9525"/>
          </a:xfrm>
          <a:prstGeom xmlns:a="http://schemas.openxmlformats.org/drawingml/2006/main" prst="rect">
            <a:avLst/>
          </a:prstGeom>
          <a:solidFill xmlns:a="http://schemas.openxmlformats.org/drawingml/2006/main">
            <a:srgbClr val="D8E1D9"/>
          </a:solidFill>
          <a:ln xmlns:a="http://schemas.openxmlformats.org/drawingml/2006/main" w="0">
            <a:noFill/>
          </a:ln>
        </p:spPr>
      </p:sp>
      <p:sp>
        <p:nvSpPr>
          <p:cNvPr id="3" name="text-45">
            <a:extLst xmlns:a="http://schemas.openxmlformats.org/drawingml/2006/main">
              <a:ext uri="{FF2B5EF4-FFF2-40B4-BE49-F238E27FC236}">
                <a16:creationId xmlns:a16="http://schemas.microsoft.com/office/drawing/2014/main" id="{807BA339-6CFC-4444-BB64-DBA05BDBD648}"/>
              </a:ext>
            </a:extLst>
          </p:cNvPr>
          <p:cNvSpPr>
            <a:spLocks xmlns:a="http://schemas.openxmlformats.org/drawingml/2006/main" noGrp="1"/>
          </p:cNvSpPr>
          <p:nvPr/>
        </p:nvSpPr>
        <p:spPr>
          <a:xfrm xmlns:a="http://schemas.openxmlformats.org/drawingml/2006/main">
            <a:off x="609600" y="6505575"/>
            <a:ext cx="876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2645A"/>
                </a:solidFill>
                <a:latin typeface="Arial"/>
                <a:ea typeface="Arial"/>
                <a:cs typeface="Arial"/>
              </a:defRPr>
            </a:defPPr>
            <a:lvl1pPr algn="l">
              <a:defRPr sz="825" b="0">
                <a:solidFill>
                  <a:srgbClr val="52645A"/>
                </a:solidFill>
                <a:latin typeface="Arial"/>
                <a:ea typeface="Arial"/>
                <a:cs typeface="Arial"/>
              </a:defRPr>
            </a:lvl1pPr>
            <a:lvl2pPr algn="l">
              <a:defRPr sz="825" b="0">
                <a:solidFill>
                  <a:srgbClr val="52645A"/>
                </a:solidFill>
                <a:latin typeface="Arial"/>
                <a:ea typeface="Arial"/>
                <a:cs typeface="Arial"/>
              </a:defRPr>
            </a:lvl2pPr>
            <a:lvl3pPr algn="l">
              <a:defRPr sz="825" b="0">
                <a:solidFill>
                  <a:srgbClr val="52645A"/>
                </a:solidFill>
                <a:latin typeface="Arial"/>
                <a:ea typeface="Arial"/>
                <a:cs typeface="Arial"/>
              </a:defRPr>
            </a:lvl3pPr>
            <a:lvl4pPr algn="l">
              <a:defRPr sz="825" b="0">
                <a:solidFill>
                  <a:srgbClr val="52645A"/>
                </a:solidFill>
                <a:latin typeface="Arial"/>
                <a:ea typeface="Arial"/>
                <a:cs typeface="Arial"/>
              </a:defRPr>
            </a:lvl4pPr>
            <a:lvl5pPr algn="l">
              <a:defRPr sz="825" b="0">
                <a:solidFill>
                  <a:srgbClr val="52645A"/>
                </a:solidFill>
                <a:latin typeface="Arial"/>
                <a:ea typeface="Arial"/>
                <a:cs typeface="Arial"/>
              </a:defRPr>
            </a:lvl5pPr>
            <a:lvl6pPr algn="l">
              <a:defRPr sz="825" b="0">
                <a:solidFill>
                  <a:srgbClr val="52645A"/>
                </a:solidFill>
                <a:latin typeface="Arial"/>
                <a:ea typeface="Arial"/>
                <a:cs typeface="Arial"/>
              </a:defRPr>
            </a:lvl6pPr>
            <a:lvl7pPr algn="l">
              <a:defRPr sz="825" b="0">
                <a:solidFill>
                  <a:srgbClr val="52645A"/>
                </a:solidFill>
                <a:latin typeface="Arial"/>
                <a:ea typeface="Arial"/>
                <a:cs typeface="Arial"/>
              </a:defRPr>
            </a:lvl7pPr>
            <a:lvl8pPr algn="l">
              <a:defRPr sz="825" b="0">
                <a:solidFill>
                  <a:srgbClr val="52645A"/>
                </a:solidFill>
                <a:latin typeface="Arial"/>
                <a:ea typeface="Arial"/>
                <a:cs typeface="Arial"/>
              </a:defRPr>
            </a:lvl8pPr>
            <a:lvl9pPr algn="l">
              <a:defRPr sz="825" b="0">
                <a:solidFill>
                  <a:srgbClr val="52645A"/>
                </a:solidFill>
                <a:latin typeface="Arial"/>
                <a:ea typeface="Arial"/>
                <a:cs typeface="Arial"/>
              </a:defRPr>
            </a:lvl9pPr>
          </a:lstStyle>
          <a:p xmlns:a="http://schemas.openxmlformats.org/drawingml/2006/main">
            <a:pPr algn="l">
              <a:defRPr sz="825" b="0">
                <a:solidFill>
                  <a:srgbClr val="52645A"/>
                </a:solidFill>
                <a:latin typeface="Arial"/>
                <a:ea typeface="Arial"/>
                <a:cs typeface="Arial"/>
              </a:defRPr>
            </a:pPr>
            <a:r>
              <a:rPr sz="825" b="0">
                <a:solidFill>
                  <a:srgbClr val="52645A"/>
                </a:solidFill>
                <a:latin typeface="Arial"/>
                <a:ea typeface="Arial"/>
                <a:cs typeface="Arial"/>
              </a:rPr>
              <a:t>CELLORAS  /  GENAI HACKATHON 2026</a:t>
            </a:r>
          </a:p>
        </p:txBody>
      </p:sp>
      <p:sp>
        <p:nvSpPr>
          <p:cNvPr id="4" name="text-46">
            <a:extLst xmlns:a="http://schemas.openxmlformats.org/drawingml/2006/main">
              <a:ext uri="{FF2B5EF4-FFF2-40B4-BE49-F238E27FC236}">
                <a16:creationId xmlns:a16="http://schemas.microsoft.com/office/drawing/2014/main" id="{8C49F6E0-62D4-47C4-8EDF-9308C17F24D6}"/>
              </a:ext>
            </a:extLst>
          </p:cNvPr>
          <p:cNvSpPr>
            <a:spLocks xmlns:a="http://schemas.openxmlformats.org/drawingml/2006/main" noGrp="1"/>
          </p:cNvSpPr>
          <p:nvPr/>
        </p:nvSpPr>
        <p:spPr>
          <a:xfrm xmlns:a="http://schemas.openxmlformats.org/drawingml/2006/main">
            <a:off x="11144250" y="6477000"/>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2645A"/>
                </a:solidFill>
                <a:latin typeface="Arial"/>
                <a:ea typeface="Arial"/>
                <a:cs typeface="Arial"/>
              </a:defRPr>
            </a:defPPr>
            <a:lvl1pPr algn="r">
              <a:defRPr sz="1050" b="0">
                <a:solidFill>
                  <a:srgbClr val="52645A"/>
                </a:solidFill>
                <a:latin typeface="Arial"/>
                <a:ea typeface="Arial"/>
                <a:cs typeface="Arial"/>
              </a:defRPr>
            </a:lvl1pPr>
            <a:lvl2pPr algn="r">
              <a:defRPr sz="1050" b="0">
                <a:solidFill>
                  <a:srgbClr val="52645A"/>
                </a:solidFill>
                <a:latin typeface="Arial"/>
                <a:ea typeface="Arial"/>
                <a:cs typeface="Arial"/>
              </a:defRPr>
            </a:lvl2pPr>
            <a:lvl3pPr algn="r">
              <a:defRPr sz="1050" b="0">
                <a:solidFill>
                  <a:srgbClr val="52645A"/>
                </a:solidFill>
                <a:latin typeface="Arial"/>
                <a:ea typeface="Arial"/>
                <a:cs typeface="Arial"/>
              </a:defRPr>
            </a:lvl3pPr>
            <a:lvl4pPr algn="r">
              <a:defRPr sz="1050" b="0">
                <a:solidFill>
                  <a:srgbClr val="52645A"/>
                </a:solidFill>
                <a:latin typeface="Arial"/>
                <a:ea typeface="Arial"/>
                <a:cs typeface="Arial"/>
              </a:defRPr>
            </a:lvl4pPr>
            <a:lvl5pPr algn="r">
              <a:defRPr sz="1050" b="0">
                <a:solidFill>
                  <a:srgbClr val="52645A"/>
                </a:solidFill>
                <a:latin typeface="Arial"/>
                <a:ea typeface="Arial"/>
                <a:cs typeface="Arial"/>
              </a:defRPr>
            </a:lvl5pPr>
            <a:lvl6pPr algn="r">
              <a:defRPr sz="1050" b="0">
                <a:solidFill>
                  <a:srgbClr val="52645A"/>
                </a:solidFill>
                <a:latin typeface="Arial"/>
                <a:ea typeface="Arial"/>
                <a:cs typeface="Arial"/>
              </a:defRPr>
            </a:lvl6pPr>
            <a:lvl7pPr algn="r">
              <a:defRPr sz="1050" b="0">
                <a:solidFill>
                  <a:srgbClr val="52645A"/>
                </a:solidFill>
                <a:latin typeface="Arial"/>
                <a:ea typeface="Arial"/>
                <a:cs typeface="Arial"/>
              </a:defRPr>
            </a:lvl7pPr>
            <a:lvl8pPr algn="r">
              <a:defRPr sz="1050" b="0">
                <a:solidFill>
                  <a:srgbClr val="52645A"/>
                </a:solidFill>
                <a:latin typeface="Arial"/>
                <a:ea typeface="Arial"/>
                <a:cs typeface="Arial"/>
              </a:defRPr>
            </a:lvl8pPr>
            <a:lvl9pPr algn="r">
              <a:defRPr sz="1050" b="0">
                <a:solidFill>
                  <a:srgbClr val="52645A"/>
                </a:solidFill>
                <a:latin typeface="Arial"/>
                <a:ea typeface="Arial"/>
                <a:cs typeface="Arial"/>
              </a:defRPr>
            </a:lvl9pPr>
          </a:lstStyle>
          <a:p xmlns:a="http://schemas.openxmlformats.org/drawingml/2006/main">
            <a:pPr algn="r">
              <a:defRPr sz="1050" b="0">
                <a:solidFill>
                  <a:srgbClr val="52645A"/>
                </a:solidFill>
                <a:latin typeface="Arial"/>
                <a:ea typeface="Arial"/>
                <a:cs typeface="Arial"/>
              </a:defRPr>
            </a:pPr>
            <a:r>
              <a:rPr sz="1050" b="0">
                <a:solidFill>
                  <a:srgbClr val="52645A"/>
                </a:solidFill>
                <a:latin typeface="Arial"/>
                <a:ea typeface="Arial"/>
                <a:cs typeface="Arial"/>
              </a:rPr>
              <a:t>04</a:t>
            </a:r>
          </a:p>
        </p:txBody>
      </p:sp>
      <p:sp>
        <p:nvSpPr>
          <p:cNvPr id="5" name="text-47">
            <a:extLst xmlns:a="http://schemas.openxmlformats.org/drawingml/2006/main">
              <a:ext uri="{FF2B5EF4-FFF2-40B4-BE49-F238E27FC236}">
                <a16:creationId xmlns:a16="http://schemas.microsoft.com/office/drawing/2014/main" id="{4E0B85E3-513A-4953-B5F7-58926DD90D94}"/>
              </a:ext>
            </a:extLst>
          </p:cNvPr>
          <p:cNvSpPr>
            <a:spLocks xmlns:a="http://schemas.openxmlformats.org/drawingml/2006/main" noGrp="1"/>
          </p:cNvSpPr>
          <p:nvPr/>
        </p:nvSpPr>
        <p:spPr>
          <a:xfrm xmlns:a="http://schemas.openxmlformats.org/drawingml/2006/main">
            <a:off x="609600" y="83820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4261A"/>
                </a:solidFill>
                <a:latin typeface="Arial"/>
                <a:ea typeface="Arial"/>
                <a:cs typeface="Arial"/>
              </a:defRPr>
            </a:defPPr>
            <a:lvl1pPr algn="l">
              <a:defRPr sz="3600" b="1">
                <a:solidFill>
                  <a:srgbClr val="14261A"/>
                </a:solidFill>
                <a:latin typeface="Arial"/>
                <a:ea typeface="Arial"/>
                <a:cs typeface="Arial"/>
              </a:defRPr>
            </a:lvl1pPr>
            <a:lvl2pPr algn="l">
              <a:defRPr sz="3600" b="1">
                <a:solidFill>
                  <a:srgbClr val="14261A"/>
                </a:solidFill>
                <a:latin typeface="Arial"/>
                <a:ea typeface="Arial"/>
                <a:cs typeface="Arial"/>
              </a:defRPr>
            </a:lvl2pPr>
            <a:lvl3pPr algn="l">
              <a:defRPr sz="3600" b="1">
                <a:solidFill>
                  <a:srgbClr val="14261A"/>
                </a:solidFill>
                <a:latin typeface="Arial"/>
                <a:ea typeface="Arial"/>
                <a:cs typeface="Arial"/>
              </a:defRPr>
            </a:lvl3pPr>
            <a:lvl4pPr algn="l">
              <a:defRPr sz="3600" b="1">
                <a:solidFill>
                  <a:srgbClr val="14261A"/>
                </a:solidFill>
                <a:latin typeface="Arial"/>
                <a:ea typeface="Arial"/>
                <a:cs typeface="Arial"/>
              </a:defRPr>
            </a:lvl4pPr>
            <a:lvl5pPr algn="l">
              <a:defRPr sz="3600" b="1">
                <a:solidFill>
                  <a:srgbClr val="14261A"/>
                </a:solidFill>
                <a:latin typeface="Arial"/>
                <a:ea typeface="Arial"/>
                <a:cs typeface="Arial"/>
              </a:defRPr>
            </a:lvl5pPr>
            <a:lvl6pPr algn="l">
              <a:defRPr sz="3600" b="1">
                <a:solidFill>
                  <a:srgbClr val="14261A"/>
                </a:solidFill>
                <a:latin typeface="Arial"/>
                <a:ea typeface="Arial"/>
                <a:cs typeface="Arial"/>
              </a:defRPr>
            </a:lvl6pPr>
            <a:lvl7pPr algn="l">
              <a:defRPr sz="3600" b="1">
                <a:solidFill>
                  <a:srgbClr val="14261A"/>
                </a:solidFill>
                <a:latin typeface="Arial"/>
                <a:ea typeface="Arial"/>
                <a:cs typeface="Arial"/>
              </a:defRPr>
            </a:lvl7pPr>
            <a:lvl8pPr algn="l">
              <a:defRPr sz="3600" b="1">
                <a:solidFill>
                  <a:srgbClr val="14261A"/>
                </a:solidFill>
                <a:latin typeface="Arial"/>
                <a:ea typeface="Arial"/>
                <a:cs typeface="Arial"/>
              </a:defRPr>
            </a:lvl8pPr>
            <a:lvl9pPr algn="l">
              <a:defRPr sz="3600" b="1">
                <a:solidFill>
                  <a:srgbClr val="14261A"/>
                </a:solidFill>
                <a:latin typeface="Arial"/>
                <a:ea typeface="Arial"/>
                <a:cs typeface="Arial"/>
              </a:defRPr>
            </a:lvl9pPr>
          </a:lstStyle>
          <a:p xmlns:a="http://schemas.openxmlformats.org/drawingml/2006/main">
            <a:pPr algn="l">
              <a:defRPr sz="3600" b="1">
                <a:solidFill>
                  <a:srgbClr val="14261A"/>
                </a:solidFill>
                <a:latin typeface="Arial"/>
                <a:ea typeface="Arial"/>
                <a:cs typeface="Arial"/>
              </a:defRPr>
            </a:pPr>
            <a:r>
              <a:rPr sz="3600" b="1">
                <a:solidFill>
                  <a:srgbClr val="14261A"/>
                </a:solidFill>
                <a:latin typeface="Arial"/>
                <a:ea typeface="Arial"/>
                <a:cs typeface="Arial"/>
              </a:rPr>
              <a:t>From a cell map to a question.</a:t>
            </a:r>
          </a:p>
        </p:txBody>
      </p:sp>
      <p:sp>
        <p:nvSpPr>
          <p:cNvPr id="6" name="text-48">
            <a:extLst xmlns:a="http://schemas.openxmlformats.org/drawingml/2006/main">
              <a:ext uri="{FF2B5EF4-FFF2-40B4-BE49-F238E27FC236}">
                <a16:creationId xmlns:a16="http://schemas.microsoft.com/office/drawing/2014/main" id="{E9F1A99F-2938-400C-B28E-B93AD52C0D62}"/>
              </a:ext>
            </a:extLst>
          </p:cNvPr>
          <p:cNvSpPr>
            <a:spLocks xmlns:a="http://schemas.openxmlformats.org/drawingml/2006/main" noGrp="1"/>
          </p:cNvSpPr>
          <p:nvPr/>
        </p:nvSpPr>
        <p:spPr>
          <a:xfrm xmlns:a="http://schemas.openxmlformats.org/drawingml/2006/main">
            <a:off x="609600" y="2514600"/>
            <a:ext cx="390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1B5E20"/>
                </a:solidFill>
                <a:latin typeface="Arial"/>
                <a:ea typeface="Arial"/>
                <a:cs typeface="Arial"/>
              </a:defRPr>
            </a:defPPr>
            <a:lvl1pPr algn="l">
              <a:defRPr sz="5400" b="1">
                <a:solidFill>
                  <a:srgbClr val="1B5E20"/>
                </a:solidFill>
                <a:latin typeface="Arial"/>
                <a:ea typeface="Arial"/>
                <a:cs typeface="Arial"/>
              </a:defRPr>
            </a:lvl1pPr>
            <a:lvl2pPr algn="l">
              <a:defRPr sz="5400" b="1">
                <a:solidFill>
                  <a:srgbClr val="1B5E20"/>
                </a:solidFill>
                <a:latin typeface="Arial"/>
                <a:ea typeface="Arial"/>
                <a:cs typeface="Arial"/>
              </a:defRPr>
            </a:lvl2pPr>
            <a:lvl3pPr algn="l">
              <a:defRPr sz="5400" b="1">
                <a:solidFill>
                  <a:srgbClr val="1B5E20"/>
                </a:solidFill>
                <a:latin typeface="Arial"/>
                <a:ea typeface="Arial"/>
                <a:cs typeface="Arial"/>
              </a:defRPr>
            </a:lvl3pPr>
            <a:lvl4pPr algn="l">
              <a:defRPr sz="5400" b="1">
                <a:solidFill>
                  <a:srgbClr val="1B5E20"/>
                </a:solidFill>
                <a:latin typeface="Arial"/>
                <a:ea typeface="Arial"/>
                <a:cs typeface="Arial"/>
              </a:defRPr>
            </a:lvl4pPr>
            <a:lvl5pPr algn="l">
              <a:defRPr sz="5400" b="1">
                <a:solidFill>
                  <a:srgbClr val="1B5E20"/>
                </a:solidFill>
                <a:latin typeface="Arial"/>
                <a:ea typeface="Arial"/>
                <a:cs typeface="Arial"/>
              </a:defRPr>
            </a:lvl5pPr>
            <a:lvl6pPr algn="l">
              <a:defRPr sz="5400" b="1">
                <a:solidFill>
                  <a:srgbClr val="1B5E20"/>
                </a:solidFill>
                <a:latin typeface="Arial"/>
                <a:ea typeface="Arial"/>
                <a:cs typeface="Arial"/>
              </a:defRPr>
            </a:lvl6pPr>
            <a:lvl7pPr algn="l">
              <a:defRPr sz="5400" b="1">
                <a:solidFill>
                  <a:srgbClr val="1B5E20"/>
                </a:solidFill>
                <a:latin typeface="Arial"/>
                <a:ea typeface="Arial"/>
                <a:cs typeface="Arial"/>
              </a:defRPr>
            </a:lvl7pPr>
            <a:lvl8pPr algn="l">
              <a:defRPr sz="5400" b="1">
                <a:solidFill>
                  <a:srgbClr val="1B5E20"/>
                </a:solidFill>
                <a:latin typeface="Arial"/>
                <a:ea typeface="Arial"/>
                <a:cs typeface="Arial"/>
              </a:defRPr>
            </a:lvl8pPr>
            <a:lvl9pPr algn="l">
              <a:defRPr sz="5400" b="1">
                <a:solidFill>
                  <a:srgbClr val="1B5E20"/>
                </a:solidFill>
                <a:latin typeface="Arial"/>
                <a:ea typeface="Arial"/>
                <a:cs typeface="Arial"/>
              </a:defRPr>
            </a:lvl9pPr>
          </a:lstStyle>
          <a:p xmlns:a="http://schemas.openxmlformats.org/drawingml/2006/main">
            <a:pPr algn="l">
              <a:defRPr sz="5400" b="1">
                <a:solidFill>
                  <a:srgbClr val="1B5E20"/>
                </a:solidFill>
                <a:latin typeface="Arial"/>
                <a:ea typeface="Arial"/>
                <a:cs typeface="Arial"/>
              </a:defRPr>
            </a:pPr>
            <a:r>
              <a:rPr sz="5400" b="1">
                <a:solidFill>
                  <a:srgbClr val="1B5E20"/>
                </a:solidFill>
                <a:latin typeface="Arial"/>
                <a:ea typeface="Arial"/>
                <a:cs typeface="Arial"/>
              </a:rPr>
              <a:t>7,496</a:t>
            </a:r>
          </a:p>
        </p:txBody>
      </p:sp>
      <p:sp>
        <p:nvSpPr>
          <p:cNvPr id="7" name="text-49">
            <a:extLst xmlns:a="http://schemas.openxmlformats.org/drawingml/2006/main">
              <a:ext uri="{FF2B5EF4-FFF2-40B4-BE49-F238E27FC236}">
                <a16:creationId xmlns:a16="http://schemas.microsoft.com/office/drawing/2014/main" id="{0E8763BA-40C6-451A-B833-B36AC3AB24C6}"/>
              </a:ext>
            </a:extLst>
          </p:cNvPr>
          <p:cNvSpPr>
            <a:spLocks xmlns:a="http://schemas.openxmlformats.org/drawingml/2006/main" noGrp="1"/>
          </p:cNvSpPr>
          <p:nvPr/>
        </p:nvSpPr>
        <p:spPr>
          <a:xfrm xmlns:a="http://schemas.openxmlformats.org/drawingml/2006/main">
            <a:off x="647700" y="33718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45A"/>
                </a:solidFill>
                <a:latin typeface="Arial"/>
                <a:ea typeface="Arial"/>
                <a:cs typeface="Arial"/>
              </a:defRPr>
            </a:defPPr>
            <a:lvl1pPr algn="l">
              <a:defRPr sz="1950" b="0">
                <a:solidFill>
                  <a:srgbClr val="52645A"/>
                </a:solidFill>
                <a:latin typeface="Arial"/>
                <a:ea typeface="Arial"/>
                <a:cs typeface="Arial"/>
              </a:defRPr>
            </a:lvl1pPr>
            <a:lvl2pPr algn="l">
              <a:defRPr sz="1950" b="0">
                <a:solidFill>
                  <a:srgbClr val="52645A"/>
                </a:solidFill>
                <a:latin typeface="Arial"/>
                <a:ea typeface="Arial"/>
                <a:cs typeface="Arial"/>
              </a:defRPr>
            </a:lvl2pPr>
            <a:lvl3pPr algn="l">
              <a:defRPr sz="1950" b="0">
                <a:solidFill>
                  <a:srgbClr val="52645A"/>
                </a:solidFill>
                <a:latin typeface="Arial"/>
                <a:ea typeface="Arial"/>
                <a:cs typeface="Arial"/>
              </a:defRPr>
            </a:lvl3pPr>
            <a:lvl4pPr algn="l">
              <a:defRPr sz="1950" b="0">
                <a:solidFill>
                  <a:srgbClr val="52645A"/>
                </a:solidFill>
                <a:latin typeface="Arial"/>
                <a:ea typeface="Arial"/>
                <a:cs typeface="Arial"/>
              </a:defRPr>
            </a:lvl4pPr>
            <a:lvl5pPr algn="l">
              <a:defRPr sz="1950" b="0">
                <a:solidFill>
                  <a:srgbClr val="52645A"/>
                </a:solidFill>
                <a:latin typeface="Arial"/>
                <a:ea typeface="Arial"/>
                <a:cs typeface="Arial"/>
              </a:defRPr>
            </a:lvl5pPr>
            <a:lvl6pPr algn="l">
              <a:defRPr sz="1950" b="0">
                <a:solidFill>
                  <a:srgbClr val="52645A"/>
                </a:solidFill>
                <a:latin typeface="Arial"/>
                <a:ea typeface="Arial"/>
                <a:cs typeface="Arial"/>
              </a:defRPr>
            </a:lvl6pPr>
            <a:lvl7pPr algn="l">
              <a:defRPr sz="1950" b="0">
                <a:solidFill>
                  <a:srgbClr val="52645A"/>
                </a:solidFill>
                <a:latin typeface="Arial"/>
                <a:ea typeface="Arial"/>
                <a:cs typeface="Arial"/>
              </a:defRPr>
            </a:lvl7pPr>
            <a:lvl8pPr algn="l">
              <a:defRPr sz="1950" b="0">
                <a:solidFill>
                  <a:srgbClr val="52645A"/>
                </a:solidFill>
                <a:latin typeface="Arial"/>
                <a:ea typeface="Arial"/>
                <a:cs typeface="Arial"/>
              </a:defRPr>
            </a:lvl8pPr>
            <a:lvl9pPr algn="l">
              <a:defRPr sz="1950" b="0">
                <a:solidFill>
                  <a:srgbClr val="52645A"/>
                </a:solidFill>
                <a:latin typeface="Arial"/>
                <a:ea typeface="Arial"/>
                <a:cs typeface="Arial"/>
              </a:defRPr>
            </a:lvl9pPr>
          </a:lstStyle>
          <a:p xmlns:a="http://schemas.openxmlformats.org/drawingml/2006/main">
            <a:pPr algn="l">
              <a:defRPr sz="1950" b="0">
                <a:solidFill>
                  <a:srgbClr val="52645A"/>
                </a:solidFill>
                <a:latin typeface="Arial"/>
                <a:ea typeface="Arial"/>
                <a:cs typeface="Arial"/>
              </a:defRPr>
            </a:pPr>
            <a:r>
              <a:rPr sz="1950" b="0">
                <a:solidFill>
                  <a:srgbClr val="52645A"/>
                </a:solidFill>
                <a:latin typeface="Arial"/>
                <a:ea typeface="Arial"/>
                <a:cs typeface="Arial"/>
              </a:rPr>
              <a:t>soybean root nuclei</a:t>
            </a:r>
          </a:p>
        </p:txBody>
      </p:sp>
      <p:sp>
        <p:nvSpPr>
          <p:cNvPr id="8" name="text-50">
            <a:extLst xmlns:a="http://schemas.openxmlformats.org/drawingml/2006/main">
              <a:ext uri="{FF2B5EF4-FFF2-40B4-BE49-F238E27FC236}">
                <a16:creationId xmlns:a16="http://schemas.microsoft.com/office/drawing/2014/main" id="{316AF5A6-7DA9-4596-B519-E49B904B07E8}"/>
              </a:ext>
            </a:extLst>
          </p:cNvPr>
          <p:cNvSpPr>
            <a:spLocks xmlns:a="http://schemas.openxmlformats.org/drawingml/2006/main" noGrp="1"/>
          </p:cNvSpPr>
          <p:nvPr/>
        </p:nvSpPr>
        <p:spPr>
          <a:xfrm xmlns:a="http://schemas.openxmlformats.org/drawingml/2006/main">
            <a:off x="647700" y="408622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4261A"/>
                </a:solidFill>
                <a:latin typeface="Arial"/>
                <a:ea typeface="Arial"/>
                <a:cs typeface="Arial"/>
              </a:defRPr>
            </a:defPPr>
            <a:lvl1pPr algn="l">
              <a:defRPr sz="2700" b="1">
                <a:solidFill>
                  <a:srgbClr val="14261A"/>
                </a:solidFill>
                <a:latin typeface="Arial"/>
                <a:ea typeface="Arial"/>
                <a:cs typeface="Arial"/>
              </a:defRPr>
            </a:lvl1pPr>
            <a:lvl2pPr algn="l">
              <a:defRPr sz="2700" b="1">
                <a:solidFill>
                  <a:srgbClr val="14261A"/>
                </a:solidFill>
                <a:latin typeface="Arial"/>
                <a:ea typeface="Arial"/>
                <a:cs typeface="Arial"/>
              </a:defRPr>
            </a:lvl2pPr>
            <a:lvl3pPr algn="l">
              <a:defRPr sz="2700" b="1">
                <a:solidFill>
                  <a:srgbClr val="14261A"/>
                </a:solidFill>
                <a:latin typeface="Arial"/>
                <a:ea typeface="Arial"/>
                <a:cs typeface="Arial"/>
              </a:defRPr>
            </a:lvl3pPr>
            <a:lvl4pPr algn="l">
              <a:defRPr sz="2700" b="1">
                <a:solidFill>
                  <a:srgbClr val="14261A"/>
                </a:solidFill>
                <a:latin typeface="Arial"/>
                <a:ea typeface="Arial"/>
                <a:cs typeface="Arial"/>
              </a:defRPr>
            </a:lvl4pPr>
            <a:lvl5pPr algn="l">
              <a:defRPr sz="2700" b="1">
                <a:solidFill>
                  <a:srgbClr val="14261A"/>
                </a:solidFill>
                <a:latin typeface="Arial"/>
                <a:ea typeface="Arial"/>
                <a:cs typeface="Arial"/>
              </a:defRPr>
            </a:lvl5pPr>
            <a:lvl6pPr algn="l">
              <a:defRPr sz="2700" b="1">
                <a:solidFill>
                  <a:srgbClr val="14261A"/>
                </a:solidFill>
                <a:latin typeface="Arial"/>
                <a:ea typeface="Arial"/>
                <a:cs typeface="Arial"/>
              </a:defRPr>
            </a:lvl6pPr>
            <a:lvl7pPr algn="l">
              <a:defRPr sz="2700" b="1">
                <a:solidFill>
                  <a:srgbClr val="14261A"/>
                </a:solidFill>
                <a:latin typeface="Arial"/>
                <a:ea typeface="Arial"/>
                <a:cs typeface="Arial"/>
              </a:defRPr>
            </a:lvl7pPr>
            <a:lvl8pPr algn="l">
              <a:defRPr sz="2700" b="1">
                <a:solidFill>
                  <a:srgbClr val="14261A"/>
                </a:solidFill>
                <a:latin typeface="Arial"/>
                <a:ea typeface="Arial"/>
                <a:cs typeface="Arial"/>
              </a:defRPr>
            </a:lvl8pPr>
            <a:lvl9pPr algn="l">
              <a:defRPr sz="2700" b="1">
                <a:solidFill>
                  <a:srgbClr val="14261A"/>
                </a:solidFill>
                <a:latin typeface="Arial"/>
                <a:ea typeface="Arial"/>
                <a:cs typeface="Arial"/>
              </a:defRPr>
            </a:lvl9pPr>
          </a:lstStyle>
          <a:p xmlns:a="http://schemas.openxmlformats.org/drawingml/2006/main">
            <a:pPr algn="l">
              <a:defRPr sz="2700" b="1">
                <a:solidFill>
                  <a:srgbClr val="14261A"/>
                </a:solidFill>
                <a:latin typeface="Arial"/>
                <a:ea typeface="Arial"/>
                <a:cs typeface="Arial"/>
              </a:defRPr>
            </a:pPr>
            <a:r>
              <a:rPr sz="2700" b="1">
                <a:solidFill>
                  <a:srgbClr val="14261A"/>
                </a:solidFill>
                <a:latin typeface="Arial"/>
                <a:ea typeface="Arial"/>
                <a:cs typeface="Arial"/>
              </a:rPr>
              <a:t>12 groups</a:t>
            </a:r>
          </a:p>
        </p:txBody>
      </p:sp>
      <p:sp>
        <p:nvSpPr>
          <p:cNvPr id="9" name="text-51">
            <a:extLst xmlns:a="http://schemas.openxmlformats.org/drawingml/2006/main">
              <a:ext uri="{FF2B5EF4-FFF2-40B4-BE49-F238E27FC236}">
                <a16:creationId xmlns:a16="http://schemas.microsoft.com/office/drawing/2014/main" id="{DFBC5FA5-19E9-45DC-A54D-90BCD70F5C02}"/>
              </a:ext>
            </a:extLst>
          </p:cNvPr>
          <p:cNvSpPr>
            <a:spLocks xmlns:a="http://schemas.openxmlformats.org/drawingml/2006/main" noGrp="1"/>
          </p:cNvSpPr>
          <p:nvPr/>
        </p:nvSpPr>
        <p:spPr>
          <a:xfrm xmlns:a="http://schemas.openxmlformats.org/drawingml/2006/main">
            <a:off x="647700" y="4791075"/>
            <a:ext cx="357187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2645A"/>
                </a:solidFill>
                <a:latin typeface="Arial"/>
                <a:ea typeface="Arial"/>
                <a:cs typeface="Arial"/>
              </a:defRPr>
            </a:defPPr>
            <a:lvl1pPr algn="l">
              <a:defRPr sz="1725" b="0">
                <a:solidFill>
                  <a:srgbClr val="52645A"/>
                </a:solidFill>
                <a:latin typeface="Arial"/>
                <a:ea typeface="Arial"/>
                <a:cs typeface="Arial"/>
              </a:defRPr>
            </a:lvl1pPr>
            <a:lvl2pPr algn="l">
              <a:defRPr sz="1725" b="0">
                <a:solidFill>
                  <a:srgbClr val="52645A"/>
                </a:solidFill>
                <a:latin typeface="Arial"/>
                <a:ea typeface="Arial"/>
                <a:cs typeface="Arial"/>
              </a:defRPr>
            </a:lvl2pPr>
            <a:lvl3pPr algn="l">
              <a:defRPr sz="1725" b="0">
                <a:solidFill>
                  <a:srgbClr val="52645A"/>
                </a:solidFill>
                <a:latin typeface="Arial"/>
                <a:ea typeface="Arial"/>
                <a:cs typeface="Arial"/>
              </a:defRPr>
            </a:lvl3pPr>
            <a:lvl4pPr algn="l">
              <a:defRPr sz="1725" b="0">
                <a:solidFill>
                  <a:srgbClr val="52645A"/>
                </a:solidFill>
                <a:latin typeface="Arial"/>
                <a:ea typeface="Arial"/>
                <a:cs typeface="Arial"/>
              </a:defRPr>
            </a:lvl4pPr>
            <a:lvl5pPr algn="l">
              <a:defRPr sz="1725" b="0">
                <a:solidFill>
                  <a:srgbClr val="52645A"/>
                </a:solidFill>
                <a:latin typeface="Arial"/>
                <a:ea typeface="Arial"/>
                <a:cs typeface="Arial"/>
              </a:defRPr>
            </a:lvl5pPr>
            <a:lvl6pPr algn="l">
              <a:defRPr sz="1725" b="0">
                <a:solidFill>
                  <a:srgbClr val="52645A"/>
                </a:solidFill>
                <a:latin typeface="Arial"/>
                <a:ea typeface="Arial"/>
                <a:cs typeface="Arial"/>
              </a:defRPr>
            </a:lvl6pPr>
            <a:lvl7pPr algn="l">
              <a:defRPr sz="1725" b="0">
                <a:solidFill>
                  <a:srgbClr val="52645A"/>
                </a:solidFill>
                <a:latin typeface="Arial"/>
                <a:ea typeface="Arial"/>
                <a:cs typeface="Arial"/>
              </a:defRPr>
            </a:lvl7pPr>
            <a:lvl8pPr algn="l">
              <a:defRPr sz="1725" b="0">
                <a:solidFill>
                  <a:srgbClr val="52645A"/>
                </a:solidFill>
                <a:latin typeface="Arial"/>
                <a:ea typeface="Arial"/>
                <a:cs typeface="Arial"/>
              </a:defRPr>
            </a:lvl8pPr>
            <a:lvl9pPr algn="l">
              <a:defRPr sz="1725" b="0">
                <a:solidFill>
                  <a:srgbClr val="52645A"/>
                </a:solidFill>
                <a:latin typeface="Arial"/>
                <a:ea typeface="Arial"/>
                <a:cs typeface="Arial"/>
              </a:defRPr>
            </a:lvl9pPr>
          </a:lstStyle>
          <a:p xmlns:a="http://schemas.openxmlformats.org/drawingml/2006/main">
            <a:pPr algn="l">
              <a:defRPr sz="1725" b="0">
                <a:solidFill>
                  <a:srgbClr val="52645A"/>
                </a:solidFill>
                <a:latin typeface="Arial"/>
                <a:ea typeface="Arial"/>
                <a:cs typeface="Arial"/>
              </a:defRPr>
            </a:pPr>
            <a:r>
              <a:rPr sz="1725" b="0">
                <a:solidFill>
                  <a:srgbClr val="52645A"/>
                </a:solidFill>
                <a:latin typeface="Arial"/>
                <a:ea typeface="Arial"/>
                <a:cs typeface="Arial"/>
              </a:rPr>
              <a:t>Measured gene activity.</a:t>
            </a:r>
          </a:p>
          <a:p xmlns:a="http://schemas.openxmlformats.org/drawingml/2006/main">
            <a:pPr algn="l">
              <a:defRPr sz="1725" b="0">
                <a:solidFill>
                  <a:srgbClr val="52645A"/>
                </a:solidFill>
                <a:latin typeface="Arial"/>
                <a:ea typeface="Arial"/>
                <a:cs typeface="Arial"/>
              </a:defRPr>
            </a:pPr>
            <a:r>
              <a:rPr sz="1725" b="0">
                <a:solidFill>
                  <a:srgbClr val="52645A"/>
                </a:solidFill>
                <a:latin typeface="Arial"/>
                <a:ea typeface="Arial"/>
                <a:cs typeface="Arial"/>
              </a:rPr>
              <a:t>Published map coordinates.</a:t>
            </a:r>
          </a:p>
          <a:p xmlns:a="http://schemas.openxmlformats.org/drawingml/2006/main">
            <a:pPr algn="l">
              <a:defRPr sz="1725" b="0">
                <a:solidFill>
                  <a:srgbClr val="52645A"/>
                </a:solidFill>
                <a:latin typeface="Arial"/>
                <a:ea typeface="Arial"/>
                <a:cs typeface="Arial"/>
              </a:defRPr>
            </a:pPr>
            <a:r>
              <a:rPr sz="1725" b="0">
                <a:solidFill>
                  <a:srgbClr val="52645A"/>
                </a:solidFill>
                <a:latin typeface="Arial"/>
                <a:ea typeface="Arial"/>
                <a:cs typeface="Arial"/>
              </a:rPr>
              <a:t>Visible uncertainty.</a:t>
            </a:r>
          </a:p>
        </p:txBody>
      </p:sp>
      <p:pic>
        <p:nvPicPr>
          <p:cNvPr id="10" name="">
            <a:extLst xmlns:a="http://schemas.openxmlformats.org/drawingml/2006/main">
              <a:ext uri="{FF2B5EF4-FFF2-40B4-BE49-F238E27FC236}">
                <a16:creationId xmlns:a16="http://schemas.microsoft.com/office/drawing/2014/main" id="{8782F793-D0FA-483F-BAB0-E212B583DFA5}"/>
              </a:ext>
            </a:extLst>
          </p:cNvPr>
          <p:cNvPicPr>
            <a:picLocks xmlns:a="http://schemas.openxmlformats.org/drawingml/2006/main" noChangeAspect="1"/>
          </p:cNvPicPr>
          <p:nvPr/>
        </p:nvPicPr>
        <p:blipFill>
          <a:blip xmlns:r="http://schemas.openxmlformats.org/officeDocument/2006/relationships" xmlns:a="http://schemas.openxmlformats.org/drawingml/2006/main" r:embed="R3d6157a5d4f440fa"/>
          <a:stretch xmlns:a="http://schemas.openxmlformats.org/drawingml/2006/main"/>
        </p:blipFill>
        <p:spPr>
          <a:xfrm xmlns:a="http://schemas.openxmlformats.org/drawingml/2006/main">
            <a:off x="5164340" y="1752600"/>
            <a:ext cx="6187669" cy="4572000"/>
          </a:xfrm>
          <a:prstGeom xmlns:a="http://schemas.openxmlformats.org/drawingml/2006/main" prst="rect">
            <a:avLst/>
          </a:prstGeom>
        </p:spPr>
      </p:pic>
    </p:spTree>
    <p:extLst>
      <p:ext uri="{BB962C8B-B14F-4D97-AF65-F5344CB8AC3E}">
        <p14:creationId xmlns:p14="http://schemas.microsoft.com/office/powerpoint/2010/main" val="188135553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52">
            <a:extLst xmlns:a="http://schemas.openxmlformats.org/drawingml/2006/main">
              <a:ext uri="{FF2B5EF4-FFF2-40B4-BE49-F238E27FC236}">
                <a16:creationId xmlns:a16="http://schemas.microsoft.com/office/drawing/2014/main" id="{185E8328-B7B2-49B8-9444-DC347B8A11A1}"/>
              </a:ext>
            </a:extLst>
          </p:cNvPr>
          <p:cNvSpPr>
            <a:spLocks xmlns:a="http://schemas.openxmlformats.org/drawingml/2006/main" noGrp="1"/>
          </p:cNvSpPr>
          <p:nvPr/>
        </p:nvSpPr>
        <p:spPr>
          <a:xfrm xmlns:a="http://schemas.openxmlformats.org/drawingml/2006/main">
            <a:off x="609600" y="323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EVIDENCE · ZETARIS</a:t>
            </a:r>
          </a:p>
        </p:txBody>
      </p:sp>
      <p:sp>
        <p:nvSpPr>
          <p:cNvPr id="2" name="block-53">
            <a:extLst xmlns:a="http://schemas.openxmlformats.org/drawingml/2006/main">
              <a:ext uri="{FF2B5EF4-FFF2-40B4-BE49-F238E27FC236}">
                <a16:creationId xmlns:a16="http://schemas.microsoft.com/office/drawing/2014/main" id="{FF10BF6F-F74C-481F-BE6B-7E207A1221C0}"/>
              </a:ext>
            </a:extLst>
          </p:cNvPr>
          <p:cNvSpPr>
            <a:spLocks xmlns:a="http://schemas.openxmlformats.org/drawingml/2006/main" noGrp="1"/>
          </p:cNvSpPr>
          <p:nvPr/>
        </p:nvSpPr>
        <p:spPr>
          <a:xfrm xmlns:a="http://schemas.openxmlformats.org/drawingml/2006/main">
            <a:off x="609600" y="6391275"/>
            <a:ext cx="10972800" cy="9525"/>
          </a:xfrm>
          <a:prstGeom xmlns:a="http://schemas.openxmlformats.org/drawingml/2006/main" prst="rect">
            <a:avLst/>
          </a:prstGeom>
          <a:solidFill xmlns:a="http://schemas.openxmlformats.org/drawingml/2006/main">
            <a:srgbClr val="D8E1D9"/>
          </a:solidFill>
          <a:ln xmlns:a="http://schemas.openxmlformats.org/drawingml/2006/main" w="0">
            <a:noFill/>
          </a:ln>
        </p:spPr>
      </p:sp>
      <p:sp>
        <p:nvSpPr>
          <p:cNvPr id="3" name="text-54">
            <a:extLst xmlns:a="http://schemas.openxmlformats.org/drawingml/2006/main">
              <a:ext uri="{FF2B5EF4-FFF2-40B4-BE49-F238E27FC236}">
                <a16:creationId xmlns:a16="http://schemas.microsoft.com/office/drawing/2014/main" id="{BA01214D-1430-47BC-9DC6-285CF94D1920}"/>
              </a:ext>
            </a:extLst>
          </p:cNvPr>
          <p:cNvSpPr>
            <a:spLocks xmlns:a="http://schemas.openxmlformats.org/drawingml/2006/main" noGrp="1"/>
          </p:cNvSpPr>
          <p:nvPr/>
        </p:nvSpPr>
        <p:spPr>
          <a:xfrm xmlns:a="http://schemas.openxmlformats.org/drawingml/2006/main">
            <a:off x="609600" y="6505575"/>
            <a:ext cx="876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2645A"/>
                </a:solidFill>
                <a:latin typeface="Arial"/>
                <a:ea typeface="Arial"/>
                <a:cs typeface="Arial"/>
              </a:defRPr>
            </a:defPPr>
            <a:lvl1pPr algn="l">
              <a:defRPr sz="825" b="0">
                <a:solidFill>
                  <a:srgbClr val="52645A"/>
                </a:solidFill>
                <a:latin typeface="Arial"/>
                <a:ea typeface="Arial"/>
                <a:cs typeface="Arial"/>
              </a:defRPr>
            </a:lvl1pPr>
            <a:lvl2pPr algn="l">
              <a:defRPr sz="825" b="0">
                <a:solidFill>
                  <a:srgbClr val="52645A"/>
                </a:solidFill>
                <a:latin typeface="Arial"/>
                <a:ea typeface="Arial"/>
                <a:cs typeface="Arial"/>
              </a:defRPr>
            </a:lvl2pPr>
            <a:lvl3pPr algn="l">
              <a:defRPr sz="825" b="0">
                <a:solidFill>
                  <a:srgbClr val="52645A"/>
                </a:solidFill>
                <a:latin typeface="Arial"/>
                <a:ea typeface="Arial"/>
                <a:cs typeface="Arial"/>
              </a:defRPr>
            </a:lvl3pPr>
            <a:lvl4pPr algn="l">
              <a:defRPr sz="825" b="0">
                <a:solidFill>
                  <a:srgbClr val="52645A"/>
                </a:solidFill>
                <a:latin typeface="Arial"/>
                <a:ea typeface="Arial"/>
                <a:cs typeface="Arial"/>
              </a:defRPr>
            </a:lvl4pPr>
            <a:lvl5pPr algn="l">
              <a:defRPr sz="825" b="0">
                <a:solidFill>
                  <a:srgbClr val="52645A"/>
                </a:solidFill>
                <a:latin typeface="Arial"/>
                <a:ea typeface="Arial"/>
                <a:cs typeface="Arial"/>
              </a:defRPr>
            </a:lvl5pPr>
            <a:lvl6pPr algn="l">
              <a:defRPr sz="825" b="0">
                <a:solidFill>
                  <a:srgbClr val="52645A"/>
                </a:solidFill>
                <a:latin typeface="Arial"/>
                <a:ea typeface="Arial"/>
                <a:cs typeface="Arial"/>
              </a:defRPr>
            </a:lvl6pPr>
            <a:lvl7pPr algn="l">
              <a:defRPr sz="825" b="0">
                <a:solidFill>
                  <a:srgbClr val="52645A"/>
                </a:solidFill>
                <a:latin typeface="Arial"/>
                <a:ea typeface="Arial"/>
                <a:cs typeface="Arial"/>
              </a:defRPr>
            </a:lvl7pPr>
            <a:lvl8pPr algn="l">
              <a:defRPr sz="825" b="0">
                <a:solidFill>
                  <a:srgbClr val="52645A"/>
                </a:solidFill>
                <a:latin typeface="Arial"/>
                <a:ea typeface="Arial"/>
                <a:cs typeface="Arial"/>
              </a:defRPr>
            </a:lvl8pPr>
            <a:lvl9pPr algn="l">
              <a:defRPr sz="825" b="0">
                <a:solidFill>
                  <a:srgbClr val="52645A"/>
                </a:solidFill>
                <a:latin typeface="Arial"/>
                <a:ea typeface="Arial"/>
                <a:cs typeface="Arial"/>
              </a:defRPr>
            </a:lvl9pPr>
          </a:lstStyle>
          <a:p xmlns:a="http://schemas.openxmlformats.org/drawingml/2006/main">
            <a:pPr algn="l">
              <a:defRPr sz="825" b="0">
                <a:solidFill>
                  <a:srgbClr val="52645A"/>
                </a:solidFill>
                <a:latin typeface="Arial"/>
                <a:ea typeface="Arial"/>
                <a:cs typeface="Arial"/>
              </a:defRPr>
            </a:pPr>
            <a:r>
              <a:rPr sz="825" b="0">
                <a:solidFill>
                  <a:srgbClr val="52645A"/>
                </a:solidFill>
                <a:latin typeface="Arial"/>
                <a:ea typeface="Arial"/>
                <a:cs typeface="Arial"/>
              </a:rPr>
              <a:t>CELLORAS  /  GENAI HACKATHON 2026</a:t>
            </a:r>
          </a:p>
        </p:txBody>
      </p:sp>
      <p:sp>
        <p:nvSpPr>
          <p:cNvPr id="4" name="text-55">
            <a:extLst xmlns:a="http://schemas.openxmlformats.org/drawingml/2006/main">
              <a:ext uri="{FF2B5EF4-FFF2-40B4-BE49-F238E27FC236}">
                <a16:creationId xmlns:a16="http://schemas.microsoft.com/office/drawing/2014/main" id="{C743E677-4478-450D-84C7-5D550629E64A}"/>
              </a:ext>
            </a:extLst>
          </p:cNvPr>
          <p:cNvSpPr>
            <a:spLocks xmlns:a="http://schemas.openxmlformats.org/drawingml/2006/main" noGrp="1"/>
          </p:cNvSpPr>
          <p:nvPr/>
        </p:nvSpPr>
        <p:spPr>
          <a:xfrm xmlns:a="http://schemas.openxmlformats.org/drawingml/2006/main">
            <a:off x="11144250" y="6477000"/>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2645A"/>
                </a:solidFill>
                <a:latin typeface="Arial"/>
                <a:ea typeface="Arial"/>
                <a:cs typeface="Arial"/>
              </a:defRPr>
            </a:defPPr>
            <a:lvl1pPr algn="r">
              <a:defRPr sz="1050" b="0">
                <a:solidFill>
                  <a:srgbClr val="52645A"/>
                </a:solidFill>
                <a:latin typeface="Arial"/>
                <a:ea typeface="Arial"/>
                <a:cs typeface="Arial"/>
              </a:defRPr>
            </a:lvl1pPr>
            <a:lvl2pPr algn="r">
              <a:defRPr sz="1050" b="0">
                <a:solidFill>
                  <a:srgbClr val="52645A"/>
                </a:solidFill>
                <a:latin typeface="Arial"/>
                <a:ea typeface="Arial"/>
                <a:cs typeface="Arial"/>
              </a:defRPr>
            </a:lvl2pPr>
            <a:lvl3pPr algn="r">
              <a:defRPr sz="1050" b="0">
                <a:solidFill>
                  <a:srgbClr val="52645A"/>
                </a:solidFill>
                <a:latin typeface="Arial"/>
                <a:ea typeface="Arial"/>
                <a:cs typeface="Arial"/>
              </a:defRPr>
            </a:lvl3pPr>
            <a:lvl4pPr algn="r">
              <a:defRPr sz="1050" b="0">
                <a:solidFill>
                  <a:srgbClr val="52645A"/>
                </a:solidFill>
                <a:latin typeface="Arial"/>
                <a:ea typeface="Arial"/>
                <a:cs typeface="Arial"/>
              </a:defRPr>
            </a:lvl4pPr>
            <a:lvl5pPr algn="r">
              <a:defRPr sz="1050" b="0">
                <a:solidFill>
                  <a:srgbClr val="52645A"/>
                </a:solidFill>
                <a:latin typeface="Arial"/>
                <a:ea typeface="Arial"/>
                <a:cs typeface="Arial"/>
              </a:defRPr>
            </a:lvl5pPr>
            <a:lvl6pPr algn="r">
              <a:defRPr sz="1050" b="0">
                <a:solidFill>
                  <a:srgbClr val="52645A"/>
                </a:solidFill>
                <a:latin typeface="Arial"/>
                <a:ea typeface="Arial"/>
                <a:cs typeface="Arial"/>
              </a:defRPr>
            </a:lvl6pPr>
            <a:lvl7pPr algn="r">
              <a:defRPr sz="1050" b="0">
                <a:solidFill>
                  <a:srgbClr val="52645A"/>
                </a:solidFill>
                <a:latin typeface="Arial"/>
                <a:ea typeface="Arial"/>
                <a:cs typeface="Arial"/>
              </a:defRPr>
            </a:lvl7pPr>
            <a:lvl8pPr algn="r">
              <a:defRPr sz="1050" b="0">
                <a:solidFill>
                  <a:srgbClr val="52645A"/>
                </a:solidFill>
                <a:latin typeface="Arial"/>
                <a:ea typeface="Arial"/>
                <a:cs typeface="Arial"/>
              </a:defRPr>
            </a:lvl8pPr>
            <a:lvl9pPr algn="r">
              <a:defRPr sz="1050" b="0">
                <a:solidFill>
                  <a:srgbClr val="52645A"/>
                </a:solidFill>
                <a:latin typeface="Arial"/>
                <a:ea typeface="Arial"/>
                <a:cs typeface="Arial"/>
              </a:defRPr>
            </a:lvl9pPr>
          </a:lstStyle>
          <a:p xmlns:a="http://schemas.openxmlformats.org/drawingml/2006/main">
            <a:pPr algn="r">
              <a:defRPr sz="1050" b="0">
                <a:solidFill>
                  <a:srgbClr val="52645A"/>
                </a:solidFill>
                <a:latin typeface="Arial"/>
                <a:ea typeface="Arial"/>
                <a:cs typeface="Arial"/>
              </a:defRPr>
            </a:pPr>
            <a:r>
              <a:rPr sz="1050" b="0">
                <a:solidFill>
                  <a:srgbClr val="52645A"/>
                </a:solidFill>
                <a:latin typeface="Arial"/>
                <a:ea typeface="Arial"/>
                <a:cs typeface="Arial"/>
              </a:rPr>
              <a:t>05</a:t>
            </a:r>
          </a:p>
        </p:txBody>
      </p:sp>
      <p:sp>
        <p:nvSpPr>
          <p:cNvPr id="5" name="text-56">
            <a:extLst xmlns:a="http://schemas.openxmlformats.org/drawingml/2006/main">
              <a:ext uri="{FF2B5EF4-FFF2-40B4-BE49-F238E27FC236}">
                <a16:creationId xmlns:a16="http://schemas.microsoft.com/office/drawing/2014/main" id="{4FA6E382-A21C-4E5B-9C60-2E23AA8F0E7D}"/>
              </a:ext>
            </a:extLst>
          </p:cNvPr>
          <p:cNvSpPr>
            <a:spLocks xmlns:a="http://schemas.openxmlformats.org/drawingml/2006/main" noGrp="1"/>
          </p:cNvSpPr>
          <p:nvPr/>
        </p:nvSpPr>
        <p:spPr>
          <a:xfrm xmlns:a="http://schemas.openxmlformats.org/drawingml/2006/main">
            <a:off x="609600" y="83820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4261A"/>
                </a:solidFill>
                <a:latin typeface="Arial"/>
                <a:ea typeface="Arial"/>
                <a:cs typeface="Arial"/>
              </a:defRPr>
            </a:defPPr>
            <a:lvl1pPr algn="l">
              <a:defRPr sz="3600" b="1">
                <a:solidFill>
                  <a:srgbClr val="14261A"/>
                </a:solidFill>
                <a:latin typeface="Arial"/>
                <a:ea typeface="Arial"/>
                <a:cs typeface="Arial"/>
              </a:defRPr>
            </a:lvl1pPr>
            <a:lvl2pPr algn="l">
              <a:defRPr sz="3600" b="1">
                <a:solidFill>
                  <a:srgbClr val="14261A"/>
                </a:solidFill>
                <a:latin typeface="Arial"/>
                <a:ea typeface="Arial"/>
                <a:cs typeface="Arial"/>
              </a:defRPr>
            </a:lvl2pPr>
            <a:lvl3pPr algn="l">
              <a:defRPr sz="3600" b="1">
                <a:solidFill>
                  <a:srgbClr val="14261A"/>
                </a:solidFill>
                <a:latin typeface="Arial"/>
                <a:ea typeface="Arial"/>
                <a:cs typeface="Arial"/>
              </a:defRPr>
            </a:lvl3pPr>
            <a:lvl4pPr algn="l">
              <a:defRPr sz="3600" b="1">
                <a:solidFill>
                  <a:srgbClr val="14261A"/>
                </a:solidFill>
                <a:latin typeface="Arial"/>
                <a:ea typeface="Arial"/>
                <a:cs typeface="Arial"/>
              </a:defRPr>
            </a:lvl4pPr>
            <a:lvl5pPr algn="l">
              <a:defRPr sz="3600" b="1">
                <a:solidFill>
                  <a:srgbClr val="14261A"/>
                </a:solidFill>
                <a:latin typeface="Arial"/>
                <a:ea typeface="Arial"/>
                <a:cs typeface="Arial"/>
              </a:defRPr>
            </a:lvl5pPr>
            <a:lvl6pPr algn="l">
              <a:defRPr sz="3600" b="1">
                <a:solidFill>
                  <a:srgbClr val="14261A"/>
                </a:solidFill>
                <a:latin typeface="Arial"/>
                <a:ea typeface="Arial"/>
                <a:cs typeface="Arial"/>
              </a:defRPr>
            </a:lvl6pPr>
            <a:lvl7pPr algn="l">
              <a:defRPr sz="3600" b="1">
                <a:solidFill>
                  <a:srgbClr val="14261A"/>
                </a:solidFill>
                <a:latin typeface="Arial"/>
                <a:ea typeface="Arial"/>
                <a:cs typeface="Arial"/>
              </a:defRPr>
            </a:lvl7pPr>
            <a:lvl8pPr algn="l">
              <a:defRPr sz="3600" b="1">
                <a:solidFill>
                  <a:srgbClr val="14261A"/>
                </a:solidFill>
                <a:latin typeface="Arial"/>
                <a:ea typeface="Arial"/>
                <a:cs typeface="Arial"/>
              </a:defRPr>
            </a:lvl8pPr>
            <a:lvl9pPr algn="l">
              <a:defRPr sz="3600" b="1">
                <a:solidFill>
                  <a:srgbClr val="14261A"/>
                </a:solidFill>
                <a:latin typeface="Arial"/>
                <a:ea typeface="Arial"/>
                <a:cs typeface="Arial"/>
              </a:defRPr>
            </a:lvl9pPr>
          </a:lstStyle>
          <a:p xmlns:a="http://schemas.openxmlformats.org/drawingml/2006/main">
            <a:pPr algn="l">
              <a:defRPr sz="3600" b="1">
                <a:solidFill>
                  <a:srgbClr val="14261A"/>
                </a:solidFill>
                <a:latin typeface="Arial"/>
                <a:ea typeface="Arial"/>
                <a:cs typeface="Arial"/>
              </a:defRPr>
            </a:pPr>
            <a:r>
              <a:rPr sz="3600" b="1">
                <a:solidFill>
                  <a:srgbClr val="14261A"/>
                </a:solidFill>
                <a:latin typeface="Arial"/>
                <a:ea typeface="Arial"/>
                <a:cs typeface="Arial"/>
              </a:rPr>
              <a:t>Show the genes behind the name.</a:t>
            </a:r>
          </a:p>
        </p:txBody>
      </p:sp>
      <p:sp>
        <p:nvSpPr>
          <p:cNvPr id="6" name="text-57">
            <a:extLst xmlns:a="http://schemas.openxmlformats.org/drawingml/2006/main">
              <a:ext uri="{FF2B5EF4-FFF2-40B4-BE49-F238E27FC236}">
                <a16:creationId xmlns:a16="http://schemas.microsoft.com/office/drawing/2014/main" id="{9D2B4A2D-3D74-43F8-B4AF-DABFFBFFE935}"/>
              </a:ext>
            </a:extLst>
          </p:cNvPr>
          <p:cNvSpPr>
            <a:spLocks xmlns:a="http://schemas.openxmlformats.org/drawingml/2006/main" noGrp="1"/>
          </p:cNvSpPr>
          <p:nvPr/>
        </p:nvSpPr>
        <p:spPr>
          <a:xfrm xmlns:a="http://schemas.openxmlformats.org/drawingml/2006/main">
            <a:off x="609600" y="2247900"/>
            <a:ext cx="5810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B5E20"/>
                </a:solidFill>
                <a:latin typeface="Arial"/>
                <a:ea typeface="Arial"/>
                <a:cs typeface="Arial"/>
              </a:defRPr>
            </a:defPPr>
            <a:lvl1pPr algn="l">
              <a:defRPr sz="3600" b="1">
                <a:solidFill>
                  <a:srgbClr val="1B5E20"/>
                </a:solidFill>
                <a:latin typeface="Arial"/>
                <a:ea typeface="Arial"/>
                <a:cs typeface="Arial"/>
              </a:defRPr>
            </a:lvl1pPr>
            <a:lvl2pPr algn="l">
              <a:defRPr sz="3600" b="1">
                <a:solidFill>
                  <a:srgbClr val="1B5E20"/>
                </a:solidFill>
                <a:latin typeface="Arial"/>
                <a:ea typeface="Arial"/>
                <a:cs typeface="Arial"/>
              </a:defRPr>
            </a:lvl2pPr>
            <a:lvl3pPr algn="l">
              <a:defRPr sz="3600" b="1">
                <a:solidFill>
                  <a:srgbClr val="1B5E20"/>
                </a:solidFill>
                <a:latin typeface="Arial"/>
                <a:ea typeface="Arial"/>
                <a:cs typeface="Arial"/>
              </a:defRPr>
            </a:lvl3pPr>
            <a:lvl4pPr algn="l">
              <a:defRPr sz="3600" b="1">
                <a:solidFill>
                  <a:srgbClr val="1B5E20"/>
                </a:solidFill>
                <a:latin typeface="Arial"/>
                <a:ea typeface="Arial"/>
                <a:cs typeface="Arial"/>
              </a:defRPr>
            </a:lvl4pPr>
            <a:lvl5pPr algn="l">
              <a:defRPr sz="3600" b="1">
                <a:solidFill>
                  <a:srgbClr val="1B5E20"/>
                </a:solidFill>
                <a:latin typeface="Arial"/>
                <a:ea typeface="Arial"/>
                <a:cs typeface="Arial"/>
              </a:defRPr>
            </a:lvl5pPr>
            <a:lvl6pPr algn="l">
              <a:defRPr sz="3600" b="1">
                <a:solidFill>
                  <a:srgbClr val="1B5E20"/>
                </a:solidFill>
                <a:latin typeface="Arial"/>
                <a:ea typeface="Arial"/>
                <a:cs typeface="Arial"/>
              </a:defRPr>
            </a:lvl6pPr>
            <a:lvl7pPr algn="l">
              <a:defRPr sz="3600" b="1">
                <a:solidFill>
                  <a:srgbClr val="1B5E20"/>
                </a:solidFill>
                <a:latin typeface="Arial"/>
                <a:ea typeface="Arial"/>
                <a:cs typeface="Arial"/>
              </a:defRPr>
            </a:lvl7pPr>
            <a:lvl8pPr algn="l">
              <a:defRPr sz="3600" b="1">
                <a:solidFill>
                  <a:srgbClr val="1B5E20"/>
                </a:solidFill>
                <a:latin typeface="Arial"/>
                <a:ea typeface="Arial"/>
                <a:cs typeface="Arial"/>
              </a:defRPr>
            </a:lvl8pPr>
            <a:lvl9pPr algn="l">
              <a:defRPr sz="3600" b="1">
                <a:solidFill>
                  <a:srgbClr val="1B5E20"/>
                </a:solidFill>
                <a:latin typeface="Arial"/>
                <a:ea typeface="Arial"/>
                <a:cs typeface="Arial"/>
              </a:defRPr>
            </a:lvl9pPr>
          </a:lstStyle>
          <a:p xmlns:a="http://schemas.openxmlformats.org/drawingml/2006/main">
            <a:pPr algn="l">
              <a:defRPr sz="3600" b="1">
                <a:solidFill>
                  <a:srgbClr val="1B5E20"/>
                </a:solidFill>
                <a:latin typeface="Arial"/>
                <a:ea typeface="Arial"/>
                <a:cs typeface="Arial"/>
              </a:defRPr>
            </a:pPr>
            <a:r>
              <a:rPr sz="3600" b="1">
                <a:solidFill>
                  <a:srgbClr val="1B5E20"/>
                </a:solidFill>
                <a:latin typeface="Arial"/>
                <a:ea typeface="Arial"/>
                <a:cs typeface="Arial"/>
              </a:rPr>
              <a:t>Root hair</a:t>
            </a:r>
          </a:p>
        </p:txBody>
      </p:sp>
      <p:sp>
        <p:nvSpPr>
          <p:cNvPr id="7" name="text-58">
            <a:extLst xmlns:a="http://schemas.openxmlformats.org/drawingml/2006/main">
              <a:ext uri="{FF2B5EF4-FFF2-40B4-BE49-F238E27FC236}">
                <a16:creationId xmlns:a16="http://schemas.microsoft.com/office/drawing/2014/main" id="{6FC74D72-17B8-44E8-B830-AEB61A5FF2DF}"/>
              </a:ext>
            </a:extLst>
          </p:cNvPr>
          <p:cNvSpPr>
            <a:spLocks xmlns:a="http://schemas.openxmlformats.org/drawingml/2006/main" noGrp="1"/>
          </p:cNvSpPr>
          <p:nvPr/>
        </p:nvSpPr>
        <p:spPr>
          <a:xfrm xmlns:a="http://schemas.openxmlformats.org/drawingml/2006/main">
            <a:off x="628650" y="3000375"/>
            <a:ext cx="600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2645A"/>
                </a:solidFill>
                <a:latin typeface="Arial"/>
                <a:ea typeface="Arial"/>
                <a:cs typeface="Arial"/>
              </a:defRPr>
            </a:defPPr>
            <a:lvl1pPr algn="l">
              <a:defRPr sz="1800" b="0">
                <a:solidFill>
                  <a:srgbClr val="52645A"/>
                </a:solidFill>
                <a:latin typeface="Arial"/>
                <a:ea typeface="Arial"/>
                <a:cs typeface="Arial"/>
              </a:defRPr>
            </a:lvl1pPr>
            <a:lvl2pPr algn="l">
              <a:defRPr sz="1800" b="0">
                <a:solidFill>
                  <a:srgbClr val="52645A"/>
                </a:solidFill>
                <a:latin typeface="Arial"/>
                <a:ea typeface="Arial"/>
                <a:cs typeface="Arial"/>
              </a:defRPr>
            </a:lvl2pPr>
            <a:lvl3pPr algn="l">
              <a:defRPr sz="1800" b="0">
                <a:solidFill>
                  <a:srgbClr val="52645A"/>
                </a:solidFill>
                <a:latin typeface="Arial"/>
                <a:ea typeface="Arial"/>
                <a:cs typeface="Arial"/>
              </a:defRPr>
            </a:lvl3pPr>
            <a:lvl4pPr algn="l">
              <a:defRPr sz="1800" b="0">
                <a:solidFill>
                  <a:srgbClr val="52645A"/>
                </a:solidFill>
                <a:latin typeface="Arial"/>
                <a:ea typeface="Arial"/>
                <a:cs typeface="Arial"/>
              </a:defRPr>
            </a:lvl4pPr>
            <a:lvl5pPr algn="l">
              <a:defRPr sz="1800" b="0">
                <a:solidFill>
                  <a:srgbClr val="52645A"/>
                </a:solidFill>
                <a:latin typeface="Arial"/>
                <a:ea typeface="Arial"/>
                <a:cs typeface="Arial"/>
              </a:defRPr>
            </a:lvl5pPr>
            <a:lvl6pPr algn="l">
              <a:defRPr sz="1800" b="0">
                <a:solidFill>
                  <a:srgbClr val="52645A"/>
                </a:solidFill>
                <a:latin typeface="Arial"/>
                <a:ea typeface="Arial"/>
                <a:cs typeface="Arial"/>
              </a:defRPr>
            </a:lvl6pPr>
            <a:lvl7pPr algn="l">
              <a:defRPr sz="1800" b="0">
                <a:solidFill>
                  <a:srgbClr val="52645A"/>
                </a:solidFill>
                <a:latin typeface="Arial"/>
                <a:ea typeface="Arial"/>
                <a:cs typeface="Arial"/>
              </a:defRPr>
            </a:lvl7pPr>
            <a:lvl8pPr algn="l">
              <a:defRPr sz="1800" b="0">
                <a:solidFill>
                  <a:srgbClr val="52645A"/>
                </a:solidFill>
                <a:latin typeface="Arial"/>
                <a:ea typeface="Arial"/>
                <a:cs typeface="Arial"/>
              </a:defRPr>
            </a:lvl8pPr>
            <a:lvl9pPr algn="l">
              <a:defRPr sz="1800" b="0">
                <a:solidFill>
                  <a:srgbClr val="52645A"/>
                </a:solidFill>
                <a:latin typeface="Arial"/>
                <a:ea typeface="Arial"/>
                <a:cs typeface="Arial"/>
              </a:defRPr>
            </a:lvl9pPr>
          </a:lstStyle>
          <a:p xmlns:a="http://schemas.openxmlformats.org/drawingml/2006/main">
            <a:pPr algn="l">
              <a:defRPr sz="1800" b="0">
                <a:solidFill>
                  <a:srgbClr val="52645A"/>
                </a:solidFill>
                <a:latin typeface="Arial"/>
                <a:ea typeface="Arial"/>
                <a:cs typeface="Arial"/>
              </a:defRPr>
            </a:pPr>
            <a:r>
              <a:rPr sz="1800" b="0">
                <a:solidFill>
                  <a:srgbClr val="52645A"/>
                </a:solidFill>
                <a:latin typeface="Arial"/>
                <a:ea typeface="Arial"/>
                <a:cs typeface="Arial"/>
              </a:rPr>
              <a:t>Group 6  ·  388 nuclei  ·  2 supporting genes</a:t>
            </a:r>
          </a:p>
        </p:txBody>
      </p:sp>
      <p:sp>
        <p:nvSpPr>
          <p:cNvPr id="8" name="text-59">
            <a:extLst xmlns:a="http://schemas.openxmlformats.org/drawingml/2006/main">
              <a:ext uri="{FF2B5EF4-FFF2-40B4-BE49-F238E27FC236}">
                <a16:creationId xmlns:a16="http://schemas.microsoft.com/office/drawing/2014/main" id="{8323CC66-DFFB-4A3F-9478-A1FA6D0FA4CF}"/>
              </a:ext>
            </a:extLst>
          </p:cNvPr>
          <p:cNvSpPr>
            <a:spLocks xmlns:a="http://schemas.openxmlformats.org/drawingml/2006/main" noGrp="1"/>
          </p:cNvSpPr>
          <p:nvPr/>
        </p:nvSpPr>
        <p:spPr>
          <a:xfrm xmlns:a="http://schemas.openxmlformats.org/drawingml/2006/main">
            <a:off x="609600" y="3781425"/>
            <a:ext cx="5810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4261A"/>
                </a:solidFill>
                <a:latin typeface="Arial"/>
                <a:ea typeface="Arial"/>
                <a:cs typeface="Arial"/>
              </a:defRPr>
            </a:defPPr>
            <a:lvl1pPr algn="l">
              <a:defRPr sz="2400" b="1">
                <a:solidFill>
                  <a:srgbClr val="14261A"/>
                </a:solidFill>
                <a:latin typeface="Arial"/>
                <a:ea typeface="Arial"/>
                <a:cs typeface="Arial"/>
              </a:defRPr>
            </a:lvl1pPr>
            <a:lvl2pPr algn="l">
              <a:defRPr sz="2400" b="1">
                <a:solidFill>
                  <a:srgbClr val="14261A"/>
                </a:solidFill>
                <a:latin typeface="Arial"/>
                <a:ea typeface="Arial"/>
                <a:cs typeface="Arial"/>
              </a:defRPr>
            </a:lvl2pPr>
            <a:lvl3pPr algn="l">
              <a:defRPr sz="2400" b="1">
                <a:solidFill>
                  <a:srgbClr val="14261A"/>
                </a:solidFill>
                <a:latin typeface="Arial"/>
                <a:ea typeface="Arial"/>
                <a:cs typeface="Arial"/>
              </a:defRPr>
            </a:lvl3pPr>
            <a:lvl4pPr algn="l">
              <a:defRPr sz="2400" b="1">
                <a:solidFill>
                  <a:srgbClr val="14261A"/>
                </a:solidFill>
                <a:latin typeface="Arial"/>
                <a:ea typeface="Arial"/>
                <a:cs typeface="Arial"/>
              </a:defRPr>
            </a:lvl4pPr>
            <a:lvl5pPr algn="l">
              <a:defRPr sz="2400" b="1">
                <a:solidFill>
                  <a:srgbClr val="14261A"/>
                </a:solidFill>
                <a:latin typeface="Arial"/>
                <a:ea typeface="Arial"/>
                <a:cs typeface="Arial"/>
              </a:defRPr>
            </a:lvl5pPr>
            <a:lvl6pPr algn="l">
              <a:defRPr sz="2400" b="1">
                <a:solidFill>
                  <a:srgbClr val="14261A"/>
                </a:solidFill>
                <a:latin typeface="Arial"/>
                <a:ea typeface="Arial"/>
                <a:cs typeface="Arial"/>
              </a:defRPr>
            </a:lvl6pPr>
            <a:lvl7pPr algn="l">
              <a:defRPr sz="2400" b="1">
                <a:solidFill>
                  <a:srgbClr val="14261A"/>
                </a:solidFill>
                <a:latin typeface="Arial"/>
                <a:ea typeface="Arial"/>
                <a:cs typeface="Arial"/>
              </a:defRPr>
            </a:lvl7pPr>
            <a:lvl8pPr algn="l">
              <a:defRPr sz="2400" b="1">
                <a:solidFill>
                  <a:srgbClr val="14261A"/>
                </a:solidFill>
                <a:latin typeface="Arial"/>
                <a:ea typeface="Arial"/>
                <a:cs typeface="Arial"/>
              </a:defRPr>
            </a:lvl8pPr>
            <a:lvl9pPr algn="l">
              <a:defRPr sz="2400" b="1">
                <a:solidFill>
                  <a:srgbClr val="14261A"/>
                </a:solidFill>
                <a:latin typeface="Arial"/>
                <a:ea typeface="Arial"/>
                <a:cs typeface="Arial"/>
              </a:defRPr>
            </a:lvl9pPr>
          </a:lstStyle>
          <a:p xmlns:a="http://schemas.openxmlformats.org/drawingml/2006/main">
            <a:pPr algn="l">
              <a:defRPr sz="2400" b="1">
                <a:solidFill>
                  <a:srgbClr val="14261A"/>
                </a:solidFill>
                <a:latin typeface="Arial"/>
                <a:ea typeface="Arial"/>
                <a:cs typeface="Arial"/>
              </a:defRPr>
            </a:pPr>
            <a:r>
              <a:rPr sz="2400" b="1">
                <a:solidFill>
                  <a:srgbClr val="14261A"/>
                </a:solidFill>
                <a:latin typeface="Arial"/>
                <a:ea typeface="Arial"/>
                <a:cs typeface="Arial"/>
              </a:rPr>
              <a:t>Zetaris supplies the</a:t>
            </a:r>
          </a:p>
          <a:p xmlns:a="http://schemas.openxmlformats.org/drawingml/2006/main">
            <a:pPr algn="l">
              <a:defRPr sz="2400" b="1">
                <a:solidFill>
                  <a:srgbClr val="14261A"/>
                </a:solidFill>
                <a:latin typeface="Arial"/>
                <a:ea typeface="Arial"/>
                <a:cs typeface="Arial"/>
              </a:defRPr>
            </a:pPr>
            <a:r>
              <a:rPr sz="2400" b="1">
                <a:solidFill>
                  <a:srgbClr val="14261A"/>
                </a:solidFill>
                <a:latin typeface="Arial"/>
                <a:ea typeface="Arial"/>
                <a:cs typeface="Arial"/>
              </a:rPr>
              <a:t>versioned marker reference.</a:t>
            </a:r>
          </a:p>
        </p:txBody>
      </p:sp>
      <p:sp>
        <p:nvSpPr>
          <p:cNvPr id="9" name="text-60">
            <a:extLst xmlns:a="http://schemas.openxmlformats.org/drawingml/2006/main">
              <a:ext uri="{FF2B5EF4-FFF2-40B4-BE49-F238E27FC236}">
                <a16:creationId xmlns:a16="http://schemas.microsoft.com/office/drawing/2014/main" id="{AFBFF23F-A7DD-4CEB-A405-8DE17410C893}"/>
              </a:ext>
            </a:extLst>
          </p:cNvPr>
          <p:cNvSpPr>
            <a:spLocks xmlns:a="http://schemas.openxmlformats.org/drawingml/2006/main" noGrp="1"/>
          </p:cNvSpPr>
          <p:nvPr/>
        </p:nvSpPr>
        <p:spPr>
          <a:xfrm xmlns:a="http://schemas.openxmlformats.org/drawingml/2006/main">
            <a:off x="628650" y="4791075"/>
            <a:ext cx="55721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2645A"/>
                </a:solidFill>
                <a:latin typeface="Arial"/>
                <a:ea typeface="Arial"/>
                <a:cs typeface="Arial"/>
              </a:defRPr>
            </a:defPPr>
            <a:lvl1pPr algn="l">
              <a:defRPr sz="1725" b="0">
                <a:solidFill>
                  <a:srgbClr val="52645A"/>
                </a:solidFill>
                <a:latin typeface="Arial"/>
                <a:ea typeface="Arial"/>
                <a:cs typeface="Arial"/>
              </a:defRPr>
            </a:lvl1pPr>
            <a:lvl2pPr algn="l">
              <a:defRPr sz="1725" b="0">
                <a:solidFill>
                  <a:srgbClr val="52645A"/>
                </a:solidFill>
                <a:latin typeface="Arial"/>
                <a:ea typeface="Arial"/>
                <a:cs typeface="Arial"/>
              </a:defRPr>
            </a:lvl2pPr>
            <a:lvl3pPr algn="l">
              <a:defRPr sz="1725" b="0">
                <a:solidFill>
                  <a:srgbClr val="52645A"/>
                </a:solidFill>
                <a:latin typeface="Arial"/>
                <a:ea typeface="Arial"/>
                <a:cs typeface="Arial"/>
              </a:defRPr>
            </a:lvl3pPr>
            <a:lvl4pPr algn="l">
              <a:defRPr sz="1725" b="0">
                <a:solidFill>
                  <a:srgbClr val="52645A"/>
                </a:solidFill>
                <a:latin typeface="Arial"/>
                <a:ea typeface="Arial"/>
                <a:cs typeface="Arial"/>
              </a:defRPr>
            </a:lvl4pPr>
            <a:lvl5pPr algn="l">
              <a:defRPr sz="1725" b="0">
                <a:solidFill>
                  <a:srgbClr val="52645A"/>
                </a:solidFill>
                <a:latin typeface="Arial"/>
                <a:ea typeface="Arial"/>
                <a:cs typeface="Arial"/>
              </a:defRPr>
            </a:lvl5pPr>
            <a:lvl6pPr algn="l">
              <a:defRPr sz="1725" b="0">
                <a:solidFill>
                  <a:srgbClr val="52645A"/>
                </a:solidFill>
                <a:latin typeface="Arial"/>
                <a:ea typeface="Arial"/>
                <a:cs typeface="Arial"/>
              </a:defRPr>
            </a:lvl6pPr>
            <a:lvl7pPr algn="l">
              <a:defRPr sz="1725" b="0">
                <a:solidFill>
                  <a:srgbClr val="52645A"/>
                </a:solidFill>
                <a:latin typeface="Arial"/>
                <a:ea typeface="Arial"/>
                <a:cs typeface="Arial"/>
              </a:defRPr>
            </a:lvl7pPr>
            <a:lvl8pPr algn="l">
              <a:defRPr sz="1725" b="0">
                <a:solidFill>
                  <a:srgbClr val="52645A"/>
                </a:solidFill>
                <a:latin typeface="Arial"/>
                <a:ea typeface="Arial"/>
                <a:cs typeface="Arial"/>
              </a:defRPr>
            </a:lvl8pPr>
            <a:lvl9pPr algn="l">
              <a:defRPr sz="1725" b="0">
                <a:solidFill>
                  <a:srgbClr val="52645A"/>
                </a:solidFill>
                <a:latin typeface="Arial"/>
                <a:ea typeface="Arial"/>
                <a:cs typeface="Arial"/>
              </a:defRPr>
            </a:lvl9pPr>
          </a:lstStyle>
          <a:p xmlns:a="http://schemas.openxmlformats.org/drawingml/2006/main">
            <a:pPr algn="l">
              <a:defRPr sz="1725" b="0">
                <a:solidFill>
                  <a:srgbClr val="52645A"/>
                </a:solidFill>
                <a:latin typeface="Arial"/>
                <a:ea typeface="Arial"/>
                <a:cs typeface="Arial"/>
              </a:defRPr>
            </a:pPr>
            <a:r>
              <a:rPr sz="1725" b="0">
                <a:solidFill>
                  <a:srgbClr val="52645A"/>
                </a:solidFill>
                <a:latin typeface="Arial"/>
                <a:ea typeface="Arial"/>
                <a:cs typeface="Arial"/>
              </a:rPr>
              <a:t>42 published associations.</a:t>
            </a:r>
          </a:p>
          <a:p xmlns:a="http://schemas.openxmlformats.org/drawingml/2006/main">
            <a:pPr algn="l">
              <a:defRPr sz="1725" b="0">
                <a:solidFill>
                  <a:srgbClr val="52645A"/>
                </a:solidFill>
                <a:latin typeface="Arial"/>
                <a:ea typeface="Arial"/>
                <a:cs typeface="Arial"/>
              </a:defRPr>
            </a:pPr>
            <a:r>
              <a:rPr sz="1725" b="0">
                <a:solidFill>
                  <a:srgbClr val="52645A"/>
                </a:solidFill>
                <a:latin typeface="Arial"/>
                <a:ea typeface="Arial"/>
                <a:cs typeface="Arial"/>
              </a:rPr>
              <a:t>The analysis keeps the query receipt</a:t>
            </a:r>
          </a:p>
          <a:p xmlns:a="http://schemas.openxmlformats.org/drawingml/2006/main">
            <a:pPr algn="l">
              <a:defRPr sz="1725" b="0">
                <a:solidFill>
                  <a:srgbClr val="52645A"/>
                </a:solidFill>
                <a:latin typeface="Arial"/>
                <a:ea typeface="Arial"/>
                <a:cs typeface="Arial"/>
              </a:defRPr>
            </a:pPr>
            <a:r>
              <a:rPr sz="1725" b="0">
                <a:solidFill>
                  <a:srgbClr val="52645A"/>
                </a:solidFill>
                <a:latin typeface="Arial"/>
                <a:ea typeface="Arial"/>
                <a:cs typeface="Arial"/>
              </a:rPr>
              <a:t>and checks the reference version.</a:t>
            </a:r>
          </a:p>
        </p:txBody>
      </p:sp>
      <p:pic>
        <p:nvPicPr>
          <p:cNvPr id="10" name="">
            <a:extLst xmlns:a="http://schemas.openxmlformats.org/drawingml/2006/main">
              <a:ext uri="{FF2B5EF4-FFF2-40B4-BE49-F238E27FC236}">
                <a16:creationId xmlns:a16="http://schemas.microsoft.com/office/drawing/2014/main" id="{04DF8632-61D6-4ECE-8644-8004BFDD05E7}"/>
              </a:ext>
            </a:extLst>
          </p:cNvPr>
          <p:cNvPicPr>
            <a:picLocks xmlns:a="http://schemas.openxmlformats.org/drawingml/2006/main" noChangeAspect="1"/>
          </p:cNvPicPr>
          <p:nvPr/>
        </p:nvPicPr>
        <p:blipFill>
          <a:blip xmlns:r="http://schemas.openxmlformats.org/officeDocument/2006/relationships" xmlns:a="http://schemas.openxmlformats.org/drawingml/2006/main" r:embed="R521988416089409d"/>
          <a:stretch xmlns:a="http://schemas.openxmlformats.org/drawingml/2006/main"/>
        </p:blipFill>
        <p:spPr>
          <a:xfrm xmlns:a="http://schemas.openxmlformats.org/drawingml/2006/main">
            <a:off x="7688374" y="1847850"/>
            <a:ext cx="3092227" cy="4333875"/>
          </a:xfrm>
          <a:prstGeom xmlns:a="http://schemas.openxmlformats.org/drawingml/2006/main" prst="rect">
            <a:avLst/>
          </a:prstGeom>
        </p:spPr>
      </p:pic>
      <p:sp>
        <p:nvSpPr>
          <p:cNvPr id="11" name="text-61">
            <a:extLst xmlns:a="http://schemas.openxmlformats.org/drawingml/2006/main">
              <a:ext uri="{FF2B5EF4-FFF2-40B4-BE49-F238E27FC236}">
                <a16:creationId xmlns:a16="http://schemas.microsoft.com/office/drawing/2014/main" id="{A3B84731-A0E4-4856-9411-D5B7EAA35E69}"/>
              </a:ext>
            </a:extLst>
          </p:cNvPr>
          <p:cNvSpPr>
            <a:spLocks xmlns:a="http://schemas.openxmlformats.org/drawingml/2006/main" noGrp="1"/>
          </p:cNvSpPr>
          <p:nvPr/>
        </p:nvSpPr>
        <p:spPr>
          <a:xfrm xmlns:a="http://schemas.openxmlformats.org/drawingml/2006/main">
            <a:off x="7000875" y="6134100"/>
            <a:ext cx="45815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050" b="0">
                <a:solidFill>
                  <a:srgbClr val="52645A"/>
                </a:solidFill>
                <a:latin typeface="Arial"/>
                <a:ea typeface="Arial"/>
                <a:cs typeface="Arial"/>
              </a:defRPr>
            </a:defPPr>
            <a:lvl1pPr algn="ctr">
              <a:defRPr sz="1050" b="0">
                <a:solidFill>
                  <a:srgbClr val="52645A"/>
                </a:solidFill>
                <a:latin typeface="Arial"/>
                <a:ea typeface="Arial"/>
                <a:cs typeface="Arial"/>
              </a:defRPr>
            </a:lvl1pPr>
            <a:lvl2pPr algn="ctr">
              <a:defRPr sz="1050" b="0">
                <a:solidFill>
                  <a:srgbClr val="52645A"/>
                </a:solidFill>
                <a:latin typeface="Arial"/>
                <a:ea typeface="Arial"/>
                <a:cs typeface="Arial"/>
              </a:defRPr>
            </a:lvl2pPr>
            <a:lvl3pPr algn="ctr">
              <a:defRPr sz="1050" b="0">
                <a:solidFill>
                  <a:srgbClr val="52645A"/>
                </a:solidFill>
                <a:latin typeface="Arial"/>
                <a:ea typeface="Arial"/>
                <a:cs typeface="Arial"/>
              </a:defRPr>
            </a:lvl3pPr>
            <a:lvl4pPr algn="ctr">
              <a:defRPr sz="1050" b="0">
                <a:solidFill>
                  <a:srgbClr val="52645A"/>
                </a:solidFill>
                <a:latin typeface="Arial"/>
                <a:ea typeface="Arial"/>
                <a:cs typeface="Arial"/>
              </a:defRPr>
            </a:lvl4pPr>
            <a:lvl5pPr algn="ctr">
              <a:defRPr sz="1050" b="0">
                <a:solidFill>
                  <a:srgbClr val="52645A"/>
                </a:solidFill>
                <a:latin typeface="Arial"/>
                <a:ea typeface="Arial"/>
                <a:cs typeface="Arial"/>
              </a:defRPr>
            </a:lvl5pPr>
            <a:lvl6pPr algn="ctr">
              <a:defRPr sz="1050" b="0">
                <a:solidFill>
                  <a:srgbClr val="52645A"/>
                </a:solidFill>
                <a:latin typeface="Arial"/>
                <a:ea typeface="Arial"/>
                <a:cs typeface="Arial"/>
              </a:defRPr>
            </a:lvl6pPr>
            <a:lvl7pPr algn="ctr">
              <a:defRPr sz="1050" b="0">
                <a:solidFill>
                  <a:srgbClr val="52645A"/>
                </a:solidFill>
                <a:latin typeface="Arial"/>
                <a:ea typeface="Arial"/>
                <a:cs typeface="Arial"/>
              </a:defRPr>
            </a:lvl7pPr>
            <a:lvl8pPr algn="ctr">
              <a:defRPr sz="1050" b="0">
                <a:solidFill>
                  <a:srgbClr val="52645A"/>
                </a:solidFill>
                <a:latin typeface="Arial"/>
                <a:ea typeface="Arial"/>
                <a:cs typeface="Arial"/>
              </a:defRPr>
            </a:lvl8pPr>
            <a:lvl9pPr algn="ctr">
              <a:defRPr sz="1050" b="0">
                <a:solidFill>
                  <a:srgbClr val="52645A"/>
                </a:solidFill>
                <a:latin typeface="Arial"/>
                <a:ea typeface="Arial"/>
                <a:cs typeface="Arial"/>
              </a:defRPr>
            </a:lvl9pPr>
          </a:lstStyle>
          <a:p xmlns:a="http://schemas.openxmlformats.org/drawingml/2006/main">
            <a:pPr algn="ctr">
              <a:defRPr sz="1050" b="0">
                <a:solidFill>
                  <a:srgbClr val="52645A"/>
                </a:solidFill>
                <a:latin typeface="Arial"/>
                <a:ea typeface="Arial"/>
                <a:cs typeface="Arial"/>
              </a:defRPr>
            </a:pPr>
            <a:r>
              <a:rPr sz="1050" b="0">
                <a:solidFill>
                  <a:srgbClr val="52645A"/>
                </a:solidFill>
                <a:latin typeface="Arial"/>
                <a:ea typeface="Arial"/>
                <a:cs typeface="Arial"/>
              </a:rPr>
              <a:t>Size: fraction expressing  ·  Color: mean expression</a:t>
            </a:r>
          </a:p>
        </p:txBody>
      </p:sp>
    </p:spTree>
    <p:extLst>
      <p:ext uri="{BB962C8B-B14F-4D97-AF65-F5344CB8AC3E}">
        <p14:creationId xmlns:p14="http://schemas.microsoft.com/office/powerpoint/2010/main" val="202343829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62">
            <a:extLst xmlns:a="http://schemas.openxmlformats.org/drawingml/2006/main">
              <a:ext uri="{FF2B5EF4-FFF2-40B4-BE49-F238E27FC236}">
                <a16:creationId xmlns:a16="http://schemas.microsoft.com/office/drawing/2014/main" id="{56F6CFA6-2B30-4078-B96D-7A1055B66048}"/>
              </a:ext>
            </a:extLst>
          </p:cNvPr>
          <p:cNvSpPr>
            <a:spLocks xmlns:a="http://schemas.openxmlformats.org/drawingml/2006/main" noGrp="1"/>
          </p:cNvSpPr>
          <p:nvPr/>
        </p:nvSpPr>
        <p:spPr>
          <a:xfrm xmlns:a="http://schemas.openxmlformats.org/drawingml/2006/main">
            <a:off x="609600" y="323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RESEARCH MEMORY · METERLESS H-MEM</a:t>
            </a:r>
          </a:p>
        </p:txBody>
      </p:sp>
      <p:sp>
        <p:nvSpPr>
          <p:cNvPr id="2" name="block-63">
            <a:extLst xmlns:a="http://schemas.openxmlformats.org/drawingml/2006/main">
              <a:ext uri="{FF2B5EF4-FFF2-40B4-BE49-F238E27FC236}">
                <a16:creationId xmlns:a16="http://schemas.microsoft.com/office/drawing/2014/main" id="{86B0EA74-4890-4DB7-9734-80C7EA2C3A40}"/>
              </a:ext>
            </a:extLst>
          </p:cNvPr>
          <p:cNvSpPr>
            <a:spLocks xmlns:a="http://schemas.openxmlformats.org/drawingml/2006/main" noGrp="1"/>
          </p:cNvSpPr>
          <p:nvPr/>
        </p:nvSpPr>
        <p:spPr>
          <a:xfrm xmlns:a="http://schemas.openxmlformats.org/drawingml/2006/main">
            <a:off x="609600" y="6391275"/>
            <a:ext cx="10972800" cy="9525"/>
          </a:xfrm>
          <a:prstGeom xmlns:a="http://schemas.openxmlformats.org/drawingml/2006/main" prst="rect">
            <a:avLst/>
          </a:prstGeom>
          <a:solidFill xmlns:a="http://schemas.openxmlformats.org/drawingml/2006/main">
            <a:srgbClr val="D8E1D9"/>
          </a:solidFill>
          <a:ln xmlns:a="http://schemas.openxmlformats.org/drawingml/2006/main" w="0">
            <a:noFill/>
          </a:ln>
        </p:spPr>
      </p:sp>
      <p:sp>
        <p:nvSpPr>
          <p:cNvPr id="3" name="text-64">
            <a:extLst xmlns:a="http://schemas.openxmlformats.org/drawingml/2006/main">
              <a:ext uri="{FF2B5EF4-FFF2-40B4-BE49-F238E27FC236}">
                <a16:creationId xmlns:a16="http://schemas.microsoft.com/office/drawing/2014/main" id="{13A5DCFA-5C6F-4047-A2B7-F06503A382D9}"/>
              </a:ext>
            </a:extLst>
          </p:cNvPr>
          <p:cNvSpPr>
            <a:spLocks xmlns:a="http://schemas.openxmlformats.org/drawingml/2006/main" noGrp="1"/>
          </p:cNvSpPr>
          <p:nvPr/>
        </p:nvSpPr>
        <p:spPr>
          <a:xfrm xmlns:a="http://schemas.openxmlformats.org/drawingml/2006/main">
            <a:off x="609600" y="6505575"/>
            <a:ext cx="876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2645A"/>
                </a:solidFill>
                <a:latin typeface="Arial"/>
                <a:ea typeface="Arial"/>
                <a:cs typeface="Arial"/>
              </a:defRPr>
            </a:defPPr>
            <a:lvl1pPr algn="l">
              <a:defRPr sz="825" b="0">
                <a:solidFill>
                  <a:srgbClr val="52645A"/>
                </a:solidFill>
                <a:latin typeface="Arial"/>
                <a:ea typeface="Arial"/>
                <a:cs typeface="Arial"/>
              </a:defRPr>
            </a:lvl1pPr>
            <a:lvl2pPr algn="l">
              <a:defRPr sz="825" b="0">
                <a:solidFill>
                  <a:srgbClr val="52645A"/>
                </a:solidFill>
                <a:latin typeface="Arial"/>
                <a:ea typeface="Arial"/>
                <a:cs typeface="Arial"/>
              </a:defRPr>
            </a:lvl2pPr>
            <a:lvl3pPr algn="l">
              <a:defRPr sz="825" b="0">
                <a:solidFill>
                  <a:srgbClr val="52645A"/>
                </a:solidFill>
                <a:latin typeface="Arial"/>
                <a:ea typeface="Arial"/>
                <a:cs typeface="Arial"/>
              </a:defRPr>
            </a:lvl3pPr>
            <a:lvl4pPr algn="l">
              <a:defRPr sz="825" b="0">
                <a:solidFill>
                  <a:srgbClr val="52645A"/>
                </a:solidFill>
                <a:latin typeface="Arial"/>
                <a:ea typeface="Arial"/>
                <a:cs typeface="Arial"/>
              </a:defRPr>
            </a:lvl4pPr>
            <a:lvl5pPr algn="l">
              <a:defRPr sz="825" b="0">
                <a:solidFill>
                  <a:srgbClr val="52645A"/>
                </a:solidFill>
                <a:latin typeface="Arial"/>
                <a:ea typeface="Arial"/>
                <a:cs typeface="Arial"/>
              </a:defRPr>
            </a:lvl5pPr>
            <a:lvl6pPr algn="l">
              <a:defRPr sz="825" b="0">
                <a:solidFill>
                  <a:srgbClr val="52645A"/>
                </a:solidFill>
                <a:latin typeface="Arial"/>
                <a:ea typeface="Arial"/>
                <a:cs typeface="Arial"/>
              </a:defRPr>
            </a:lvl6pPr>
            <a:lvl7pPr algn="l">
              <a:defRPr sz="825" b="0">
                <a:solidFill>
                  <a:srgbClr val="52645A"/>
                </a:solidFill>
                <a:latin typeface="Arial"/>
                <a:ea typeface="Arial"/>
                <a:cs typeface="Arial"/>
              </a:defRPr>
            </a:lvl7pPr>
            <a:lvl8pPr algn="l">
              <a:defRPr sz="825" b="0">
                <a:solidFill>
                  <a:srgbClr val="52645A"/>
                </a:solidFill>
                <a:latin typeface="Arial"/>
                <a:ea typeface="Arial"/>
                <a:cs typeface="Arial"/>
              </a:defRPr>
            </a:lvl8pPr>
            <a:lvl9pPr algn="l">
              <a:defRPr sz="825" b="0">
                <a:solidFill>
                  <a:srgbClr val="52645A"/>
                </a:solidFill>
                <a:latin typeface="Arial"/>
                <a:ea typeface="Arial"/>
                <a:cs typeface="Arial"/>
              </a:defRPr>
            </a:lvl9pPr>
          </a:lstStyle>
          <a:p xmlns:a="http://schemas.openxmlformats.org/drawingml/2006/main">
            <a:pPr algn="l">
              <a:defRPr sz="825" b="0">
                <a:solidFill>
                  <a:srgbClr val="52645A"/>
                </a:solidFill>
                <a:latin typeface="Arial"/>
                <a:ea typeface="Arial"/>
                <a:cs typeface="Arial"/>
              </a:defRPr>
            </a:pPr>
            <a:r>
              <a:rPr sz="825" b="0">
                <a:solidFill>
                  <a:srgbClr val="52645A"/>
                </a:solidFill>
                <a:latin typeface="Arial"/>
                <a:ea typeface="Arial"/>
                <a:cs typeface="Arial"/>
              </a:rPr>
              <a:t>CELLORAS  /  GENAI HACKATHON 2026</a:t>
            </a:r>
          </a:p>
        </p:txBody>
      </p:sp>
      <p:sp>
        <p:nvSpPr>
          <p:cNvPr id="4" name="text-65">
            <a:extLst xmlns:a="http://schemas.openxmlformats.org/drawingml/2006/main">
              <a:ext uri="{FF2B5EF4-FFF2-40B4-BE49-F238E27FC236}">
                <a16:creationId xmlns:a16="http://schemas.microsoft.com/office/drawing/2014/main" id="{4DABE290-7BE5-4A6C-907D-6F36703B8B71}"/>
              </a:ext>
            </a:extLst>
          </p:cNvPr>
          <p:cNvSpPr>
            <a:spLocks xmlns:a="http://schemas.openxmlformats.org/drawingml/2006/main" noGrp="1"/>
          </p:cNvSpPr>
          <p:nvPr/>
        </p:nvSpPr>
        <p:spPr>
          <a:xfrm xmlns:a="http://schemas.openxmlformats.org/drawingml/2006/main">
            <a:off x="11144250" y="6477000"/>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2645A"/>
                </a:solidFill>
                <a:latin typeface="Arial"/>
                <a:ea typeface="Arial"/>
                <a:cs typeface="Arial"/>
              </a:defRPr>
            </a:defPPr>
            <a:lvl1pPr algn="r">
              <a:defRPr sz="1050" b="0">
                <a:solidFill>
                  <a:srgbClr val="52645A"/>
                </a:solidFill>
                <a:latin typeface="Arial"/>
                <a:ea typeface="Arial"/>
                <a:cs typeface="Arial"/>
              </a:defRPr>
            </a:lvl1pPr>
            <a:lvl2pPr algn="r">
              <a:defRPr sz="1050" b="0">
                <a:solidFill>
                  <a:srgbClr val="52645A"/>
                </a:solidFill>
                <a:latin typeface="Arial"/>
                <a:ea typeface="Arial"/>
                <a:cs typeface="Arial"/>
              </a:defRPr>
            </a:lvl2pPr>
            <a:lvl3pPr algn="r">
              <a:defRPr sz="1050" b="0">
                <a:solidFill>
                  <a:srgbClr val="52645A"/>
                </a:solidFill>
                <a:latin typeface="Arial"/>
                <a:ea typeface="Arial"/>
                <a:cs typeface="Arial"/>
              </a:defRPr>
            </a:lvl3pPr>
            <a:lvl4pPr algn="r">
              <a:defRPr sz="1050" b="0">
                <a:solidFill>
                  <a:srgbClr val="52645A"/>
                </a:solidFill>
                <a:latin typeface="Arial"/>
                <a:ea typeface="Arial"/>
                <a:cs typeface="Arial"/>
              </a:defRPr>
            </a:lvl4pPr>
            <a:lvl5pPr algn="r">
              <a:defRPr sz="1050" b="0">
                <a:solidFill>
                  <a:srgbClr val="52645A"/>
                </a:solidFill>
                <a:latin typeface="Arial"/>
                <a:ea typeface="Arial"/>
                <a:cs typeface="Arial"/>
              </a:defRPr>
            </a:lvl5pPr>
            <a:lvl6pPr algn="r">
              <a:defRPr sz="1050" b="0">
                <a:solidFill>
                  <a:srgbClr val="52645A"/>
                </a:solidFill>
                <a:latin typeface="Arial"/>
                <a:ea typeface="Arial"/>
                <a:cs typeface="Arial"/>
              </a:defRPr>
            </a:lvl6pPr>
            <a:lvl7pPr algn="r">
              <a:defRPr sz="1050" b="0">
                <a:solidFill>
                  <a:srgbClr val="52645A"/>
                </a:solidFill>
                <a:latin typeface="Arial"/>
                <a:ea typeface="Arial"/>
                <a:cs typeface="Arial"/>
              </a:defRPr>
            </a:lvl7pPr>
            <a:lvl8pPr algn="r">
              <a:defRPr sz="1050" b="0">
                <a:solidFill>
                  <a:srgbClr val="52645A"/>
                </a:solidFill>
                <a:latin typeface="Arial"/>
                <a:ea typeface="Arial"/>
                <a:cs typeface="Arial"/>
              </a:defRPr>
            </a:lvl8pPr>
            <a:lvl9pPr algn="r">
              <a:defRPr sz="1050" b="0">
                <a:solidFill>
                  <a:srgbClr val="52645A"/>
                </a:solidFill>
                <a:latin typeface="Arial"/>
                <a:ea typeface="Arial"/>
                <a:cs typeface="Arial"/>
              </a:defRPr>
            </a:lvl9pPr>
          </a:lstStyle>
          <a:p xmlns:a="http://schemas.openxmlformats.org/drawingml/2006/main">
            <a:pPr algn="r">
              <a:defRPr sz="1050" b="0">
                <a:solidFill>
                  <a:srgbClr val="52645A"/>
                </a:solidFill>
                <a:latin typeface="Arial"/>
                <a:ea typeface="Arial"/>
                <a:cs typeface="Arial"/>
              </a:defRPr>
            </a:pPr>
            <a:r>
              <a:rPr sz="1050" b="0">
                <a:solidFill>
                  <a:srgbClr val="52645A"/>
                </a:solidFill>
                <a:latin typeface="Arial"/>
                <a:ea typeface="Arial"/>
                <a:cs typeface="Arial"/>
              </a:rPr>
              <a:t>06</a:t>
            </a:r>
          </a:p>
        </p:txBody>
      </p:sp>
      <p:sp>
        <p:nvSpPr>
          <p:cNvPr id="5" name="text-66">
            <a:extLst xmlns:a="http://schemas.openxmlformats.org/drawingml/2006/main">
              <a:ext uri="{FF2B5EF4-FFF2-40B4-BE49-F238E27FC236}">
                <a16:creationId xmlns:a16="http://schemas.microsoft.com/office/drawing/2014/main" id="{A86ADCB4-8689-4E14-8C74-57B838271AFB}"/>
              </a:ext>
            </a:extLst>
          </p:cNvPr>
          <p:cNvSpPr>
            <a:spLocks xmlns:a="http://schemas.openxmlformats.org/drawingml/2006/main" noGrp="1"/>
          </p:cNvSpPr>
          <p:nvPr/>
        </p:nvSpPr>
        <p:spPr>
          <a:xfrm xmlns:a="http://schemas.openxmlformats.org/drawingml/2006/main">
            <a:off x="609600" y="83820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4261A"/>
                </a:solidFill>
                <a:latin typeface="Arial"/>
                <a:ea typeface="Arial"/>
                <a:cs typeface="Arial"/>
              </a:defRPr>
            </a:defPPr>
            <a:lvl1pPr algn="l">
              <a:defRPr sz="3600" b="1">
                <a:solidFill>
                  <a:srgbClr val="14261A"/>
                </a:solidFill>
                <a:latin typeface="Arial"/>
                <a:ea typeface="Arial"/>
                <a:cs typeface="Arial"/>
              </a:defRPr>
            </a:lvl1pPr>
            <a:lvl2pPr algn="l">
              <a:defRPr sz="3600" b="1">
                <a:solidFill>
                  <a:srgbClr val="14261A"/>
                </a:solidFill>
                <a:latin typeface="Arial"/>
                <a:ea typeface="Arial"/>
                <a:cs typeface="Arial"/>
              </a:defRPr>
            </a:lvl2pPr>
            <a:lvl3pPr algn="l">
              <a:defRPr sz="3600" b="1">
                <a:solidFill>
                  <a:srgbClr val="14261A"/>
                </a:solidFill>
                <a:latin typeface="Arial"/>
                <a:ea typeface="Arial"/>
                <a:cs typeface="Arial"/>
              </a:defRPr>
            </a:lvl3pPr>
            <a:lvl4pPr algn="l">
              <a:defRPr sz="3600" b="1">
                <a:solidFill>
                  <a:srgbClr val="14261A"/>
                </a:solidFill>
                <a:latin typeface="Arial"/>
                <a:ea typeface="Arial"/>
                <a:cs typeface="Arial"/>
              </a:defRPr>
            </a:lvl4pPr>
            <a:lvl5pPr algn="l">
              <a:defRPr sz="3600" b="1">
                <a:solidFill>
                  <a:srgbClr val="14261A"/>
                </a:solidFill>
                <a:latin typeface="Arial"/>
                <a:ea typeface="Arial"/>
                <a:cs typeface="Arial"/>
              </a:defRPr>
            </a:lvl5pPr>
            <a:lvl6pPr algn="l">
              <a:defRPr sz="3600" b="1">
                <a:solidFill>
                  <a:srgbClr val="14261A"/>
                </a:solidFill>
                <a:latin typeface="Arial"/>
                <a:ea typeface="Arial"/>
                <a:cs typeface="Arial"/>
              </a:defRPr>
            </a:lvl6pPr>
            <a:lvl7pPr algn="l">
              <a:defRPr sz="3600" b="1">
                <a:solidFill>
                  <a:srgbClr val="14261A"/>
                </a:solidFill>
                <a:latin typeface="Arial"/>
                <a:ea typeface="Arial"/>
                <a:cs typeface="Arial"/>
              </a:defRPr>
            </a:lvl7pPr>
            <a:lvl8pPr algn="l">
              <a:defRPr sz="3600" b="1">
                <a:solidFill>
                  <a:srgbClr val="14261A"/>
                </a:solidFill>
                <a:latin typeface="Arial"/>
                <a:ea typeface="Arial"/>
                <a:cs typeface="Arial"/>
              </a:defRPr>
            </a:lvl8pPr>
            <a:lvl9pPr algn="l">
              <a:defRPr sz="3600" b="1">
                <a:solidFill>
                  <a:srgbClr val="14261A"/>
                </a:solidFill>
                <a:latin typeface="Arial"/>
                <a:ea typeface="Arial"/>
                <a:cs typeface="Arial"/>
              </a:defRPr>
            </a:lvl9pPr>
          </a:lstStyle>
          <a:p xmlns:a="http://schemas.openxmlformats.org/drawingml/2006/main">
            <a:pPr algn="l">
              <a:defRPr sz="3600" b="1">
                <a:solidFill>
                  <a:srgbClr val="14261A"/>
                </a:solidFill>
                <a:latin typeface="Arial"/>
                <a:ea typeface="Arial"/>
                <a:cs typeface="Arial"/>
              </a:defRPr>
            </a:pPr>
            <a:r>
              <a:rPr sz="3600" b="1">
                <a:solidFill>
                  <a:srgbClr val="14261A"/>
                </a:solidFill>
                <a:latin typeface="Arial"/>
                <a:ea typeface="Arial"/>
                <a:cs typeface="Arial"/>
              </a:rPr>
              <a:t>Remember the decision, and why.</a:t>
            </a:r>
          </a:p>
        </p:txBody>
      </p:sp>
      <p:sp>
        <p:nvSpPr>
          <p:cNvPr id="6" name="text-67">
            <a:extLst xmlns:a="http://schemas.openxmlformats.org/drawingml/2006/main">
              <a:ext uri="{FF2B5EF4-FFF2-40B4-BE49-F238E27FC236}">
                <a16:creationId xmlns:a16="http://schemas.microsoft.com/office/drawing/2014/main" id="{FC64BFA3-3ABE-4B63-A97A-40B8EA4F85EC}"/>
              </a:ext>
            </a:extLst>
          </p:cNvPr>
          <p:cNvSpPr>
            <a:spLocks xmlns:a="http://schemas.openxmlformats.org/drawingml/2006/main" noGrp="1"/>
          </p:cNvSpPr>
          <p:nvPr/>
        </p:nvSpPr>
        <p:spPr>
          <a:xfrm xmlns:a="http://schemas.openxmlformats.org/drawingml/2006/main">
            <a:off x="609600" y="2257425"/>
            <a:ext cx="39243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B5E20"/>
                </a:solidFill>
                <a:latin typeface="Arial"/>
                <a:ea typeface="Arial"/>
                <a:cs typeface="Arial"/>
              </a:defRPr>
            </a:defPPr>
            <a:lvl1pPr algn="l">
              <a:defRPr sz="2400" b="1">
                <a:solidFill>
                  <a:srgbClr val="1B5E20"/>
                </a:solidFill>
                <a:latin typeface="Arial"/>
                <a:ea typeface="Arial"/>
                <a:cs typeface="Arial"/>
              </a:defRPr>
            </a:lvl1pPr>
            <a:lvl2pPr algn="l">
              <a:defRPr sz="2400" b="1">
                <a:solidFill>
                  <a:srgbClr val="1B5E20"/>
                </a:solidFill>
                <a:latin typeface="Arial"/>
                <a:ea typeface="Arial"/>
                <a:cs typeface="Arial"/>
              </a:defRPr>
            </a:lvl2pPr>
            <a:lvl3pPr algn="l">
              <a:defRPr sz="2400" b="1">
                <a:solidFill>
                  <a:srgbClr val="1B5E20"/>
                </a:solidFill>
                <a:latin typeface="Arial"/>
                <a:ea typeface="Arial"/>
                <a:cs typeface="Arial"/>
              </a:defRPr>
            </a:lvl3pPr>
            <a:lvl4pPr algn="l">
              <a:defRPr sz="2400" b="1">
                <a:solidFill>
                  <a:srgbClr val="1B5E20"/>
                </a:solidFill>
                <a:latin typeface="Arial"/>
                <a:ea typeface="Arial"/>
                <a:cs typeface="Arial"/>
              </a:defRPr>
            </a:lvl4pPr>
            <a:lvl5pPr algn="l">
              <a:defRPr sz="2400" b="1">
                <a:solidFill>
                  <a:srgbClr val="1B5E20"/>
                </a:solidFill>
                <a:latin typeface="Arial"/>
                <a:ea typeface="Arial"/>
                <a:cs typeface="Arial"/>
              </a:defRPr>
            </a:lvl5pPr>
            <a:lvl6pPr algn="l">
              <a:defRPr sz="2400" b="1">
                <a:solidFill>
                  <a:srgbClr val="1B5E20"/>
                </a:solidFill>
                <a:latin typeface="Arial"/>
                <a:ea typeface="Arial"/>
                <a:cs typeface="Arial"/>
              </a:defRPr>
            </a:lvl6pPr>
            <a:lvl7pPr algn="l">
              <a:defRPr sz="2400" b="1">
                <a:solidFill>
                  <a:srgbClr val="1B5E20"/>
                </a:solidFill>
                <a:latin typeface="Arial"/>
                <a:ea typeface="Arial"/>
                <a:cs typeface="Arial"/>
              </a:defRPr>
            </a:lvl7pPr>
            <a:lvl8pPr algn="l">
              <a:defRPr sz="2400" b="1">
                <a:solidFill>
                  <a:srgbClr val="1B5E20"/>
                </a:solidFill>
                <a:latin typeface="Arial"/>
                <a:ea typeface="Arial"/>
                <a:cs typeface="Arial"/>
              </a:defRPr>
            </a:lvl8pPr>
            <a:lvl9pPr algn="l">
              <a:defRPr sz="2400" b="1">
                <a:solidFill>
                  <a:srgbClr val="1B5E20"/>
                </a:solidFill>
                <a:latin typeface="Arial"/>
                <a:ea typeface="Arial"/>
                <a:cs typeface="Arial"/>
              </a:defRPr>
            </a:lvl9pPr>
          </a:lstStyle>
          <a:p xmlns:a="http://schemas.openxmlformats.org/drawingml/2006/main">
            <a:pPr algn="l">
              <a:defRPr sz="2400" b="1">
                <a:solidFill>
                  <a:srgbClr val="1B5E20"/>
                </a:solidFill>
                <a:latin typeface="Arial"/>
                <a:ea typeface="Arial"/>
                <a:cs typeface="Arial"/>
              </a:defRPr>
            </a:pPr>
            <a:r>
              <a:rPr sz="2400" b="1">
                <a:solidFill>
                  <a:srgbClr val="1B5E20"/>
                </a:solidFill>
                <a:latin typeface="Arial"/>
                <a:ea typeface="Arial"/>
                <a:cs typeface="Arial"/>
              </a:rPr>
              <a:t>“What did I decide</a:t>
            </a:r>
          </a:p>
          <a:p xmlns:a="http://schemas.openxmlformats.org/drawingml/2006/main">
            <a:pPr algn="l">
              <a:defRPr sz="2400" b="1">
                <a:solidFill>
                  <a:srgbClr val="1B5E20"/>
                </a:solidFill>
                <a:latin typeface="Arial"/>
                <a:ea typeface="Arial"/>
                <a:cs typeface="Arial"/>
              </a:defRPr>
            </a:pPr>
            <a:r>
              <a:rPr sz="2400" b="1">
                <a:solidFill>
                  <a:srgbClr val="1B5E20"/>
                </a:solidFill>
                <a:latin typeface="Arial"/>
                <a:ea typeface="Arial"/>
                <a:cs typeface="Arial"/>
              </a:rPr>
              <a:t>about this group?”</a:t>
            </a:r>
          </a:p>
        </p:txBody>
      </p:sp>
      <p:sp>
        <p:nvSpPr>
          <p:cNvPr id="7" name="text-68">
            <a:extLst xmlns:a="http://schemas.openxmlformats.org/drawingml/2006/main">
              <a:ext uri="{FF2B5EF4-FFF2-40B4-BE49-F238E27FC236}">
                <a16:creationId xmlns:a16="http://schemas.microsoft.com/office/drawing/2014/main" id="{CE5792B9-6590-4E57-ACD4-662120BEC70F}"/>
              </a:ext>
            </a:extLst>
          </p:cNvPr>
          <p:cNvSpPr>
            <a:spLocks xmlns:a="http://schemas.openxmlformats.org/drawingml/2006/main" noGrp="1"/>
          </p:cNvSpPr>
          <p:nvPr/>
        </p:nvSpPr>
        <p:spPr>
          <a:xfrm xmlns:a="http://schemas.openxmlformats.org/drawingml/2006/main">
            <a:off x="609600" y="3562350"/>
            <a:ext cx="3810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2645A"/>
                </a:solidFill>
                <a:latin typeface="Arial"/>
                <a:ea typeface="Arial"/>
                <a:cs typeface="Arial"/>
              </a:defRPr>
            </a:defPPr>
            <a:lvl1pPr algn="l">
              <a:defRPr sz="1875" b="0">
                <a:solidFill>
                  <a:srgbClr val="52645A"/>
                </a:solidFill>
                <a:latin typeface="Arial"/>
                <a:ea typeface="Arial"/>
                <a:cs typeface="Arial"/>
              </a:defRPr>
            </a:lvl1pPr>
            <a:lvl2pPr algn="l">
              <a:defRPr sz="1875" b="0">
                <a:solidFill>
                  <a:srgbClr val="52645A"/>
                </a:solidFill>
                <a:latin typeface="Arial"/>
                <a:ea typeface="Arial"/>
                <a:cs typeface="Arial"/>
              </a:defRPr>
            </a:lvl2pPr>
            <a:lvl3pPr algn="l">
              <a:defRPr sz="1875" b="0">
                <a:solidFill>
                  <a:srgbClr val="52645A"/>
                </a:solidFill>
                <a:latin typeface="Arial"/>
                <a:ea typeface="Arial"/>
                <a:cs typeface="Arial"/>
              </a:defRPr>
            </a:lvl3pPr>
            <a:lvl4pPr algn="l">
              <a:defRPr sz="1875" b="0">
                <a:solidFill>
                  <a:srgbClr val="52645A"/>
                </a:solidFill>
                <a:latin typeface="Arial"/>
                <a:ea typeface="Arial"/>
                <a:cs typeface="Arial"/>
              </a:defRPr>
            </a:lvl4pPr>
            <a:lvl5pPr algn="l">
              <a:defRPr sz="1875" b="0">
                <a:solidFill>
                  <a:srgbClr val="52645A"/>
                </a:solidFill>
                <a:latin typeface="Arial"/>
                <a:ea typeface="Arial"/>
                <a:cs typeface="Arial"/>
              </a:defRPr>
            </a:lvl5pPr>
            <a:lvl6pPr algn="l">
              <a:defRPr sz="1875" b="0">
                <a:solidFill>
                  <a:srgbClr val="52645A"/>
                </a:solidFill>
                <a:latin typeface="Arial"/>
                <a:ea typeface="Arial"/>
                <a:cs typeface="Arial"/>
              </a:defRPr>
            </a:lvl6pPr>
            <a:lvl7pPr algn="l">
              <a:defRPr sz="1875" b="0">
                <a:solidFill>
                  <a:srgbClr val="52645A"/>
                </a:solidFill>
                <a:latin typeface="Arial"/>
                <a:ea typeface="Arial"/>
                <a:cs typeface="Arial"/>
              </a:defRPr>
            </a:lvl7pPr>
            <a:lvl8pPr algn="l">
              <a:defRPr sz="1875" b="0">
                <a:solidFill>
                  <a:srgbClr val="52645A"/>
                </a:solidFill>
                <a:latin typeface="Arial"/>
                <a:ea typeface="Arial"/>
                <a:cs typeface="Arial"/>
              </a:defRPr>
            </a:lvl8pPr>
            <a:lvl9pPr algn="l">
              <a:defRPr sz="1875" b="0">
                <a:solidFill>
                  <a:srgbClr val="52645A"/>
                </a:solidFill>
                <a:latin typeface="Arial"/>
                <a:ea typeface="Arial"/>
                <a:cs typeface="Arial"/>
              </a:defRPr>
            </a:lvl9pPr>
          </a:lstStyle>
          <a:p xmlns:a="http://schemas.openxmlformats.org/drawingml/2006/main">
            <a:pPr algn="l">
              <a:defRPr sz="1875" b="0">
                <a:solidFill>
                  <a:srgbClr val="52645A"/>
                </a:solidFill>
                <a:latin typeface="Arial"/>
                <a:ea typeface="Arial"/>
                <a:cs typeface="Arial"/>
              </a:defRPr>
            </a:pPr>
            <a:r>
              <a:rPr sz="1875" b="0">
                <a:solidFill>
                  <a:srgbClr val="52645A"/>
                </a:solidFill>
                <a:latin typeface="Arial"/>
                <a:ea typeface="Arial"/>
                <a:cs typeface="Arial"/>
              </a:rPr>
              <a:t>H-MEM retrieves the latest</a:t>
            </a:r>
          </a:p>
          <a:p xmlns:a="http://schemas.openxmlformats.org/drawingml/2006/main">
            <a:pPr algn="l">
              <a:defRPr sz="1875" b="0">
                <a:solidFill>
                  <a:srgbClr val="52645A"/>
                </a:solidFill>
                <a:latin typeface="Arial"/>
                <a:ea typeface="Arial"/>
                <a:cs typeface="Arial"/>
              </a:defRPr>
            </a:pPr>
            <a:r>
              <a:rPr sz="1875" b="0">
                <a:solidFill>
                  <a:srgbClr val="52645A"/>
                </a:solidFill>
                <a:latin typeface="Arial"/>
                <a:ea typeface="Arial"/>
                <a:cs typeface="Arial"/>
              </a:rPr>
              <a:t>saved review, its reason</a:t>
            </a:r>
          </a:p>
          <a:p xmlns:a="http://schemas.openxmlformats.org/drawingml/2006/main">
            <a:pPr algn="l">
              <a:defRPr sz="1875" b="0">
                <a:solidFill>
                  <a:srgbClr val="52645A"/>
                </a:solidFill>
                <a:latin typeface="Arial"/>
                <a:ea typeface="Arial"/>
                <a:cs typeface="Arial"/>
              </a:defRPr>
            </a:pPr>
            <a:r>
              <a:rPr sz="1875" b="0">
                <a:solidFill>
                  <a:srgbClr val="52645A"/>
                </a:solidFill>
                <a:latin typeface="Arial"/>
                <a:ea typeface="Arial"/>
                <a:cs typeface="Arial"/>
              </a:rPr>
              <a:t>and a link to the record.</a:t>
            </a:r>
          </a:p>
        </p:txBody>
      </p:sp>
      <p:sp>
        <p:nvSpPr>
          <p:cNvPr id="8" name="block-69">
            <a:extLst xmlns:a="http://schemas.openxmlformats.org/drawingml/2006/main">
              <a:ext uri="{FF2B5EF4-FFF2-40B4-BE49-F238E27FC236}">
                <a16:creationId xmlns:a16="http://schemas.microsoft.com/office/drawing/2014/main" id="{9F8BFF20-0DA4-4091-8078-8F7519D97F06}"/>
              </a:ext>
            </a:extLst>
          </p:cNvPr>
          <p:cNvSpPr>
            <a:spLocks xmlns:a="http://schemas.openxmlformats.org/drawingml/2006/main" noGrp="1"/>
          </p:cNvSpPr>
          <p:nvPr/>
        </p:nvSpPr>
        <p:spPr>
          <a:xfrm xmlns:a="http://schemas.openxmlformats.org/drawingml/2006/main">
            <a:off x="609600" y="5029200"/>
            <a:ext cx="38100" cy="914400"/>
          </a:xfrm>
          <a:prstGeom xmlns:a="http://schemas.openxmlformats.org/drawingml/2006/main" prst="rect">
            <a:avLst/>
          </a:prstGeom>
          <a:solidFill xmlns:a="http://schemas.openxmlformats.org/drawingml/2006/main">
            <a:srgbClr val="1B5E20"/>
          </a:solidFill>
          <a:ln xmlns:a="http://schemas.openxmlformats.org/drawingml/2006/main" w="0">
            <a:noFill/>
          </a:ln>
        </p:spPr>
      </p:sp>
      <p:sp>
        <p:nvSpPr>
          <p:cNvPr id="9" name="text-70">
            <a:extLst xmlns:a="http://schemas.openxmlformats.org/drawingml/2006/main">
              <a:ext uri="{FF2B5EF4-FFF2-40B4-BE49-F238E27FC236}">
                <a16:creationId xmlns:a16="http://schemas.microsoft.com/office/drawing/2014/main" id="{F9308643-CA2F-437D-8C1D-92FE90ED2B2C}"/>
              </a:ext>
            </a:extLst>
          </p:cNvPr>
          <p:cNvSpPr>
            <a:spLocks xmlns:a="http://schemas.openxmlformats.org/drawingml/2006/main" noGrp="1"/>
          </p:cNvSpPr>
          <p:nvPr/>
        </p:nvSpPr>
        <p:spPr>
          <a:xfrm xmlns:a="http://schemas.openxmlformats.org/drawingml/2006/main">
            <a:off x="838200" y="5143500"/>
            <a:ext cx="35433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4261A"/>
                </a:solidFill>
                <a:latin typeface="Arial"/>
                <a:ea typeface="Arial"/>
                <a:cs typeface="Arial"/>
              </a:defRPr>
            </a:defPPr>
            <a:lvl1pPr algn="l">
              <a:defRPr sz="1875" b="1">
                <a:solidFill>
                  <a:srgbClr val="14261A"/>
                </a:solidFill>
                <a:latin typeface="Arial"/>
                <a:ea typeface="Arial"/>
                <a:cs typeface="Arial"/>
              </a:defRPr>
            </a:lvl1pPr>
            <a:lvl2pPr algn="l">
              <a:defRPr sz="1875" b="1">
                <a:solidFill>
                  <a:srgbClr val="14261A"/>
                </a:solidFill>
                <a:latin typeface="Arial"/>
                <a:ea typeface="Arial"/>
                <a:cs typeface="Arial"/>
              </a:defRPr>
            </a:lvl2pPr>
            <a:lvl3pPr algn="l">
              <a:defRPr sz="1875" b="1">
                <a:solidFill>
                  <a:srgbClr val="14261A"/>
                </a:solidFill>
                <a:latin typeface="Arial"/>
                <a:ea typeface="Arial"/>
                <a:cs typeface="Arial"/>
              </a:defRPr>
            </a:lvl3pPr>
            <a:lvl4pPr algn="l">
              <a:defRPr sz="1875" b="1">
                <a:solidFill>
                  <a:srgbClr val="14261A"/>
                </a:solidFill>
                <a:latin typeface="Arial"/>
                <a:ea typeface="Arial"/>
                <a:cs typeface="Arial"/>
              </a:defRPr>
            </a:lvl4pPr>
            <a:lvl5pPr algn="l">
              <a:defRPr sz="1875" b="1">
                <a:solidFill>
                  <a:srgbClr val="14261A"/>
                </a:solidFill>
                <a:latin typeface="Arial"/>
                <a:ea typeface="Arial"/>
                <a:cs typeface="Arial"/>
              </a:defRPr>
            </a:lvl5pPr>
            <a:lvl6pPr algn="l">
              <a:defRPr sz="1875" b="1">
                <a:solidFill>
                  <a:srgbClr val="14261A"/>
                </a:solidFill>
                <a:latin typeface="Arial"/>
                <a:ea typeface="Arial"/>
                <a:cs typeface="Arial"/>
              </a:defRPr>
            </a:lvl6pPr>
            <a:lvl7pPr algn="l">
              <a:defRPr sz="1875" b="1">
                <a:solidFill>
                  <a:srgbClr val="14261A"/>
                </a:solidFill>
                <a:latin typeface="Arial"/>
                <a:ea typeface="Arial"/>
                <a:cs typeface="Arial"/>
              </a:defRPr>
            </a:lvl7pPr>
            <a:lvl8pPr algn="l">
              <a:defRPr sz="1875" b="1">
                <a:solidFill>
                  <a:srgbClr val="14261A"/>
                </a:solidFill>
                <a:latin typeface="Arial"/>
                <a:ea typeface="Arial"/>
                <a:cs typeface="Arial"/>
              </a:defRPr>
            </a:lvl8pPr>
            <a:lvl9pPr algn="l">
              <a:defRPr sz="1875" b="1">
                <a:solidFill>
                  <a:srgbClr val="14261A"/>
                </a:solidFill>
                <a:latin typeface="Arial"/>
                <a:ea typeface="Arial"/>
                <a:cs typeface="Arial"/>
              </a:defRPr>
            </a:lvl9pPr>
          </a:lstStyle>
          <a:p xmlns:a="http://schemas.openxmlformats.org/drawingml/2006/main">
            <a:pPr algn="l">
              <a:defRPr sz="1875" b="1">
                <a:solidFill>
                  <a:srgbClr val="14261A"/>
                </a:solidFill>
                <a:latin typeface="Arial"/>
                <a:ea typeface="Arial"/>
                <a:cs typeface="Arial"/>
              </a:defRPr>
            </a:pPr>
            <a:r>
              <a:rPr sz="1875" b="1">
                <a:solidFill>
                  <a:srgbClr val="14261A"/>
                </a:solidFill>
                <a:latin typeface="Arial"/>
                <a:ea typeface="Arial"/>
                <a:cs typeface="Arial"/>
              </a:rPr>
              <a:t>The researcher decides.</a:t>
            </a:r>
          </a:p>
          <a:p xmlns:a="http://schemas.openxmlformats.org/drawingml/2006/main">
            <a:pPr algn="l">
              <a:defRPr sz="1875" b="1">
                <a:solidFill>
                  <a:srgbClr val="14261A"/>
                </a:solidFill>
                <a:latin typeface="Arial"/>
                <a:ea typeface="Arial"/>
                <a:cs typeface="Arial"/>
              </a:defRPr>
            </a:pPr>
            <a:r>
              <a:rPr sz="1875" b="1">
                <a:solidFill>
                  <a:srgbClr val="14261A"/>
                </a:solidFill>
                <a:latin typeface="Arial"/>
                <a:ea typeface="Arial"/>
                <a:cs typeface="Arial"/>
              </a:rPr>
              <a:t>The measurements stay intact.</a:t>
            </a:r>
          </a:p>
        </p:txBody>
      </p:sp>
      <p:pic>
        <p:nvPicPr>
          <p:cNvPr id="10" name="">
            <a:extLst xmlns:a="http://schemas.openxmlformats.org/drawingml/2006/main">
              <a:ext uri="{FF2B5EF4-FFF2-40B4-BE49-F238E27FC236}">
                <a16:creationId xmlns:a16="http://schemas.microsoft.com/office/drawing/2014/main" id="{358F9102-C0EB-489C-B2B2-323694D483ED}"/>
              </a:ext>
            </a:extLst>
          </p:cNvPr>
          <p:cNvPicPr>
            <a:picLocks xmlns:a="http://schemas.openxmlformats.org/drawingml/2006/main" noChangeAspect="1"/>
          </p:cNvPicPr>
          <p:nvPr/>
        </p:nvPicPr>
        <p:blipFill>
          <a:blip xmlns:r="http://schemas.openxmlformats.org/officeDocument/2006/relationships" xmlns:a="http://schemas.openxmlformats.org/drawingml/2006/main" r:embed="Rc4d58e307ea64f14"/>
          <a:srcRect xmlns:a="http://schemas.openxmlformats.org/drawingml/2006/main" l="24306" t="27200" r="25347" b="27000"/>
          <a:stretch xmlns:a="http://schemas.openxmlformats.org/drawingml/2006/main"/>
        </p:blipFill>
        <p:spPr>
          <a:xfrm xmlns:a="http://schemas.openxmlformats.org/drawingml/2006/main">
            <a:off x="5143500" y="2200275"/>
            <a:ext cx="6438900" cy="4076700"/>
          </a:xfrm>
          <a:prstGeom xmlns:a="http://schemas.openxmlformats.org/drawingml/2006/main" prst="rect">
            <a:avLst/>
          </a:prstGeom>
        </p:spPr>
      </p:pic>
    </p:spTree>
    <p:extLst>
      <p:ext uri="{BB962C8B-B14F-4D97-AF65-F5344CB8AC3E}">
        <p14:creationId xmlns:p14="http://schemas.microsoft.com/office/powerpoint/2010/main" val="109367131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text-71">
            <a:extLst xmlns:a="http://schemas.openxmlformats.org/drawingml/2006/main">
              <a:ext uri="{FF2B5EF4-FFF2-40B4-BE49-F238E27FC236}">
                <a16:creationId xmlns:a16="http://schemas.microsoft.com/office/drawing/2014/main" id="{1CFB2FB2-5564-42E5-80F7-4E1EA430FFC4}"/>
              </a:ext>
            </a:extLst>
          </p:cNvPr>
          <p:cNvSpPr>
            <a:spLocks xmlns:a="http://schemas.openxmlformats.org/drawingml/2006/main" noGrp="1"/>
          </p:cNvSpPr>
          <p:nvPr/>
        </p:nvSpPr>
        <p:spPr>
          <a:xfrm xmlns:a="http://schemas.openxmlformats.org/drawingml/2006/main">
            <a:off x="609600" y="323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ARCHITECTURE</a:t>
            </a:r>
          </a:p>
        </p:txBody>
      </p:sp>
      <p:sp>
        <p:nvSpPr>
          <p:cNvPr id="2" name="block-72">
            <a:extLst xmlns:a="http://schemas.openxmlformats.org/drawingml/2006/main">
              <a:ext uri="{FF2B5EF4-FFF2-40B4-BE49-F238E27FC236}">
                <a16:creationId xmlns:a16="http://schemas.microsoft.com/office/drawing/2014/main" id="{C69D2491-D8C6-47D3-A3C3-6F5243265729}"/>
              </a:ext>
            </a:extLst>
          </p:cNvPr>
          <p:cNvSpPr>
            <a:spLocks xmlns:a="http://schemas.openxmlformats.org/drawingml/2006/main" noGrp="1"/>
          </p:cNvSpPr>
          <p:nvPr/>
        </p:nvSpPr>
        <p:spPr>
          <a:xfrm xmlns:a="http://schemas.openxmlformats.org/drawingml/2006/main">
            <a:off x="609600" y="6391275"/>
            <a:ext cx="10972800" cy="9525"/>
          </a:xfrm>
          <a:prstGeom xmlns:a="http://schemas.openxmlformats.org/drawingml/2006/main" prst="rect">
            <a:avLst/>
          </a:prstGeom>
          <a:solidFill xmlns:a="http://schemas.openxmlformats.org/drawingml/2006/main">
            <a:srgbClr val="D8E1D9"/>
          </a:solidFill>
          <a:ln xmlns:a="http://schemas.openxmlformats.org/drawingml/2006/main" w="0">
            <a:noFill/>
          </a:ln>
        </p:spPr>
      </p:sp>
      <p:sp>
        <p:nvSpPr>
          <p:cNvPr id="3" name="text-73">
            <a:extLst xmlns:a="http://schemas.openxmlformats.org/drawingml/2006/main">
              <a:ext uri="{FF2B5EF4-FFF2-40B4-BE49-F238E27FC236}">
                <a16:creationId xmlns:a16="http://schemas.microsoft.com/office/drawing/2014/main" id="{384A420E-7D69-4AD4-8107-3A352642C60B}"/>
              </a:ext>
            </a:extLst>
          </p:cNvPr>
          <p:cNvSpPr>
            <a:spLocks xmlns:a="http://schemas.openxmlformats.org/drawingml/2006/main" noGrp="1"/>
          </p:cNvSpPr>
          <p:nvPr/>
        </p:nvSpPr>
        <p:spPr>
          <a:xfrm xmlns:a="http://schemas.openxmlformats.org/drawingml/2006/main">
            <a:off x="609600" y="6505575"/>
            <a:ext cx="876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2645A"/>
                </a:solidFill>
                <a:latin typeface="Arial"/>
                <a:ea typeface="Arial"/>
                <a:cs typeface="Arial"/>
              </a:defRPr>
            </a:defPPr>
            <a:lvl1pPr algn="l">
              <a:defRPr sz="825" b="0">
                <a:solidFill>
                  <a:srgbClr val="52645A"/>
                </a:solidFill>
                <a:latin typeface="Arial"/>
                <a:ea typeface="Arial"/>
                <a:cs typeface="Arial"/>
              </a:defRPr>
            </a:lvl1pPr>
            <a:lvl2pPr algn="l">
              <a:defRPr sz="825" b="0">
                <a:solidFill>
                  <a:srgbClr val="52645A"/>
                </a:solidFill>
                <a:latin typeface="Arial"/>
                <a:ea typeface="Arial"/>
                <a:cs typeface="Arial"/>
              </a:defRPr>
            </a:lvl2pPr>
            <a:lvl3pPr algn="l">
              <a:defRPr sz="825" b="0">
                <a:solidFill>
                  <a:srgbClr val="52645A"/>
                </a:solidFill>
                <a:latin typeface="Arial"/>
                <a:ea typeface="Arial"/>
                <a:cs typeface="Arial"/>
              </a:defRPr>
            </a:lvl3pPr>
            <a:lvl4pPr algn="l">
              <a:defRPr sz="825" b="0">
                <a:solidFill>
                  <a:srgbClr val="52645A"/>
                </a:solidFill>
                <a:latin typeface="Arial"/>
                <a:ea typeface="Arial"/>
                <a:cs typeface="Arial"/>
              </a:defRPr>
            </a:lvl4pPr>
            <a:lvl5pPr algn="l">
              <a:defRPr sz="825" b="0">
                <a:solidFill>
                  <a:srgbClr val="52645A"/>
                </a:solidFill>
                <a:latin typeface="Arial"/>
                <a:ea typeface="Arial"/>
                <a:cs typeface="Arial"/>
              </a:defRPr>
            </a:lvl5pPr>
            <a:lvl6pPr algn="l">
              <a:defRPr sz="825" b="0">
                <a:solidFill>
                  <a:srgbClr val="52645A"/>
                </a:solidFill>
                <a:latin typeface="Arial"/>
                <a:ea typeface="Arial"/>
                <a:cs typeface="Arial"/>
              </a:defRPr>
            </a:lvl6pPr>
            <a:lvl7pPr algn="l">
              <a:defRPr sz="825" b="0">
                <a:solidFill>
                  <a:srgbClr val="52645A"/>
                </a:solidFill>
                <a:latin typeface="Arial"/>
                <a:ea typeface="Arial"/>
                <a:cs typeface="Arial"/>
              </a:defRPr>
            </a:lvl7pPr>
            <a:lvl8pPr algn="l">
              <a:defRPr sz="825" b="0">
                <a:solidFill>
                  <a:srgbClr val="52645A"/>
                </a:solidFill>
                <a:latin typeface="Arial"/>
                <a:ea typeface="Arial"/>
                <a:cs typeface="Arial"/>
              </a:defRPr>
            </a:lvl8pPr>
            <a:lvl9pPr algn="l">
              <a:defRPr sz="825" b="0">
                <a:solidFill>
                  <a:srgbClr val="52645A"/>
                </a:solidFill>
                <a:latin typeface="Arial"/>
                <a:ea typeface="Arial"/>
                <a:cs typeface="Arial"/>
              </a:defRPr>
            </a:lvl9pPr>
          </a:lstStyle>
          <a:p xmlns:a="http://schemas.openxmlformats.org/drawingml/2006/main">
            <a:pPr algn="l">
              <a:defRPr sz="825" b="0">
                <a:solidFill>
                  <a:srgbClr val="52645A"/>
                </a:solidFill>
                <a:latin typeface="Arial"/>
                <a:ea typeface="Arial"/>
                <a:cs typeface="Arial"/>
              </a:defRPr>
            </a:pPr>
            <a:r>
              <a:rPr sz="825" b="0">
                <a:solidFill>
                  <a:srgbClr val="52645A"/>
                </a:solidFill>
                <a:latin typeface="Arial"/>
                <a:ea typeface="Arial"/>
                <a:cs typeface="Arial"/>
              </a:rPr>
              <a:t>CELLORAS  /  GENAI HACKATHON 2026</a:t>
            </a:r>
          </a:p>
        </p:txBody>
      </p:sp>
      <p:sp>
        <p:nvSpPr>
          <p:cNvPr id="4" name="text-74">
            <a:extLst xmlns:a="http://schemas.openxmlformats.org/drawingml/2006/main">
              <a:ext uri="{FF2B5EF4-FFF2-40B4-BE49-F238E27FC236}">
                <a16:creationId xmlns:a16="http://schemas.microsoft.com/office/drawing/2014/main" id="{5D00989E-4098-46C3-B4EE-B7A1AA526F4F}"/>
              </a:ext>
            </a:extLst>
          </p:cNvPr>
          <p:cNvSpPr>
            <a:spLocks xmlns:a="http://schemas.openxmlformats.org/drawingml/2006/main" noGrp="1"/>
          </p:cNvSpPr>
          <p:nvPr/>
        </p:nvSpPr>
        <p:spPr>
          <a:xfrm xmlns:a="http://schemas.openxmlformats.org/drawingml/2006/main">
            <a:off x="11144250" y="6477000"/>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2645A"/>
                </a:solidFill>
                <a:latin typeface="Arial"/>
                <a:ea typeface="Arial"/>
                <a:cs typeface="Arial"/>
              </a:defRPr>
            </a:defPPr>
            <a:lvl1pPr algn="r">
              <a:defRPr sz="1050" b="0">
                <a:solidFill>
                  <a:srgbClr val="52645A"/>
                </a:solidFill>
                <a:latin typeface="Arial"/>
                <a:ea typeface="Arial"/>
                <a:cs typeface="Arial"/>
              </a:defRPr>
            </a:lvl1pPr>
            <a:lvl2pPr algn="r">
              <a:defRPr sz="1050" b="0">
                <a:solidFill>
                  <a:srgbClr val="52645A"/>
                </a:solidFill>
                <a:latin typeface="Arial"/>
                <a:ea typeface="Arial"/>
                <a:cs typeface="Arial"/>
              </a:defRPr>
            </a:lvl2pPr>
            <a:lvl3pPr algn="r">
              <a:defRPr sz="1050" b="0">
                <a:solidFill>
                  <a:srgbClr val="52645A"/>
                </a:solidFill>
                <a:latin typeface="Arial"/>
                <a:ea typeface="Arial"/>
                <a:cs typeface="Arial"/>
              </a:defRPr>
            </a:lvl3pPr>
            <a:lvl4pPr algn="r">
              <a:defRPr sz="1050" b="0">
                <a:solidFill>
                  <a:srgbClr val="52645A"/>
                </a:solidFill>
                <a:latin typeface="Arial"/>
                <a:ea typeface="Arial"/>
                <a:cs typeface="Arial"/>
              </a:defRPr>
            </a:lvl4pPr>
            <a:lvl5pPr algn="r">
              <a:defRPr sz="1050" b="0">
                <a:solidFill>
                  <a:srgbClr val="52645A"/>
                </a:solidFill>
                <a:latin typeface="Arial"/>
                <a:ea typeface="Arial"/>
                <a:cs typeface="Arial"/>
              </a:defRPr>
            </a:lvl5pPr>
            <a:lvl6pPr algn="r">
              <a:defRPr sz="1050" b="0">
                <a:solidFill>
                  <a:srgbClr val="52645A"/>
                </a:solidFill>
                <a:latin typeface="Arial"/>
                <a:ea typeface="Arial"/>
                <a:cs typeface="Arial"/>
              </a:defRPr>
            </a:lvl6pPr>
            <a:lvl7pPr algn="r">
              <a:defRPr sz="1050" b="0">
                <a:solidFill>
                  <a:srgbClr val="52645A"/>
                </a:solidFill>
                <a:latin typeface="Arial"/>
                <a:ea typeface="Arial"/>
                <a:cs typeface="Arial"/>
              </a:defRPr>
            </a:lvl7pPr>
            <a:lvl8pPr algn="r">
              <a:defRPr sz="1050" b="0">
                <a:solidFill>
                  <a:srgbClr val="52645A"/>
                </a:solidFill>
                <a:latin typeface="Arial"/>
                <a:ea typeface="Arial"/>
                <a:cs typeface="Arial"/>
              </a:defRPr>
            </a:lvl8pPr>
            <a:lvl9pPr algn="r">
              <a:defRPr sz="1050" b="0">
                <a:solidFill>
                  <a:srgbClr val="52645A"/>
                </a:solidFill>
                <a:latin typeface="Arial"/>
                <a:ea typeface="Arial"/>
                <a:cs typeface="Arial"/>
              </a:defRPr>
            </a:lvl9pPr>
          </a:lstStyle>
          <a:p xmlns:a="http://schemas.openxmlformats.org/drawingml/2006/main">
            <a:pPr algn="r">
              <a:defRPr sz="1050" b="0">
                <a:solidFill>
                  <a:srgbClr val="52645A"/>
                </a:solidFill>
                <a:latin typeface="Arial"/>
                <a:ea typeface="Arial"/>
                <a:cs typeface="Arial"/>
              </a:defRPr>
            </a:pPr>
            <a:r>
              <a:rPr sz="1050" b="0">
                <a:solidFill>
                  <a:srgbClr val="52645A"/>
                </a:solidFill>
                <a:latin typeface="Arial"/>
                <a:ea typeface="Arial"/>
                <a:cs typeface="Arial"/>
              </a:rPr>
              <a:t>07</a:t>
            </a:r>
          </a:p>
        </p:txBody>
      </p:sp>
      <p:sp>
        <p:nvSpPr>
          <p:cNvPr id="5" name="text-75">
            <a:extLst xmlns:a="http://schemas.openxmlformats.org/drawingml/2006/main">
              <a:ext uri="{FF2B5EF4-FFF2-40B4-BE49-F238E27FC236}">
                <a16:creationId xmlns:a16="http://schemas.microsoft.com/office/drawing/2014/main" id="{08381214-B5AC-473F-A70A-14BA7A915464}"/>
              </a:ext>
            </a:extLst>
          </p:cNvPr>
          <p:cNvSpPr>
            <a:spLocks xmlns:a="http://schemas.openxmlformats.org/drawingml/2006/main" noGrp="1"/>
          </p:cNvSpPr>
          <p:nvPr/>
        </p:nvSpPr>
        <p:spPr>
          <a:xfrm xmlns:a="http://schemas.openxmlformats.org/drawingml/2006/main">
            <a:off x="609600" y="83820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4261A"/>
                </a:solidFill>
                <a:latin typeface="Arial"/>
                <a:ea typeface="Arial"/>
                <a:cs typeface="Arial"/>
              </a:defRPr>
            </a:defPPr>
            <a:lvl1pPr algn="l">
              <a:defRPr sz="3600" b="1">
                <a:solidFill>
                  <a:srgbClr val="14261A"/>
                </a:solidFill>
                <a:latin typeface="Arial"/>
                <a:ea typeface="Arial"/>
                <a:cs typeface="Arial"/>
              </a:defRPr>
            </a:lvl1pPr>
            <a:lvl2pPr algn="l">
              <a:defRPr sz="3600" b="1">
                <a:solidFill>
                  <a:srgbClr val="14261A"/>
                </a:solidFill>
                <a:latin typeface="Arial"/>
                <a:ea typeface="Arial"/>
                <a:cs typeface="Arial"/>
              </a:defRPr>
            </a:lvl2pPr>
            <a:lvl3pPr algn="l">
              <a:defRPr sz="3600" b="1">
                <a:solidFill>
                  <a:srgbClr val="14261A"/>
                </a:solidFill>
                <a:latin typeface="Arial"/>
                <a:ea typeface="Arial"/>
                <a:cs typeface="Arial"/>
              </a:defRPr>
            </a:lvl3pPr>
            <a:lvl4pPr algn="l">
              <a:defRPr sz="3600" b="1">
                <a:solidFill>
                  <a:srgbClr val="14261A"/>
                </a:solidFill>
                <a:latin typeface="Arial"/>
                <a:ea typeface="Arial"/>
                <a:cs typeface="Arial"/>
              </a:defRPr>
            </a:lvl4pPr>
            <a:lvl5pPr algn="l">
              <a:defRPr sz="3600" b="1">
                <a:solidFill>
                  <a:srgbClr val="14261A"/>
                </a:solidFill>
                <a:latin typeface="Arial"/>
                <a:ea typeface="Arial"/>
                <a:cs typeface="Arial"/>
              </a:defRPr>
            </a:lvl5pPr>
            <a:lvl6pPr algn="l">
              <a:defRPr sz="3600" b="1">
                <a:solidFill>
                  <a:srgbClr val="14261A"/>
                </a:solidFill>
                <a:latin typeface="Arial"/>
                <a:ea typeface="Arial"/>
                <a:cs typeface="Arial"/>
              </a:defRPr>
            </a:lvl6pPr>
            <a:lvl7pPr algn="l">
              <a:defRPr sz="3600" b="1">
                <a:solidFill>
                  <a:srgbClr val="14261A"/>
                </a:solidFill>
                <a:latin typeface="Arial"/>
                <a:ea typeface="Arial"/>
                <a:cs typeface="Arial"/>
              </a:defRPr>
            </a:lvl7pPr>
            <a:lvl8pPr algn="l">
              <a:defRPr sz="3600" b="1">
                <a:solidFill>
                  <a:srgbClr val="14261A"/>
                </a:solidFill>
                <a:latin typeface="Arial"/>
                <a:ea typeface="Arial"/>
                <a:cs typeface="Arial"/>
              </a:defRPr>
            </a:lvl8pPr>
            <a:lvl9pPr algn="l">
              <a:defRPr sz="3600" b="1">
                <a:solidFill>
                  <a:srgbClr val="14261A"/>
                </a:solidFill>
                <a:latin typeface="Arial"/>
                <a:ea typeface="Arial"/>
                <a:cs typeface="Arial"/>
              </a:defRPr>
            </a:lvl9pPr>
          </a:lstStyle>
          <a:p xmlns:a="http://schemas.openxmlformats.org/drawingml/2006/main">
            <a:pPr algn="l">
              <a:defRPr sz="3600" b="1">
                <a:solidFill>
                  <a:srgbClr val="14261A"/>
                </a:solidFill>
                <a:latin typeface="Arial"/>
                <a:ea typeface="Arial"/>
                <a:cs typeface="Arial"/>
              </a:defRPr>
            </a:pPr>
            <a:r>
              <a:rPr sz="3600" b="1">
                <a:solidFill>
                  <a:srgbClr val="14261A"/>
                </a:solidFill>
                <a:latin typeface="Arial"/>
                <a:ea typeface="Arial"/>
                <a:cs typeface="Arial"/>
              </a:rPr>
              <a:t>One agent. Clear responsibilities.</a:t>
            </a:r>
          </a:p>
        </p:txBody>
      </p:sp>
      <p:sp>
        <p:nvSpPr>
          <p:cNvPr id="6" name="block-76">
            <a:extLst xmlns:a="http://schemas.openxmlformats.org/drawingml/2006/main">
              <a:ext uri="{FF2B5EF4-FFF2-40B4-BE49-F238E27FC236}">
                <a16:creationId xmlns:a16="http://schemas.microsoft.com/office/drawing/2014/main" id="{CF06E0E0-43A8-4D15-B498-BC7FCCE329FF}"/>
              </a:ext>
            </a:extLst>
          </p:cNvPr>
          <p:cNvSpPr>
            <a:spLocks xmlns:a="http://schemas.openxmlformats.org/drawingml/2006/main" noGrp="1"/>
          </p:cNvSpPr>
          <p:nvPr/>
        </p:nvSpPr>
        <p:spPr>
          <a:xfrm xmlns:a="http://schemas.openxmlformats.org/drawingml/2006/main">
            <a:off x="609600" y="2381250"/>
            <a:ext cx="2714625" cy="1619250"/>
          </a:xfrm>
          <a:prstGeom xmlns:a="http://schemas.openxmlformats.org/drawingml/2006/main" prst="rect">
            <a:avLst/>
          </a:prstGeom>
          <a:solidFill xmlns:a="http://schemas.openxmlformats.org/drawingml/2006/main">
            <a:srgbClr val="F2F6F1"/>
          </a:solidFill>
          <a:ln xmlns:a="http://schemas.openxmlformats.org/drawingml/2006/main" w="0">
            <a:noFill/>
          </a:ln>
        </p:spPr>
      </p:sp>
      <p:sp>
        <p:nvSpPr>
          <p:cNvPr id="7" name="text-77">
            <a:extLst xmlns:a="http://schemas.openxmlformats.org/drawingml/2006/main">
              <a:ext uri="{FF2B5EF4-FFF2-40B4-BE49-F238E27FC236}">
                <a16:creationId xmlns:a16="http://schemas.microsoft.com/office/drawing/2014/main" id="{06DC92CD-A2DC-47CB-9720-B96EF3B8A493}"/>
              </a:ext>
            </a:extLst>
          </p:cNvPr>
          <p:cNvSpPr>
            <a:spLocks xmlns:a="http://schemas.openxmlformats.org/drawingml/2006/main" noGrp="1"/>
          </p:cNvSpPr>
          <p:nvPr/>
        </p:nvSpPr>
        <p:spPr>
          <a:xfrm xmlns:a="http://schemas.openxmlformats.org/drawingml/2006/main">
            <a:off x="838200" y="2609850"/>
            <a:ext cx="22574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4261A"/>
                </a:solidFill>
                <a:latin typeface="Arial"/>
                <a:ea typeface="Arial"/>
                <a:cs typeface="Arial"/>
              </a:defRPr>
            </a:defPPr>
            <a:lvl1pPr algn="l">
              <a:defRPr sz="1950" b="1">
                <a:solidFill>
                  <a:srgbClr val="14261A"/>
                </a:solidFill>
                <a:latin typeface="Arial"/>
                <a:ea typeface="Arial"/>
                <a:cs typeface="Arial"/>
              </a:defRPr>
            </a:lvl1pPr>
            <a:lvl2pPr algn="l">
              <a:defRPr sz="1950" b="1">
                <a:solidFill>
                  <a:srgbClr val="14261A"/>
                </a:solidFill>
                <a:latin typeface="Arial"/>
                <a:ea typeface="Arial"/>
                <a:cs typeface="Arial"/>
              </a:defRPr>
            </a:lvl2pPr>
            <a:lvl3pPr algn="l">
              <a:defRPr sz="1950" b="1">
                <a:solidFill>
                  <a:srgbClr val="14261A"/>
                </a:solidFill>
                <a:latin typeface="Arial"/>
                <a:ea typeface="Arial"/>
                <a:cs typeface="Arial"/>
              </a:defRPr>
            </a:lvl3pPr>
            <a:lvl4pPr algn="l">
              <a:defRPr sz="1950" b="1">
                <a:solidFill>
                  <a:srgbClr val="14261A"/>
                </a:solidFill>
                <a:latin typeface="Arial"/>
                <a:ea typeface="Arial"/>
                <a:cs typeface="Arial"/>
              </a:defRPr>
            </a:lvl4pPr>
            <a:lvl5pPr algn="l">
              <a:defRPr sz="1950" b="1">
                <a:solidFill>
                  <a:srgbClr val="14261A"/>
                </a:solidFill>
                <a:latin typeface="Arial"/>
                <a:ea typeface="Arial"/>
                <a:cs typeface="Arial"/>
              </a:defRPr>
            </a:lvl5pPr>
            <a:lvl6pPr algn="l">
              <a:defRPr sz="1950" b="1">
                <a:solidFill>
                  <a:srgbClr val="14261A"/>
                </a:solidFill>
                <a:latin typeface="Arial"/>
                <a:ea typeface="Arial"/>
                <a:cs typeface="Arial"/>
              </a:defRPr>
            </a:lvl6pPr>
            <a:lvl7pPr algn="l">
              <a:defRPr sz="1950" b="1">
                <a:solidFill>
                  <a:srgbClr val="14261A"/>
                </a:solidFill>
                <a:latin typeface="Arial"/>
                <a:ea typeface="Arial"/>
                <a:cs typeface="Arial"/>
              </a:defRPr>
            </a:lvl7pPr>
            <a:lvl8pPr algn="l">
              <a:defRPr sz="1950" b="1">
                <a:solidFill>
                  <a:srgbClr val="14261A"/>
                </a:solidFill>
                <a:latin typeface="Arial"/>
                <a:ea typeface="Arial"/>
                <a:cs typeface="Arial"/>
              </a:defRPr>
            </a:lvl8pPr>
            <a:lvl9pPr algn="l">
              <a:defRPr sz="1950" b="1">
                <a:solidFill>
                  <a:srgbClr val="14261A"/>
                </a:solidFill>
                <a:latin typeface="Arial"/>
                <a:ea typeface="Arial"/>
                <a:cs typeface="Arial"/>
              </a:defRPr>
            </a:lvl9pPr>
          </a:lstStyle>
          <a:p xmlns:a="http://schemas.openxmlformats.org/drawingml/2006/main">
            <a:pPr algn="l">
              <a:defRPr sz="1950" b="1">
                <a:solidFill>
                  <a:srgbClr val="14261A"/>
                </a:solidFill>
                <a:latin typeface="Arial"/>
                <a:ea typeface="Arial"/>
                <a:cs typeface="Arial"/>
              </a:defRPr>
            </a:pPr>
            <a:r>
              <a:rPr sz="1950" b="1">
                <a:solidFill>
                  <a:srgbClr val="14261A"/>
                </a:solidFill>
                <a:latin typeface="Arial"/>
                <a:ea typeface="Arial"/>
                <a:cs typeface="Arial"/>
              </a:rPr>
              <a:t>Workspace</a:t>
            </a:r>
          </a:p>
        </p:txBody>
      </p:sp>
      <p:sp>
        <p:nvSpPr>
          <p:cNvPr id="8" name="text-78">
            <a:extLst xmlns:a="http://schemas.openxmlformats.org/drawingml/2006/main">
              <a:ext uri="{FF2B5EF4-FFF2-40B4-BE49-F238E27FC236}">
                <a16:creationId xmlns:a16="http://schemas.microsoft.com/office/drawing/2014/main" id="{9793CFC7-84FB-44B8-A674-0DE8BEBB96DE}"/>
              </a:ext>
            </a:extLst>
          </p:cNvPr>
          <p:cNvSpPr>
            <a:spLocks xmlns:a="http://schemas.openxmlformats.org/drawingml/2006/main" noGrp="1"/>
          </p:cNvSpPr>
          <p:nvPr/>
        </p:nvSpPr>
        <p:spPr>
          <a:xfrm xmlns:a="http://schemas.openxmlformats.org/drawingml/2006/main">
            <a:off x="838200" y="3171825"/>
            <a:ext cx="22574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2645A"/>
                </a:solidFill>
                <a:latin typeface="Arial"/>
                <a:ea typeface="Arial"/>
                <a:cs typeface="Arial"/>
              </a:defRPr>
            </a:defPPr>
            <a:lvl1pPr algn="l">
              <a:defRPr sz="1425" b="0">
                <a:solidFill>
                  <a:srgbClr val="52645A"/>
                </a:solidFill>
                <a:latin typeface="Arial"/>
                <a:ea typeface="Arial"/>
                <a:cs typeface="Arial"/>
              </a:defRPr>
            </a:lvl1pPr>
            <a:lvl2pPr algn="l">
              <a:defRPr sz="1425" b="0">
                <a:solidFill>
                  <a:srgbClr val="52645A"/>
                </a:solidFill>
                <a:latin typeface="Arial"/>
                <a:ea typeface="Arial"/>
                <a:cs typeface="Arial"/>
              </a:defRPr>
            </a:lvl2pPr>
            <a:lvl3pPr algn="l">
              <a:defRPr sz="1425" b="0">
                <a:solidFill>
                  <a:srgbClr val="52645A"/>
                </a:solidFill>
                <a:latin typeface="Arial"/>
                <a:ea typeface="Arial"/>
                <a:cs typeface="Arial"/>
              </a:defRPr>
            </a:lvl3pPr>
            <a:lvl4pPr algn="l">
              <a:defRPr sz="1425" b="0">
                <a:solidFill>
                  <a:srgbClr val="52645A"/>
                </a:solidFill>
                <a:latin typeface="Arial"/>
                <a:ea typeface="Arial"/>
                <a:cs typeface="Arial"/>
              </a:defRPr>
            </a:lvl4pPr>
            <a:lvl5pPr algn="l">
              <a:defRPr sz="1425" b="0">
                <a:solidFill>
                  <a:srgbClr val="52645A"/>
                </a:solidFill>
                <a:latin typeface="Arial"/>
                <a:ea typeface="Arial"/>
                <a:cs typeface="Arial"/>
              </a:defRPr>
            </a:lvl5pPr>
            <a:lvl6pPr algn="l">
              <a:defRPr sz="1425" b="0">
                <a:solidFill>
                  <a:srgbClr val="52645A"/>
                </a:solidFill>
                <a:latin typeface="Arial"/>
                <a:ea typeface="Arial"/>
                <a:cs typeface="Arial"/>
              </a:defRPr>
            </a:lvl6pPr>
            <a:lvl7pPr algn="l">
              <a:defRPr sz="1425" b="0">
                <a:solidFill>
                  <a:srgbClr val="52645A"/>
                </a:solidFill>
                <a:latin typeface="Arial"/>
                <a:ea typeface="Arial"/>
                <a:cs typeface="Arial"/>
              </a:defRPr>
            </a:lvl7pPr>
            <a:lvl8pPr algn="l">
              <a:defRPr sz="1425" b="0">
                <a:solidFill>
                  <a:srgbClr val="52645A"/>
                </a:solidFill>
                <a:latin typeface="Arial"/>
                <a:ea typeface="Arial"/>
                <a:cs typeface="Arial"/>
              </a:defRPr>
            </a:lvl8pPr>
            <a:lvl9pPr algn="l">
              <a:defRPr sz="1425" b="0">
                <a:solidFill>
                  <a:srgbClr val="52645A"/>
                </a:solidFill>
                <a:latin typeface="Arial"/>
                <a:ea typeface="Arial"/>
                <a:cs typeface="Arial"/>
              </a:defRPr>
            </a:lvl9pPr>
          </a:lstStyle>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Next.js + Keycloak</a:t>
            </a:r>
          </a:p>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Project-owned conversations</a:t>
            </a:r>
          </a:p>
        </p:txBody>
      </p:sp>
      <p:sp>
        <p:nvSpPr>
          <p:cNvPr id="9" name="flow-arrow-79">
            <a:extLst xmlns:a="http://schemas.openxmlformats.org/drawingml/2006/main">
              <a:ext uri="{FF2B5EF4-FFF2-40B4-BE49-F238E27FC236}">
                <a16:creationId xmlns:a16="http://schemas.microsoft.com/office/drawing/2014/main" id="{F29915F9-072E-45F4-9DFA-2A895EEB09B9}"/>
              </a:ext>
            </a:extLst>
          </p:cNvPr>
          <p:cNvSpPr>
            <a:spLocks xmlns:a="http://schemas.openxmlformats.org/drawingml/2006/main" noGrp="1"/>
          </p:cNvSpPr>
          <p:nvPr/>
        </p:nvSpPr>
        <p:spPr>
          <a:xfrm xmlns:a="http://schemas.openxmlformats.org/drawingml/2006/main">
            <a:off x="3514725" y="3095625"/>
            <a:ext cx="419100" cy="1905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10" name="block-80">
            <a:extLst xmlns:a="http://schemas.openxmlformats.org/drawingml/2006/main">
              <a:ext uri="{FF2B5EF4-FFF2-40B4-BE49-F238E27FC236}">
                <a16:creationId xmlns:a16="http://schemas.microsoft.com/office/drawing/2014/main" id="{C1250D90-4A2F-4703-9745-F27CFC77AA9B}"/>
              </a:ext>
            </a:extLst>
          </p:cNvPr>
          <p:cNvSpPr>
            <a:spLocks xmlns:a="http://schemas.openxmlformats.org/drawingml/2006/main" noGrp="1"/>
          </p:cNvSpPr>
          <p:nvPr/>
        </p:nvSpPr>
        <p:spPr>
          <a:xfrm xmlns:a="http://schemas.openxmlformats.org/drawingml/2006/main">
            <a:off x="4124325" y="2381250"/>
            <a:ext cx="3171825" cy="1619250"/>
          </a:xfrm>
          <a:prstGeom xmlns:a="http://schemas.openxmlformats.org/drawingml/2006/main" prst="rect">
            <a:avLst/>
          </a:prstGeom>
          <a:solidFill xmlns:a="http://schemas.openxmlformats.org/drawingml/2006/main">
            <a:srgbClr val="F2F6F1"/>
          </a:solidFill>
          <a:ln xmlns:a="http://schemas.openxmlformats.org/drawingml/2006/main" w="0">
            <a:noFill/>
          </a:ln>
        </p:spPr>
      </p:sp>
      <p:sp>
        <p:nvSpPr>
          <p:cNvPr id="11" name="text-81">
            <a:extLst xmlns:a="http://schemas.openxmlformats.org/drawingml/2006/main">
              <a:ext uri="{FF2B5EF4-FFF2-40B4-BE49-F238E27FC236}">
                <a16:creationId xmlns:a16="http://schemas.microsoft.com/office/drawing/2014/main" id="{B5075873-C24F-4932-9552-551A4E5CDD34}"/>
              </a:ext>
            </a:extLst>
          </p:cNvPr>
          <p:cNvSpPr>
            <a:spLocks xmlns:a="http://schemas.openxmlformats.org/drawingml/2006/main" noGrp="1"/>
          </p:cNvSpPr>
          <p:nvPr/>
        </p:nvSpPr>
        <p:spPr>
          <a:xfrm xmlns:a="http://schemas.openxmlformats.org/drawingml/2006/main">
            <a:off x="4352925" y="2609850"/>
            <a:ext cx="2714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4261A"/>
                </a:solidFill>
                <a:latin typeface="Arial"/>
                <a:ea typeface="Arial"/>
                <a:cs typeface="Arial"/>
              </a:defRPr>
            </a:defPPr>
            <a:lvl1pPr algn="l">
              <a:defRPr sz="1950" b="1">
                <a:solidFill>
                  <a:srgbClr val="14261A"/>
                </a:solidFill>
                <a:latin typeface="Arial"/>
                <a:ea typeface="Arial"/>
                <a:cs typeface="Arial"/>
              </a:defRPr>
            </a:lvl1pPr>
            <a:lvl2pPr algn="l">
              <a:defRPr sz="1950" b="1">
                <a:solidFill>
                  <a:srgbClr val="14261A"/>
                </a:solidFill>
                <a:latin typeface="Arial"/>
                <a:ea typeface="Arial"/>
                <a:cs typeface="Arial"/>
              </a:defRPr>
            </a:lvl2pPr>
            <a:lvl3pPr algn="l">
              <a:defRPr sz="1950" b="1">
                <a:solidFill>
                  <a:srgbClr val="14261A"/>
                </a:solidFill>
                <a:latin typeface="Arial"/>
                <a:ea typeface="Arial"/>
                <a:cs typeface="Arial"/>
              </a:defRPr>
            </a:lvl3pPr>
            <a:lvl4pPr algn="l">
              <a:defRPr sz="1950" b="1">
                <a:solidFill>
                  <a:srgbClr val="14261A"/>
                </a:solidFill>
                <a:latin typeface="Arial"/>
                <a:ea typeface="Arial"/>
                <a:cs typeface="Arial"/>
              </a:defRPr>
            </a:lvl4pPr>
            <a:lvl5pPr algn="l">
              <a:defRPr sz="1950" b="1">
                <a:solidFill>
                  <a:srgbClr val="14261A"/>
                </a:solidFill>
                <a:latin typeface="Arial"/>
                <a:ea typeface="Arial"/>
                <a:cs typeface="Arial"/>
              </a:defRPr>
            </a:lvl5pPr>
            <a:lvl6pPr algn="l">
              <a:defRPr sz="1950" b="1">
                <a:solidFill>
                  <a:srgbClr val="14261A"/>
                </a:solidFill>
                <a:latin typeface="Arial"/>
                <a:ea typeface="Arial"/>
                <a:cs typeface="Arial"/>
              </a:defRPr>
            </a:lvl6pPr>
            <a:lvl7pPr algn="l">
              <a:defRPr sz="1950" b="1">
                <a:solidFill>
                  <a:srgbClr val="14261A"/>
                </a:solidFill>
                <a:latin typeface="Arial"/>
                <a:ea typeface="Arial"/>
                <a:cs typeface="Arial"/>
              </a:defRPr>
            </a:lvl7pPr>
            <a:lvl8pPr algn="l">
              <a:defRPr sz="1950" b="1">
                <a:solidFill>
                  <a:srgbClr val="14261A"/>
                </a:solidFill>
                <a:latin typeface="Arial"/>
                <a:ea typeface="Arial"/>
                <a:cs typeface="Arial"/>
              </a:defRPr>
            </a:lvl8pPr>
            <a:lvl9pPr algn="l">
              <a:defRPr sz="1950" b="1">
                <a:solidFill>
                  <a:srgbClr val="14261A"/>
                </a:solidFill>
                <a:latin typeface="Arial"/>
                <a:ea typeface="Arial"/>
                <a:cs typeface="Arial"/>
              </a:defRPr>
            </a:lvl9pPr>
          </a:lstStyle>
          <a:p xmlns:a="http://schemas.openxmlformats.org/drawingml/2006/main">
            <a:pPr algn="l">
              <a:defRPr sz="1950" b="1">
                <a:solidFill>
                  <a:srgbClr val="14261A"/>
                </a:solidFill>
                <a:latin typeface="Arial"/>
                <a:ea typeface="Arial"/>
                <a:cs typeface="Arial"/>
              </a:defRPr>
            </a:pPr>
            <a:r>
              <a:rPr sz="1950" b="1">
                <a:solidFill>
                  <a:srgbClr val="14261A"/>
                </a:solidFill>
                <a:latin typeface="Arial"/>
                <a:ea typeface="Arial"/>
                <a:cs typeface="Arial"/>
              </a:rPr>
              <a:t>Agent + tools</a:t>
            </a:r>
          </a:p>
        </p:txBody>
      </p:sp>
      <p:sp>
        <p:nvSpPr>
          <p:cNvPr id="12" name="text-82">
            <a:extLst xmlns:a="http://schemas.openxmlformats.org/drawingml/2006/main">
              <a:ext uri="{FF2B5EF4-FFF2-40B4-BE49-F238E27FC236}">
                <a16:creationId xmlns:a16="http://schemas.microsoft.com/office/drawing/2014/main" id="{165B3CE5-9B3E-4F65-B3A9-4164895A0CD3}"/>
              </a:ext>
            </a:extLst>
          </p:cNvPr>
          <p:cNvSpPr>
            <a:spLocks xmlns:a="http://schemas.openxmlformats.org/drawingml/2006/main" noGrp="1"/>
          </p:cNvSpPr>
          <p:nvPr/>
        </p:nvSpPr>
        <p:spPr>
          <a:xfrm xmlns:a="http://schemas.openxmlformats.org/drawingml/2006/main">
            <a:off x="4352925" y="3171825"/>
            <a:ext cx="2714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2645A"/>
                </a:solidFill>
                <a:latin typeface="Arial"/>
                <a:ea typeface="Arial"/>
                <a:cs typeface="Arial"/>
              </a:defRPr>
            </a:defPPr>
            <a:lvl1pPr algn="l">
              <a:defRPr sz="1425" b="0">
                <a:solidFill>
                  <a:srgbClr val="52645A"/>
                </a:solidFill>
                <a:latin typeface="Arial"/>
                <a:ea typeface="Arial"/>
                <a:cs typeface="Arial"/>
              </a:defRPr>
            </a:lvl1pPr>
            <a:lvl2pPr algn="l">
              <a:defRPr sz="1425" b="0">
                <a:solidFill>
                  <a:srgbClr val="52645A"/>
                </a:solidFill>
                <a:latin typeface="Arial"/>
                <a:ea typeface="Arial"/>
                <a:cs typeface="Arial"/>
              </a:defRPr>
            </a:lvl2pPr>
            <a:lvl3pPr algn="l">
              <a:defRPr sz="1425" b="0">
                <a:solidFill>
                  <a:srgbClr val="52645A"/>
                </a:solidFill>
                <a:latin typeface="Arial"/>
                <a:ea typeface="Arial"/>
                <a:cs typeface="Arial"/>
              </a:defRPr>
            </a:lvl3pPr>
            <a:lvl4pPr algn="l">
              <a:defRPr sz="1425" b="0">
                <a:solidFill>
                  <a:srgbClr val="52645A"/>
                </a:solidFill>
                <a:latin typeface="Arial"/>
                <a:ea typeface="Arial"/>
                <a:cs typeface="Arial"/>
              </a:defRPr>
            </a:lvl4pPr>
            <a:lvl5pPr algn="l">
              <a:defRPr sz="1425" b="0">
                <a:solidFill>
                  <a:srgbClr val="52645A"/>
                </a:solidFill>
                <a:latin typeface="Arial"/>
                <a:ea typeface="Arial"/>
                <a:cs typeface="Arial"/>
              </a:defRPr>
            </a:lvl5pPr>
            <a:lvl6pPr algn="l">
              <a:defRPr sz="1425" b="0">
                <a:solidFill>
                  <a:srgbClr val="52645A"/>
                </a:solidFill>
                <a:latin typeface="Arial"/>
                <a:ea typeface="Arial"/>
                <a:cs typeface="Arial"/>
              </a:defRPr>
            </a:lvl6pPr>
            <a:lvl7pPr algn="l">
              <a:defRPr sz="1425" b="0">
                <a:solidFill>
                  <a:srgbClr val="52645A"/>
                </a:solidFill>
                <a:latin typeface="Arial"/>
                <a:ea typeface="Arial"/>
                <a:cs typeface="Arial"/>
              </a:defRPr>
            </a:lvl7pPr>
            <a:lvl8pPr algn="l">
              <a:defRPr sz="1425" b="0">
                <a:solidFill>
                  <a:srgbClr val="52645A"/>
                </a:solidFill>
                <a:latin typeface="Arial"/>
                <a:ea typeface="Arial"/>
                <a:cs typeface="Arial"/>
              </a:defRPr>
            </a:lvl8pPr>
            <a:lvl9pPr algn="l">
              <a:defRPr sz="1425" b="0">
                <a:solidFill>
                  <a:srgbClr val="52645A"/>
                </a:solidFill>
                <a:latin typeface="Arial"/>
                <a:ea typeface="Arial"/>
                <a:cs typeface="Arial"/>
              </a:defRPr>
            </a:lvl9pPr>
          </a:lstStyle>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OpenShell / Codex worker</a:t>
            </a:r>
          </a:p>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Measured scientific analysis</a:t>
            </a:r>
          </a:p>
        </p:txBody>
      </p:sp>
      <p:sp>
        <p:nvSpPr>
          <p:cNvPr id="13" name="flow-arrow-83">
            <a:extLst xmlns:a="http://schemas.openxmlformats.org/drawingml/2006/main">
              <a:ext uri="{FF2B5EF4-FFF2-40B4-BE49-F238E27FC236}">
                <a16:creationId xmlns:a16="http://schemas.microsoft.com/office/drawing/2014/main" id="{7D5AF52A-4AD8-4B4E-826B-6ABACA302454}"/>
              </a:ext>
            </a:extLst>
          </p:cNvPr>
          <p:cNvSpPr>
            <a:spLocks xmlns:a="http://schemas.openxmlformats.org/drawingml/2006/main" noGrp="1"/>
          </p:cNvSpPr>
          <p:nvPr/>
        </p:nvSpPr>
        <p:spPr>
          <a:xfrm xmlns:a="http://schemas.openxmlformats.org/drawingml/2006/main">
            <a:off x="7486650" y="3095625"/>
            <a:ext cx="419100" cy="1905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14" name="block-84">
            <a:extLst xmlns:a="http://schemas.openxmlformats.org/drawingml/2006/main">
              <a:ext uri="{FF2B5EF4-FFF2-40B4-BE49-F238E27FC236}">
                <a16:creationId xmlns:a16="http://schemas.microsoft.com/office/drawing/2014/main" id="{0E2DA936-CDC3-4D21-A7C7-C26F5D0C0501}"/>
              </a:ext>
            </a:extLst>
          </p:cNvPr>
          <p:cNvSpPr>
            <a:spLocks xmlns:a="http://schemas.openxmlformats.org/drawingml/2006/main" noGrp="1"/>
          </p:cNvSpPr>
          <p:nvPr/>
        </p:nvSpPr>
        <p:spPr>
          <a:xfrm xmlns:a="http://schemas.openxmlformats.org/drawingml/2006/main">
            <a:off x="8096250" y="2381250"/>
            <a:ext cx="3486150" cy="1619250"/>
          </a:xfrm>
          <a:prstGeom xmlns:a="http://schemas.openxmlformats.org/drawingml/2006/main" prst="rect">
            <a:avLst/>
          </a:prstGeom>
          <a:solidFill xmlns:a="http://schemas.openxmlformats.org/drawingml/2006/main">
            <a:srgbClr val="F2F6F1"/>
          </a:solidFill>
          <a:ln xmlns:a="http://schemas.openxmlformats.org/drawingml/2006/main" w="0">
            <a:noFill/>
          </a:ln>
        </p:spPr>
      </p:sp>
      <p:sp>
        <p:nvSpPr>
          <p:cNvPr id="15" name="text-85">
            <a:extLst xmlns:a="http://schemas.openxmlformats.org/drawingml/2006/main">
              <a:ext uri="{FF2B5EF4-FFF2-40B4-BE49-F238E27FC236}">
                <a16:creationId xmlns:a16="http://schemas.microsoft.com/office/drawing/2014/main" id="{00DCF3F8-4B23-47AB-88BB-FD6EDA8EB98B}"/>
              </a:ext>
            </a:extLst>
          </p:cNvPr>
          <p:cNvSpPr>
            <a:spLocks xmlns:a="http://schemas.openxmlformats.org/drawingml/2006/main" noGrp="1"/>
          </p:cNvSpPr>
          <p:nvPr/>
        </p:nvSpPr>
        <p:spPr>
          <a:xfrm xmlns:a="http://schemas.openxmlformats.org/drawingml/2006/main">
            <a:off x="8324850" y="2609850"/>
            <a:ext cx="30289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4261A"/>
                </a:solidFill>
                <a:latin typeface="Arial"/>
                <a:ea typeface="Arial"/>
                <a:cs typeface="Arial"/>
              </a:defRPr>
            </a:defPPr>
            <a:lvl1pPr algn="l">
              <a:defRPr sz="1950" b="1">
                <a:solidFill>
                  <a:srgbClr val="14261A"/>
                </a:solidFill>
                <a:latin typeface="Arial"/>
                <a:ea typeface="Arial"/>
                <a:cs typeface="Arial"/>
              </a:defRPr>
            </a:lvl1pPr>
            <a:lvl2pPr algn="l">
              <a:defRPr sz="1950" b="1">
                <a:solidFill>
                  <a:srgbClr val="14261A"/>
                </a:solidFill>
                <a:latin typeface="Arial"/>
                <a:ea typeface="Arial"/>
                <a:cs typeface="Arial"/>
              </a:defRPr>
            </a:lvl2pPr>
            <a:lvl3pPr algn="l">
              <a:defRPr sz="1950" b="1">
                <a:solidFill>
                  <a:srgbClr val="14261A"/>
                </a:solidFill>
                <a:latin typeface="Arial"/>
                <a:ea typeface="Arial"/>
                <a:cs typeface="Arial"/>
              </a:defRPr>
            </a:lvl3pPr>
            <a:lvl4pPr algn="l">
              <a:defRPr sz="1950" b="1">
                <a:solidFill>
                  <a:srgbClr val="14261A"/>
                </a:solidFill>
                <a:latin typeface="Arial"/>
                <a:ea typeface="Arial"/>
                <a:cs typeface="Arial"/>
              </a:defRPr>
            </a:lvl4pPr>
            <a:lvl5pPr algn="l">
              <a:defRPr sz="1950" b="1">
                <a:solidFill>
                  <a:srgbClr val="14261A"/>
                </a:solidFill>
                <a:latin typeface="Arial"/>
                <a:ea typeface="Arial"/>
                <a:cs typeface="Arial"/>
              </a:defRPr>
            </a:lvl5pPr>
            <a:lvl6pPr algn="l">
              <a:defRPr sz="1950" b="1">
                <a:solidFill>
                  <a:srgbClr val="14261A"/>
                </a:solidFill>
                <a:latin typeface="Arial"/>
                <a:ea typeface="Arial"/>
                <a:cs typeface="Arial"/>
              </a:defRPr>
            </a:lvl6pPr>
            <a:lvl7pPr algn="l">
              <a:defRPr sz="1950" b="1">
                <a:solidFill>
                  <a:srgbClr val="14261A"/>
                </a:solidFill>
                <a:latin typeface="Arial"/>
                <a:ea typeface="Arial"/>
                <a:cs typeface="Arial"/>
              </a:defRPr>
            </a:lvl7pPr>
            <a:lvl8pPr algn="l">
              <a:defRPr sz="1950" b="1">
                <a:solidFill>
                  <a:srgbClr val="14261A"/>
                </a:solidFill>
                <a:latin typeface="Arial"/>
                <a:ea typeface="Arial"/>
                <a:cs typeface="Arial"/>
              </a:defRPr>
            </a:lvl8pPr>
            <a:lvl9pPr algn="l">
              <a:defRPr sz="1950" b="1">
                <a:solidFill>
                  <a:srgbClr val="14261A"/>
                </a:solidFill>
                <a:latin typeface="Arial"/>
                <a:ea typeface="Arial"/>
                <a:cs typeface="Arial"/>
              </a:defRPr>
            </a:lvl9pPr>
          </a:lstStyle>
          <a:p xmlns:a="http://schemas.openxmlformats.org/drawingml/2006/main">
            <a:pPr algn="l">
              <a:defRPr sz="1950" b="1">
                <a:solidFill>
                  <a:srgbClr val="14261A"/>
                </a:solidFill>
                <a:latin typeface="Arial"/>
                <a:ea typeface="Arial"/>
                <a:cs typeface="Arial"/>
              </a:defRPr>
            </a:pPr>
            <a:r>
              <a:rPr sz="1950" b="1">
                <a:solidFill>
                  <a:srgbClr val="14261A"/>
                </a:solidFill>
                <a:latin typeface="Arial"/>
                <a:ea typeface="Arial"/>
                <a:cs typeface="Arial"/>
              </a:rPr>
              <a:t>Zetaris</a:t>
            </a:r>
          </a:p>
        </p:txBody>
      </p:sp>
      <p:sp>
        <p:nvSpPr>
          <p:cNvPr id="16" name="text-86">
            <a:extLst xmlns:a="http://schemas.openxmlformats.org/drawingml/2006/main">
              <a:ext uri="{FF2B5EF4-FFF2-40B4-BE49-F238E27FC236}">
                <a16:creationId xmlns:a16="http://schemas.microsoft.com/office/drawing/2014/main" id="{8176AF7F-8794-4CE2-AA79-D4AFC74BB181}"/>
              </a:ext>
            </a:extLst>
          </p:cNvPr>
          <p:cNvSpPr>
            <a:spLocks xmlns:a="http://schemas.openxmlformats.org/drawingml/2006/main" noGrp="1"/>
          </p:cNvSpPr>
          <p:nvPr/>
        </p:nvSpPr>
        <p:spPr>
          <a:xfrm xmlns:a="http://schemas.openxmlformats.org/drawingml/2006/main">
            <a:off x="8324850" y="3171825"/>
            <a:ext cx="30289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2645A"/>
                </a:solidFill>
                <a:latin typeface="Arial"/>
                <a:ea typeface="Arial"/>
                <a:cs typeface="Arial"/>
              </a:defRPr>
            </a:defPPr>
            <a:lvl1pPr algn="l">
              <a:defRPr sz="1425" b="0">
                <a:solidFill>
                  <a:srgbClr val="52645A"/>
                </a:solidFill>
                <a:latin typeface="Arial"/>
                <a:ea typeface="Arial"/>
                <a:cs typeface="Arial"/>
              </a:defRPr>
            </a:lvl1pPr>
            <a:lvl2pPr algn="l">
              <a:defRPr sz="1425" b="0">
                <a:solidFill>
                  <a:srgbClr val="52645A"/>
                </a:solidFill>
                <a:latin typeface="Arial"/>
                <a:ea typeface="Arial"/>
                <a:cs typeface="Arial"/>
              </a:defRPr>
            </a:lvl2pPr>
            <a:lvl3pPr algn="l">
              <a:defRPr sz="1425" b="0">
                <a:solidFill>
                  <a:srgbClr val="52645A"/>
                </a:solidFill>
                <a:latin typeface="Arial"/>
                <a:ea typeface="Arial"/>
                <a:cs typeface="Arial"/>
              </a:defRPr>
            </a:lvl3pPr>
            <a:lvl4pPr algn="l">
              <a:defRPr sz="1425" b="0">
                <a:solidFill>
                  <a:srgbClr val="52645A"/>
                </a:solidFill>
                <a:latin typeface="Arial"/>
                <a:ea typeface="Arial"/>
                <a:cs typeface="Arial"/>
              </a:defRPr>
            </a:lvl4pPr>
            <a:lvl5pPr algn="l">
              <a:defRPr sz="1425" b="0">
                <a:solidFill>
                  <a:srgbClr val="52645A"/>
                </a:solidFill>
                <a:latin typeface="Arial"/>
                <a:ea typeface="Arial"/>
                <a:cs typeface="Arial"/>
              </a:defRPr>
            </a:lvl5pPr>
            <a:lvl6pPr algn="l">
              <a:defRPr sz="1425" b="0">
                <a:solidFill>
                  <a:srgbClr val="52645A"/>
                </a:solidFill>
                <a:latin typeface="Arial"/>
                <a:ea typeface="Arial"/>
                <a:cs typeface="Arial"/>
              </a:defRPr>
            </a:lvl6pPr>
            <a:lvl7pPr algn="l">
              <a:defRPr sz="1425" b="0">
                <a:solidFill>
                  <a:srgbClr val="52645A"/>
                </a:solidFill>
                <a:latin typeface="Arial"/>
                <a:ea typeface="Arial"/>
                <a:cs typeface="Arial"/>
              </a:defRPr>
            </a:lvl7pPr>
            <a:lvl8pPr algn="l">
              <a:defRPr sz="1425" b="0">
                <a:solidFill>
                  <a:srgbClr val="52645A"/>
                </a:solidFill>
                <a:latin typeface="Arial"/>
                <a:ea typeface="Arial"/>
                <a:cs typeface="Arial"/>
              </a:defRPr>
            </a:lvl8pPr>
            <a:lvl9pPr algn="l">
              <a:defRPr sz="1425" b="0">
                <a:solidFill>
                  <a:srgbClr val="52645A"/>
                </a:solidFill>
                <a:latin typeface="Arial"/>
                <a:ea typeface="Arial"/>
                <a:cs typeface="Arial"/>
              </a:defRPr>
            </a:lvl9pPr>
          </a:lstStyle>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Versioned marker reference</a:t>
            </a:r>
          </a:p>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Read-only query + provenance</a:t>
            </a:r>
          </a:p>
        </p:txBody>
      </p:sp>
      <p:sp>
        <p:nvSpPr>
          <p:cNvPr id="17" name="text-87">
            <a:extLst xmlns:a="http://schemas.openxmlformats.org/drawingml/2006/main">
              <a:ext uri="{FF2B5EF4-FFF2-40B4-BE49-F238E27FC236}">
                <a16:creationId xmlns:a16="http://schemas.microsoft.com/office/drawing/2014/main" id="{230C5066-A0E4-4297-BCAC-6B539289D8A1}"/>
              </a:ext>
            </a:extLst>
          </p:cNvPr>
          <p:cNvSpPr>
            <a:spLocks xmlns:a="http://schemas.openxmlformats.org/drawingml/2006/main" noGrp="1"/>
          </p:cNvSpPr>
          <p:nvPr/>
        </p:nvSpPr>
        <p:spPr>
          <a:xfrm xmlns:a="http://schemas.openxmlformats.org/drawingml/2006/main">
            <a:off x="4152900" y="426720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B5E20"/>
                </a:solidFill>
                <a:latin typeface="Arial"/>
                <a:ea typeface="Arial"/>
                <a:cs typeface="Arial"/>
              </a:defRPr>
            </a:defPPr>
            <a:lvl1pPr algn="l">
              <a:defRPr sz="1350" b="1">
                <a:solidFill>
                  <a:srgbClr val="1B5E20"/>
                </a:solidFill>
                <a:latin typeface="Arial"/>
                <a:ea typeface="Arial"/>
                <a:cs typeface="Arial"/>
              </a:defRPr>
            </a:lvl1pPr>
            <a:lvl2pPr algn="l">
              <a:defRPr sz="1350" b="1">
                <a:solidFill>
                  <a:srgbClr val="1B5E20"/>
                </a:solidFill>
                <a:latin typeface="Arial"/>
                <a:ea typeface="Arial"/>
                <a:cs typeface="Arial"/>
              </a:defRPr>
            </a:lvl2pPr>
            <a:lvl3pPr algn="l">
              <a:defRPr sz="1350" b="1">
                <a:solidFill>
                  <a:srgbClr val="1B5E20"/>
                </a:solidFill>
                <a:latin typeface="Arial"/>
                <a:ea typeface="Arial"/>
                <a:cs typeface="Arial"/>
              </a:defRPr>
            </a:lvl3pPr>
            <a:lvl4pPr algn="l">
              <a:defRPr sz="1350" b="1">
                <a:solidFill>
                  <a:srgbClr val="1B5E20"/>
                </a:solidFill>
                <a:latin typeface="Arial"/>
                <a:ea typeface="Arial"/>
                <a:cs typeface="Arial"/>
              </a:defRPr>
            </a:lvl4pPr>
            <a:lvl5pPr algn="l">
              <a:defRPr sz="1350" b="1">
                <a:solidFill>
                  <a:srgbClr val="1B5E20"/>
                </a:solidFill>
                <a:latin typeface="Arial"/>
                <a:ea typeface="Arial"/>
                <a:cs typeface="Arial"/>
              </a:defRPr>
            </a:lvl5pPr>
            <a:lvl6pPr algn="l">
              <a:defRPr sz="1350" b="1">
                <a:solidFill>
                  <a:srgbClr val="1B5E20"/>
                </a:solidFill>
                <a:latin typeface="Arial"/>
                <a:ea typeface="Arial"/>
                <a:cs typeface="Arial"/>
              </a:defRPr>
            </a:lvl6pPr>
            <a:lvl7pPr algn="l">
              <a:defRPr sz="1350" b="1">
                <a:solidFill>
                  <a:srgbClr val="1B5E20"/>
                </a:solidFill>
                <a:latin typeface="Arial"/>
                <a:ea typeface="Arial"/>
                <a:cs typeface="Arial"/>
              </a:defRPr>
            </a:lvl7pPr>
            <a:lvl8pPr algn="l">
              <a:defRPr sz="1350" b="1">
                <a:solidFill>
                  <a:srgbClr val="1B5E20"/>
                </a:solidFill>
                <a:latin typeface="Arial"/>
                <a:ea typeface="Arial"/>
                <a:cs typeface="Arial"/>
              </a:defRPr>
            </a:lvl8pPr>
            <a:lvl9pPr algn="l">
              <a:defRPr sz="1350" b="1">
                <a:solidFill>
                  <a:srgbClr val="1B5E20"/>
                </a:solidFill>
                <a:latin typeface="Arial"/>
                <a:ea typeface="Arial"/>
                <a:cs typeface="Arial"/>
              </a:defRPr>
            </a:lvl9pPr>
          </a:lstStyle>
          <a:p xmlns:a="http://schemas.openxmlformats.org/drawingml/2006/main">
            <a:pPr algn="l">
              <a:defRPr sz="1350" b="1">
                <a:solidFill>
                  <a:srgbClr val="1B5E20"/>
                </a:solidFill>
                <a:latin typeface="Arial"/>
                <a:ea typeface="Arial"/>
                <a:cs typeface="Arial"/>
              </a:defRPr>
            </a:pPr>
            <a:r>
              <a:rPr sz="1350" b="1">
                <a:solidFill>
                  <a:srgbClr val="1B5E20"/>
                </a:solidFill>
                <a:latin typeface="Arial"/>
                <a:ea typeface="Arial"/>
                <a:cs typeface="Arial"/>
              </a:rPr>
              <a:t>Researcher saves an explicit review</a:t>
            </a:r>
          </a:p>
        </p:txBody>
      </p:sp>
      <p:sp>
        <p:nvSpPr>
          <p:cNvPr id="18" name="save-decision-arrow">
            <a:extLst xmlns:a="http://schemas.openxmlformats.org/drawingml/2006/main">
              <a:ext uri="{FF2B5EF4-FFF2-40B4-BE49-F238E27FC236}">
                <a16:creationId xmlns:a16="http://schemas.microsoft.com/office/drawing/2014/main" id="{1F2F0D03-3246-4E6E-8D6D-4C71E4099E50}"/>
              </a:ext>
            </a:extLst>
          </p:cNvPr>
          <p:cNvSpPr>
            <a:spLocks xmlns:a="http://schemas.openxmlformats.org/drawingml/2006/main" noGrp="1"/>
          </p:cNvSpPr>
          <p:nvPr/>
        </p:nvSpPr>
        <p:spPr>
          <a:xfrm xmlns:a="http://schemas.openxmlformats.org/drawingml/2006/main">
            <a:off x="5524500" y="4581525"/>
            <a:ext cx="209550" cy="381000"/>
          </a:xfrm>
          <a:prstGeom xmlns:a="http://schemas.openxmlformats.org/drawingml/2006/main" prst="downArrow">
            <a:avLst/>
          </a:prstGeom>
          <a:solidFill xmlns:a="http://schemas.openxmlformats.org/drawingml/2006/main">
            <a:srgbClr val="1B5E20"/>
          </a:solidFill>
          <a:ln xmlns:a="http://schemas.openxmlformats.org/drawingml/2006/main" w="0">
            <a:noFill/>
          </a:ln>
        </p:spPr>
      </p:sp>
      <p:sp>
        <p:nvSpPr>
          <p:cNvPr id="19" name="block-88">
            <a:extLst xmlns:a="http://schemas.openxmlformats.org/drawingml/2006/main">
              <a:ext uri="{FF2B5EF4-FFF2-40B4-BE49-F238E27FC236}">
                <a16:creationId xmlns:a16="http://schemas.microsoft.com/office/drawing/2014/main" id="{7AD03330-65B5-458F-9E7B-8A5FA3CC41C9}"/>
              </a:ext>
            </a:extLst>
          </p:cNvPr>
          <p:cNvSpPr>
            <a:spLocks xmlns:a="http://schemas.openxmlformats.org/drawingml/2006/main" noGrp="1"/>
          </p:cNvSpPr>
          <p:nvPr/>
        </p:nvSpPr>
        <p:spPr>
          <a:xfrm xmlns:a="http://schemas.openxmlformats.org/drawingml/2006/main">
            <a:off x="4124325" y="5133975"/>
            <a:ext cx="3171825" cy="866775"/>
          </a:xfrm>
          <a:prstGeom xmlns:a="http://schemas.openxmlformats.org/drawingml/2006/main" prst="rect">
            <a:avLst/>
          </a:prstGeom>
          <a:solidFill xmlns:a="http://schemas.openxmlformats.org/drawingml/2006/main">
            <a:srgbClr val="1B5E20"/>
          </a:solidFill>
          <a:ln xmlns:a="http://schemas.openxmlformats.org/drawingml/2006/main" w="0">
            <a:noFill/>
          </a:ln>
        </p:spPr>
      </p:sp>
      <p:sp>
        <p:nvSpPr>
          <p:cNvPr id="20" name="text-89">
            <a:extLst xmlns:a="http://schemas.openxmlformats.org/drawingml/2006/main">
              <a:ext uri="{FF2B5EF4-FFF2-40B4-BE49-F238E27FC236}">
                <a16:creationId xmlns:a16="http://schemas.microsoft.com/office/drawing/2014/main" id="{303BA32F-FBBB-496A-82A5-394E6C8FC0DA}"/>
              </a:ext>
            </a:extLst>
          </p:cNvPr>
          <p:cNvSpPr>
            <a:spLocks xmlns:a="http://schemas.openxmlformats.org/drawingml/2006/main" noGrp="1"/>
          </p:cNvSpPr>
          <p:nvPr/>
        </p:nvSpPr>
        <p:spPr>
          <a:xfrm xmlns:a="http://schemas.openxmlformats.org/drawingml/2006/main">
            <a:off x="4352925" y="5257800"/>
            <a:ext cx="2714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FFFFFF"/>
                </a:solidFill>
                <a:latin typeface="Arial"/>
                <a:ea typeface="Arial"/>
                <a:cs typeface="Arial"/>
              </a:defRPr>
            </a:defPPr>
            <a:lvl1pPr algn="l">
              <a:defRPr sz="1875" b="1">
                <a:solidFill>
                  <a:srgbClr val="FFFFFF"/>
                </a:solidFill>
                <a:latin typeface="Arial"/>
                <a:ea typeface="Arial"/>
                <a:cs typeface="Arial"/>
              </a:defRPr>
            </a:lvl1pPr>
            <a:lvl2pPr algn="l">
              <a:defRPr sz="1875" b="1">
                <a:solidFill>
                  <a:srgbClr val="FFFFFF"/>
                </a:solidFill>
                <a:latin typeface="Arial"/>
                <a:ea typeface="Arial"/>
                <a:cs typeface="Arial"/>
              </a:defRPr>
            </a:lvl2pPr>
            <a:lvl3pPr algn="l">
              <a:defRPr sz="1875" b="1">
                <a:solidFill>
                  <a:srgbClr val="FFFFFF"/>
                </a:solidFill>
                <a:latin typeface="Arial"/>
                <a:ea typeface="Arial"/>
                <a:cs typeface="Arial"/>
              </a:defRPr>
            </a:lvl3pPr>
            <a:lvl4pPr algn="l">
              <a:defRPr sz="1875" b="1">
                <a:solidFill>
                  <a:srgbClr val="FFFFFF"/>
                </a:solidFill>
                <a:latin typeface="Arial"/>
                <a:ea typeface="Arial"/>
                <a:cs typeface="Arial"/>
              </a:defRPr>
            </a:lvl4pPr>
            <a:lvl5pPr algn="l">
              <a:defRPr sz="1875" b="1">
                <a:solidFill>
                  <a:srgbClr val="FFFFFF"/>
                </a:solidFill>
                <a:latin typeface="Arial"/>
                <a:ea typeface="Arial"/>
                <a:cs typeface="Arial"/>
              </a:defRPr>
            </a:lvl5pPr>
            <a:lvl6pPr algn="l">
              <a:defRPr sz="1875" b="1">
                <a:solidFill>
                  <a:srgbClr val="FFFFFF"/>
                </a:solidFill>
                <a:latin typeface="Arial"/>
                <a:ea typeface="Arial"/>
                <a:cs typeface="Arial"/>
              </a:defRPr>
            </a:lvl6pPr>
            <a:lvl7pPr algn="l">
              <a:defRPr sz="1875" b="1">
                <a:solidFill>
                  <a:srgbClr val="FFFFFF"/>
                </a:solidFill>
                <a:latin typeface="Arial"/>
                <a:ea typeface="Arial"/>
                <a:cs typeface="Arial"/>
              </a:defRPr>
            </a:lvl7pPr>
            <a:lvl8pPr algn="l">
              <a:defRPr sz="1875" b="1">
                <a:solidFill>
                  <a:srgbClr val="FFFFFF"/>
                </a:solidFill>
                <a:latin typeface="Arial"/>
                <a:ea typeface="Arial"/>
                <a:cs typeface="Arial"/>
              </a:defRPr>
            </a:lvl8pPr>
            <a:lvl9pPr algn="l">
              <a:defRPr sz="1875" b="1">
                <a:solidFill>
                  <a:srgbClr val="FFFFFF"/>
                </a:solidFill>
                <a:latin typeface="Arial"/>
                <a:ea typeface="Arial"/>
                <a:cs typeface="Arial"/>
              </a:defRPr>
            </a:lvl9pPr>
          </a:lstStyle>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Meterless H-MEM</a:t>
            </a:r>
          </a:p>
        </p:txBody>
      </p:sp>
      <p:sp>
        <p:nvSpPr>
          <p:cNvPr id="21" name="text-90">
            <a:extLst xmlns:a="http://schemas.openxmlformats.org/drawingml/2006/main">
              <a:ext uri="{FF2B5EF4-FFF2-40B4-BE49-F238E27FC236}">
                <a16:creationId xmlns:a16="http://schemas.microsoft.com/office/drawing/2014/main" id="{AE9020A9-2F07-4E22-B2CC-0B0FBE1C87CD}"/>
              </a:ext>
            </a:extLst>
          </p:cNvPr>
          <p:cNvSpPr>
            <a:spLocks xmlns:a="http://schemas.openxmlformats.org/drawingml/2006/main" noGrp="1"/>
          </p:cNvSpPr>
          <p:nvPr/>
        </p:nvSpPr>
        <p:spPr>
          <a:xfrm xmlns:a="http://schemas.openxmlformats.org/drawingml/2006/main">
            <a:off x="4352925" y="5619750"/>
            <a:ext cx="2714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D8EBD9"/>
                </a:solidFill>
                <a:latin typeface="Arial"/>
                <a:ea typeface="Arial"/>
                <a:cs typeface="Arial"/>
              </a:defRPr>
            </a:defPPr>
            <a:lvl1pPr algn="l">
              <a:defRPr sz="1350" b="0">
                <a:solidFill>
                  <a:srgbClr val="D8EBD9"/>
                </a:solidFill>
                <a:latin typeface="Arial"/>
                <a:ea typeface="Arial"/>
                <a:cs typeface="Arial"/>
              </a:defRPr>
            </a:lvl1pPr>
            <a:lvl2pPr algn="l">
              <a:defRPr sz="1350" b="0">
                <a:solidFill>
                  <a:srgbClr val="D8EBD9"/>
                </a:solidFill>
                <a:latin typeface="Arial"/>
                <a:ea typeface="Arial"/>
                <a:cs typeface="Arial"/>
              </a:defRPr>
            </a:lvl2pPr>
            <a:lvl3pPr algn="l">
              <a:defRPr sz="1350" b="0">
                <a:solidFill>
                  <a:srgbClr val="D8EBD9"/>
                </a:solidFill>
                <a:latin typeface="Arial"/>
                <a:ea typeface="Arial"/>
                <a:cs typeface="Arial"/>
              </a:defRPr>
            </a:lvl3pPr>
            <a:lvl4pPr algn="l">
              <a:defRPr sz="1350" b="0">
                <a:solidFill>
                  <a:srgbClr val="D8EBD9"/>
                </a:solidFill>
                <a:latin typeface="Arial"/>
                <a:ea typeface="Arial"/>
                <a:cs typeface="Arial"/>
              </a:defRPr>
            </a:lvl4pPr>
            <a:lvl5pPr algn="l">
              <a:defRPr sz="1350" b="0">
                <a:solidFill>
                  <a:srgbClr val="D8EBD9"/>
                </a:solidFill>
                <a:latin typeface="Arial"/>
                <a:ea typeface="Arial"/>
                <a:cs typeface="Arial"/>
              </a:defRPr>
            </a:lvl5pPr>
            <a:lvl6pPr algn="l">
              <a:defRPr sz="1350" b="0">
                <a:solidFill>
                  <a:srgbClr val="D8EBD9"/>
                </a:solidFill>
                <a:latin typeface="Arial"/>
                <a:ea typeface="Arial"/>
                <a:cs typeface="Arial"/>
              </a:defRPr>
            </a:lvl6pPr>
            <a:lvl7pPr algn="l">
              <a:defRPr sz="1350" b="0">
                <a:solidFill>
                  <a:srgbClr val="D8EBD9"/>
                </a:solidFill>
                <a:latin typeface="Arial"/>
                <a:ea typeface="Arial"/>
                <a:cs typeface="Arial"/>
              </a:defRPr>
            </a:lvl7pPr>
            <a:lvl8pPr algn="l">
              <a:defRPr sz="1350" b="0">
                <a:solidFill>
                  <a:srgbClr val="D8EBD9"/>
                </a:solidFill>
                <a:latin typeface="Arial"/>
                <a:ea typeface="Arial"/>
                <a:cs typeface="Arial"/>
              </a:defRPr>
            </a:lvl8pPr>
            <a:lvl9pPr algn="l">
              <a:defRPr sz="1350" b="0">
                <a:solidFill>
                  <a:srgbClr val="D8EBD9"/>
                </a:solidFill>
                <a:latin typeface="Arial"/>
                <a:ea typeface="Arial"/>
                <a:cs typeface="Arial"/>
              </a:defRPr>
            </a:lvl9pPr>
          </a:lstStyle>
          <a:p xmlns:a="http://schemas.openxmlformats.org/drawingml/2006/main">
            <a:pPr algn="l">
              <a:defRPr sz="1350" b="0">
                <a:solidFill>
                  <a:srgbClr val="D8EBD9"/>
                </a:solidFill>
                <a:latin typeface="Arial"/>
                <a:ea typeface="Arial"/>
                <a:cs typeface="Arial"/>
              </a:defRPr>
            </a:pPr>
            <a:r>
              <a:rPr sz="1350" b="0">
                <a:solidFill>
                  <a:srgbClr val="D8EBD9"/>
                </a:solidFill>
                <a:latin typeface="Arial"/>
                <a:ea typeface="Arial"/>
                <a:cs typeface="Arial"/>
              </a:rPr>
              <a:t>Review memory + PostgreSQL</a:t>
            </a:r>
          </a:p>
        </p:txBody>
      </p:sp>
      <p:sp>
        <p:nvSpPr>
          <p:cNvPr id="22" name="text-91">
            <a:extLst xmlns:a="http://schemas.openxmlformats.org/drawingml/2006/main">
              <a:ext uri="{FF2B5EF4-FFF2-40B4-BE49-F238E27FC236}">
                <a16:creationId xmlns:a16="http://schemas.microsoft.com/office/drawing/2014/main" id="{8861DE0B-F007-4387-93FF-E0D08AB9A42C}"/>
              </a:ext>
            </a:extLst>
          </p:cNvPr>
          <p:cNvSpPr>
            <a:spLocks xmlns:a="http://schemas.openxmlformats.org/drawingml/2006/main" noGrp="1"/>
          </p:cNvSpPr>
          <p:nvPr/>
        </p:nvSpPr>
        <p:spPr>
          <a:xfrm xmlns:a="http://schemas.openxmlformats.org/drawingml/2006/main">
            <a:off x="609600" y="5600700"/>
            <a:ext cx="32670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2645A"/>
                </a:solidFill>
                <a:latin typeface="Arial"/>
                <a:ea typeface="Arial"/>
                <a:cs typeface="Arial"/>
              </a:defRPr>
            </a:defPPr>
            <a:lvl1pPr algn="l">
              <a:defRPr sz="1500" b="0">
                <a:solidFill>
                  <a:srgbClr val="52645A"/>
                </a:solidFill>
                <a:latin typeface="Arial"/>
                <a:ea typeface="Arial"/>
                <a:cs typeface="Arial"/>
              </a:defRPr>
            </a:lvl1pPr>
            <a:lvl2pPr algn="l">
              <a:defRPr sz="1500" b="0">
                <a:solidFill>
                  <a:srgbClr val="52645A"/>
                </a:solidFill>
                <a:latin typeface="Arial"/>
                <a:ea typeface="Arial"/>
                <a:cs typeface="Arial"/>
              </a:defRPr>
            </a:lvl2pPr>
            <a:lvl3pPr algn="l">
              <a:defRPr sz="1500" b="0">
                <a:solidFill>
                  <a:srgbClr val="52645A"/>
                </a:solidFill>
                <a:latin typeface="Arial"/>
                <a:ea typeface="Arial"/>
                <a:cs typeface="Arial"/>
              </a:defRPr>
            </a:lvl3pPr>
            <a:lvl4pPr algn="l">
              <a:defRPr sz="1500" b="0">
                <a:solidFill>
                  <a:srgbClr val="52645A"/>
                </a:solidFill>
                <a:latin typeface="Arial"/>
                <a:ea typeface="Arial"/>
                <a:cs typeface="Arial"/>
              </a:defRPr>
            </a:lvl4pPr>
            <a:lvl5pPr algn="l">
              <a:defRPr sz="1500" b="0">
                <a:solidFill>
                  <a:srgbClr val="52645A"/>
                </a:solidFill>
                <a:latin typeface="Arial"/>
                <a:ea typeface="Arial"/>
                <a:cs typeface="Arial"/>
              </a:defRPr>
            </a:lvl5pPr>
            <a:lvl6pPr algn="l">
              <a:defRPr sz="1500" b="0">
                <a:solidFill>
                  <a:srgbClr val="52645A"/>
                </a:solidFill>
                <a:latin typeface="Arial"/>
                <a:ea typeface="Arial"/>
                <a:cs typeface="Arial"/>
              </a:defRPr>
            </a:lvl6pPr>
            <a:lvl7pPr algn="l">
              <a:defRPr sz="1500" b="0">
                <a:solidFill>
                  <a:srgbClr val="52645A"/>
                </a:solidFill>
                <a:latin typeface="Arial"/>
                <a:ea typeface="Arial"/>
                <a:cs typeface="Arial"/>
              </a:defRPr>
            </a:lvl7pPr>
            <a:lvl8pPr algn="l">
              <a:defRPr sz="1500" b="0">
                <a:solidFill>
                  <a:srgbClr val="52645A"/>
                </a:solidFill>
                <a:latin typeface="Arial"/>
                <a:ea typeface="Arial"/>
                <a:cs typeface="Arial"/>
              </a:defRPr>
            </a:lvl8pPr>
            <a:lvl9pPr algn="l">
              <a:defRPr sz="1500" b="0">
                <a:solidFill>
                  <a:srgbClr val="52645A"/>
                </a:solidFill>
                <a:latin typeface="Arial"/>
                <a:ea typeface="Arial"/>
                <a:cs typeface="Arial"/>
              </a:defRPr>
            </a:lvl9pPr>
          </a:lstStyle>
          <a:p xmlns:a="http://schemas.openxmlformats.org/drawingml/2006/main">
            <a:pPr algn="l">
              <a:defRPr sz="1500" b="0">
                <a:solidFill>
                  <a:srgbClr val="52645A"/>
                </a:solidFill>
                <a:latin typeface="Arial"/>
                <a:ea typeface="Arial"/>
                <a:cs typeface="Arial"/>
              </a:defRPr>
            </a:pPr>
            <a:r>
              <a:rPr sz="1500" b="0">
                <a:solidFill>
                  <a:srgbClr val="52645A"/>
                </a:solidFill>
                <a:latin typeface="Arial"/>
                <a:ea typeface="Arial"/>
                <a:cs typeface="Arial"/>
              </a:rPr>
              <a:t>Later question → retrieve the current review → cite its source</a:t>
            </a:r>
          </a:p>
        </p:txBody>
      </p:sp>
      <p:sp>
        <p:nvSpPr>
          <p:cNvPr id="23" name="text-92">
            <a:extLst xmlns:a="http://schemas.openxmlformats.org/drawingml/2006/main">
              <a:ext uri="{FF2B5EF4-FFF2-40B4-BE49-F238E27FC236}">
                <a16:creationId xmlns:a16="http://schemas.microsoft.com/office/drawing/2014/main" id="{6B416530-108E-477C-9EA1-D40F1333487A}"/>
              </a:ext>
            </a:extLst>
          </p:cNvPr>
          <p:cNvSpPr>
            <a:spLocks xmlns:a="http://schemas.openxmlformats.org/drawingml/2006/main" noGrp="1"/>
          </p:cNvSpPr>
          <p:nvPr/>
        </p:nvSpPr>
        <p:spPr>
          <a:xfrm xmlns:a="http://schemas.openxmlformats.org/drawingml/2006/main">
            <a:off x="8096250" y="5248275"/>
            <a:ext cx="34861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2645A"/>
                </a:solidFill>
                <a:latin typeface="Arial"/>
                <a:ea typeface="Arial"/>
                <a:cs typeface="Arial"/>
              </a:defRPr>
            </a:defPPr>
            <a:lvl1pPr algn="l">
              <a:defRPr sz="1650" b="0">
                <a:solidFill>
                  <a:srgbClr val="52645A"/>
                </a:solidFill>
                <a:latin typeface="Arial"/>
                <a:ea typeface="Arial"/>
                <a:cs typeface="Arial"/>
              </a:defRPr>
            </a:lvl1pPr>
            <a:lvl2pPr algn="l">
              <a:defRPr sz="1650" b="0">
                <a:solidFill>
                  <a:srgbClr val="52645A"/>
                </a:solidFill>
                <a:latin typeface="Arial"/>
                <a:ea typeface="Arial"/>
                <a:cs typeface="Arial"/>
              </a:defRPr>
            </a:lvl2pPr>
            <a:lvl3pPr algn="l">
              <a:defRPr sz="1650" b="0">
                <a:solidFill>
                  <a:srgbClr val="52645A"/>
                </a:solidFill>
                <a:latin typeface="Arial"/>
                <a:ea typeface="Arial"/>
                <a:cs typeface="Arial"/>
              </a:defRPr>
            </a:lvl3pPr>
            <a:lvl4pPr algn="l">
              <a:defRPr sz="1650" b="0">
                <a:solidFill>
                  <a:srgbClr val="52645A"/>
                </a:solidFill>
                <a:latin typeface="Arial"/>
                <a:ea typeface="Arial"/>
                <a:cs typeface="Arial"/>
              </a:defRPr>
            </a:lvl4pPr>
            <a:lvl5pPr algn="l">
              <a:defRPr sz="1650" b="0">
                <a:solidFill>
                  <a:srgbClr val="52645A"/>
                </a:solidFill>
                <a:latin typeface="Arial"/>
                <a:ea typeface="Arial"/>
                <a:cs typeface="Arial"/>
              </a:defRPr>
            </a:lvl5pPr>
            <a:lvl6pPr algn="l">
              <a:defRPr sz="1650" b="0">
                <a:solidFill>
                  <a:srgbClr val="52645A"/>
                </a:solidFill>
                <a:latin typeface="Arial"/>
                <a:ea typeface="Arial"/>
                <a:cs typeface="Arial"/>
              </a:defRPr>
            </a:lvl6pPr>
            <a:lvl7pPr algn="l">
              <a:defRPr sz="1650" b="0">
                <a:solidFill>
                  <a:srgbClr val="52645A"/>
                </a:solidFill>
                <a:latin typeface="Arial"/>
                <a:ea typeface="Arial"/>
                <a:cs typeface="Arial"/>
              </a:defRPr>
            </a:lvl7pPr>
            <a:lvl8pPr algn="l">
              <a:defRPr sz="1650" b="0">
                <a:solidFill>
                  <a:srgbClr val="52645A"/>
                </a:solidFill>
                <a:latin typeface="Arial"/>
                <a:ea typeface="Arial"/>
                <a:cs typeface="Arial"/>
              </a:defRPr>
            </a:lvl8pPr>
            <a:lvl9pPr algn="l">
              <a:defRPr sz="1650" b="0">
                <a:solidFill>
                  <a:srgbClr val="52645A"/>
                </a:solidFill>
                <a:latin typeface="Arial"/>
                <a:ea typeface="Arial"/>
                <a:cs typeface="Arial"/>
              </a:defRPr>
            </a:lvl9pPr>
          </a:lstStyle>
          <a:p xmlns:a="http://schemas.openxmlformats.org/drawingml/2006/main">
            <a:pPr algn="l">
              <a:defRPr sz="1650" b="0">
                <a:solidFill>
                  <a:srgbClr val="52645A"/>
                </a:solidFill>
                <a:latin typeface="Arial"/>
                <a:ea typeface="Arial"/>
                <a:cs typeface="Arial"/>
              </a:defRPr>
            </a:pPr>
            <a:r>
              <a:rPr sz="1650" b="0">
                <a:solidFill>
                  <a:srgbClr val="52645A"/>
                </a:solidFill>
                <a:latin typeface="Arial"/>
                <a:ea typeface="Arial"/>
                <a:cs typeface="Arial"/>
              </a:rPr>
              <a:t>Provider interfaces keep models,</a:t>
            </a:r>
          </a:p>
          <a:p xmlns:a="http://schemas.openxmlformats.org/drawingml/2006/main">
            <a:pPr algn="l">
              <a:defRPr sz="1650" b="0">
                <a:solidFill>
                  <a:srgbClr val="52645A"/>
                </a:solidFill>
                <a:latin typeface="Arial"/>
                <a:ea typeface="Arial"/>
                <a:cs typeface="Arial"/>
              </a:defRPr>
            </a:pPr>
            <a:r>
              <a:rPr sz="1650" b="0">
                <a:solidFill>
                  <a:srgbClr val="52645A"/>
                </a:solidFill>
                <a:latin typeface="Arial"/>
                <a:ea typeface="Arial"/>
                <a:cs typeface="Arial"/>
              </a:rPr>
              <a:t>references and memory replaceable.</a:t>
            </a:r>
          </a:p>
        </p:txBody>
      </p:sp>
    </p:spTree>
    <p:extLst>
      <p:ext uri="{BB962C8B-B14F-4D97-AF65-F5344CB8AC3E}">
        <p14:creationId xmlns:p14="http://schemas.microsoft.com/office/powerpoint/2010/main" val="55435806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93">
            <a:extLst xmlns:a="http://schemas.openxmlformats.org/drawingml/2006/main">
              <a:ext uri="{FF2B5EF4-FFF2-40B4-BE49-F238E27FC236}">
                <a16:creationId xmlns:a16="http://schemas.microsoft.com/office/drawing/2014/main" id="{47F51971-FD5F-4738-8EB9-8206C81782A4}"/>
              </a:ext>
            </a:extLst>
          </p:cNvPr>
          <p:cNvSpPr>
            <a:spLocks xmlns:a="http://schemas.openxmlformats.org/drawingml/2006/main" noGrp="1"/>
          </p:cNvSpPr>
          <p:nvPr/>
        </p:nvSpPr>
        <p:spPr>
          <a:xfrm xmlns:a="http://schemas.openxmlformats.org/drawingml/2006/main">
            <a:off x="609600" y="323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OBSERVED RESULTS</a:t>
            </a:r>
          </a:p>
        </p:txBody>
      </p:sp>
      <p:sp>
        <p:nvSpPr>
          <p:cNvPr id="2" name="block-94">
            <a:extLst xmlns:a="http://schemas.openxmlformats.org/drawingml/2006/main">
              <a:ext uri="{FF2B5EF4-FFF2-40B4-BE49-F238E27FC236}">
                <a16:creationId xmlns:a16="http://schemas.microsoft.com/office/drawing/2014/main" id="{0EF51AAB-4D4B-4A96-A91F-21C86A49ABE6}"/>
              </a:ext>
            </a:extLst>
          </p:cNvPr>
          <p:cNvSpPr>
            <a:spLocks xmlns:a="http://schemas.openxmlformats.org/drawingml/2006/main" noGrp="1"/>
          </p:cNvSpPr>
          <p:nvPr/>
        </p:nvSpPr>
        <p:spPr>
          <a:xfrm xmlns:a="http://schemas.openxmlformats.org/drawingml/2006/main">
            <a:off x="609600" y="6391275"/>
            <a:ext cx="10972800" cy="9525"/>
          </a:xfrm>
          <a:prstGeom xmlns:a="http://schemas.openxmlformats.org/drawingml/2006/main" prst="rect">
            <a:avLst/>
          </a:prstGeom>
          <a:solidFill xmlns:a="http://schemas.openxmlformats.org/drawingml/2006/main">
            <a:srgbClr val="D8E1D9"/>
          </a:solidFill>
          <a:ln xmlns:a="http://schemas.openxmlformats.org/drawingml/2006/main" w="0">
            <a:noFill/>
          </a:ln>
        </p:spPr>
      </p:sp>
      <p:sp>
        <p:nvSpPr>
          <p:cNvPr id="3" name="text-95">
            <a:extLst xmlns:a="http://schemas.openxmlformats.org/drawingml/2006/main">
              <a:ext uri="{FF2B5EF4-FFF2-40B4-BE49-F238E27FC236}">
                <a16:creationId xmlns:a16="http://schemas.microsoft.com/office/drawing/2014/main" id="{5F83E1F5-15DD-457D-88D2-786363E87F46}"/>
              </a:ext>
            </a:extLst>
          </p:cNvPr>
          <p:cNvSpPr>
            <a:spLocks xmlns:a="http://schemas.openxmlformats.org/drawingml/2006/main" noGrp="1"/>
          </p:cNvSpPr>
          <p:nvPr/>
        </p:nvSpPr>
        <p:spPr>
          <a:xfrm xmlns:a="http://schemas.openxmlformats.org/drawingml/2006/main">
            <a:off x="609600" y="6505575"/>
            <a:ext cx="876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2645A"/>
                </a:solidFill>
                <a:latin typeface="Arial"/>
                <a:ea typeface="Arial"/>
                <a:cs typeface="Arial"/>
              </a:defRPr>
            </a:defPPr>
            <a:lvl1pPr algn="l">
              <a:defRPr sz="825" b="0">
                <a:solidFill>
                  <a:srgbClr val="52645A"/>
                </a:solidFill>
                <a:latin typeface="Arial"/>
                <a:ea typeface="Arial"/>
                <a:cs typeface="Arial"/>
              </a:defRPr>
            </a:lvl1pPr>
            <a:lvl2pPr algn="l">
              <a:defRPr sz="825" b="0">
                <a:solidFill>
                  <a:srgbClr val="52645A"/>
                </a:solidFill>
                <a:latin typeface="Arial"/>
                <a:ea typeface="Arial"/>
                <a:cs typeface="Arial"/>
              </a:defRPr>
            </a:lvl2pPr>
            <a:lvl3pPr algn="l">
              <a:defRPr sz="825" b="0">
                <a:solidFill>
                  <a:srgbClr val="52645A"/>
                </a:solidFill>
                <a:latin typeface="Arial"/>
                <a:ea typeface="Arial"/>
                <a:cs typeface="Arial"/>
              </a:defRPr>
            </a:lvl3pPr>
            <a:lvl4pPr algn="l">
              <a:defRPr sz="825" b="0">
                <a:solidFill>
                  <a:srgbClr val="52645A"/>
                </a:solidFill>
                <a:latin typeface="Arial"/>
                <a:ea typeface="Arial"/>
                <a:cs typeface="Arial"/>
              </a:defRPr>
            </a:lvl4pPr>
            <a:lvl5pPr algn="l">
              <a:defRPr sz="825" b="0">
                <a:solidFill>
                  <a:srgbClr val="52645A"/>
                </a:solidFill>
                <a:latin typeface="Arial"/>
                <a:ea typeface="Arial"/>
                <a:cs typeface="Arial"/>
              </a:defRPr>
            </a:lvl5pPr>
            <a:lvl6pPr algn="l">
              <a:defRPr sz="825" b="0">
                <a:solidFill>
                  <a:srgbClr val="52645A"/>
                </a:solidFill>
                <a:latin typeface="Arial"/>
                <a:ea typeface="Arial"/>
                <a:cs typeface="Arial"/>
              </a:defRPr>
            </a:lvl6pPr>
            <a:lvl7pPr algn="l">
              <a:defRPr sz="825" b="0">
                <a:solidFill>
                  <a:srgbClr val="52645A"/>
                </a:solidFill>
                <a:latin typeface="Arial"/>
                <a:ea typeface="Arial"/>
                <a:cs typeface="Arial"/>
              </a:defRPr>
            </a:lvl7pPr>
            <a:lvl8pPr algn="l">
              <a:defRPr sz="825" b="0">
                <a:solidFill>
                  <a:srgbClr val="52645A"/>
                </a:solidFill>
                <a:latin typeface="Arial"/>
                <a:ea typeface="Arial"/>
                <a:cs typeface="Arial"/>
              </a:defRPr>
            </a:lvl8pPr>
            <a:lvl9pPr algn="l">
              <a:defRPr sz="825" b="0">
                <a:solidFill>
                  <a:srgbClr val="52645A"/>
                </a:solidFill>
                <a:latin typeface="Arial"/>
                <a:ea typeface="Arial"/>
                <a:cs typeface="Arial"/>
              </a:defRPr>
            </a:lvl9pPr>
          </a:lstStyle>
          <a:p xmlns:a="http://schemas.openxmlformats.org/drawingml/2006/main">
            <a:pPr algn="l">
              <a:defRPr sz="825" b="0">
                <a:solidFill>
                  <a:srgbClr val="52645A"/>
                </a:solidFill>
                <a:latin typeface="Arial"/>
                <a:ea typeface="Arial"/>
                <a:cs typeface="Arial"/>
              </a:defRPr>
            </a:pPr>
            <a:r>
              <a:rPr sz="825" b="0">
                <a:solidFill>
                  <a:srgbClr val="52645A"/>
                </a:solidFill>
                <a:latin typeface="Arial"/>
                <a:ea typeface="Arial"/>
                <a:cs typeface="Arial"/>
              </a:rPr>
              <a:t>CELLORAS  /  GENAI HACKATHON 2026</a:t>
            </a:r>
          </a:p>
        </p:txBody>
      </p:sp>
      <p:sp>
        <p:nvSpPr>
          <p:cNvPr id="4" name="text-96">
            <a:extLst xmlns:a="http://schemas.openxmlformats.org/drawingml/2006/main">
              <a:ext uri="{FF2B5EF4-FFF2-40B4-BE49-F238E27FC236}">
                <a16:creationId xmlns:a16="http://schemas.microsoft.com/office/drawing/2014/main" id="{AEA8B48E-297F-4479-8994-DBE59469BD96}"/>
              </a:ext>
            </a:extLst>
          </p:cNvPr>
          <p:cNvSpPr>
            <a:spLocks xmlns:a="http://schemas.openxmlformats.org/drawingml/2006/main" noGrp="1"/>
          </p:cNvSpPr>
          <p:nvPr/>
        </p:nvSpPr>
        <p:spPr>
          <a:xfrm xmlns:a="http://schemas.openxmlformats.org/drawingml/2006/main">
            <a:off x="11144250" y="6477000"/>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2645A"/>
                </a:solidFill>
                <a:latin typeface="Arial"/>
                <a:ea typeface="Arial"/>
                <a:cs typeface="Arial"/>
              </a:defRPr>
            </a:defPPr>
            <a:lvl1pPr algn="r">
              <a:defRPr sz="1050" b="0">
                <a:solidFill>
                  <a:srgbClr val="52645A"/>
                </a:solidFill>
                <a:latin typeface="Arial"/>
                <a:ea typeface="Arial"/>
                <a:cs typeface="Arial"/>
              </a:defRPr>
            </a:lvl1pPr>
            <a:lvl2pPr algn="r">
              <a:defRPr sz="1050" b="0">
                <a:solidFill>
                  <a:srgbClr val="52645A"/>
                </a:solidFill>
                <a:latin typeface="Arial"/>
                <a:ea typeface="Arial"/>
                <a:cs typeface="Arial"/>
              </a:defRPr>
            </a:lvl2pPr>
            <a:lvl3pPr algn="r">
              <a:defRPr sz="1050" b="0">
                <a:solidFill>
                  <a:srgbClr val="52645A"/>
                </a:solidFill>
                <a:latin typeface="Arial"/>
                <a:ea typeface="Arial"/>
                <a:cs typeface="Arial"/>
              </a:defRPr>
            </a:lvl3pPr>
            <a:lvl4pPr algn="r">
              <a:defRPr sz="1050" b="0">
                <a:solidFill>
                  <a:srgbClr val="52645A"/>
                </a:solidFill>
                <a:latin typeface="Arial"/>
                <a:ea typeface="Arial"/>
                <a:cs typeface="Arial"/>
              </a:defRPr>
            </a:lvl4pPr>
            <a:lvl5pPr algn="r">
              <a:defRPr sz="1050" b="0">
                <a:solidFill>
                  <a:srgbClr val="52645A"/>
                </a:solidFill>
                <a:latin typeface="Arial"/>
                <a:ea typeface="Arial"/>
                <a:cs typeface="Arial"/>
              </a:defRPr>
            </a:lvl5pPr>
            <a:lvl6pPr algn="r">
              <a:defRPr sz="1050" b="0">
                <a:solidFill>
                  <a:srgbClr val="52645A"/>
                </a:solidFill>
                <a:latin typeface="Arial"/>
                <a:ea typeface="Arial"/>
                <a:cs typeface="Arial"/>
              </a:defRPr>
            </a:lvl6pPr>
            <a:lvl7pPr algn="r">
              <a:defRPr sz="1050" b="0">
                <a:solidFill>
                  <a:srgbClr val="52645A"/>
                </a:solidFill>
                <a:latin typeface="Arial"/>
                <a:ea typeface="Arial"/>
                <a:cs typeface="Arial"/>
              </a:defRPr>
            </a:lvl7pPr>
            <a:lvl8pPr algn="r">
              <a:defRPr sz="1050" b="0">
                <a:solidFill>
                  <a:srgbClr val="52645A"/>
                </a:solidFill>
                <a:latin typeface="Arial"/>
                <a:ea typeface="Arial"/>
                <a:cs typeface="Arial"/>
              </a:defRPr>
            </a:lvl8pPr>
            <a:lvl9pPr algn="r">
              <a:defRPr sz="1050" b="0">
                <a:solidFill>
                  <a:srgbClr val="52645A"/>
                </a:solidFill>
                <a:latin typeface="Arial"/>
                <a:ea typeface="Arial"/>
                <a:cs typeface="Arial"/>
              </a:defRPr>
            </a:lvl9pPr>
          </a:lstStyle>
          <a:p xmlns:a="http://schemas.openxmlformats.org/drawingml/2006/main">
            <a:pPr algn="r">
              <a:defRPr sz="1050" b="0">
                <a:solidFill>
                  <a:srgbClr val="52645A"/>
                </a:solidFill>
                <a:latin typeface="Arial"/>
                <a:ea typeface="Arial"/>
                <a:cs typeface="Arial"/>
              </a:defRPr>
            </a:pPr>
            <a:r>
              <a:rPr sz="1050" b="0">
                <a:solidFill>
                  <a:srgbClr val="52645A"/>
                </a:solidFill>
                <a:latin typeface="Arial"/>
                <a:ea typeface="Arial"/>
                <a:cs typeface="Arial"/>
              </a:rPr>
              <a:t>08</a:t>
            </a:r>
          </a:p>
        </p:txBody>
      </p:sp>
      <p:sp>
        <p:nvSpPr>
          <p:cNvPr id="5" name="text-97">
            <a:extLst xmlns:a="http://schemas.openxmlformats.org/drawingml/2006/main">
              <a:ext uri="{FF2B5EF4-FFF2-40B4-BE49-F238E27FC236}">
                <a16:creationId xmlns:a16="http://schemas.microsoft.com/office/drawing/2014/main" id="{942AB708-B713-4016-9F56-F50A59AB0E89}"/>
              </a:ext>
            </a:extLst>
          </p:cNvPr>
          <p:cNvSpPr>
            <a:spLocks xmlns:a="http://schemas.openxmlformats.org/drawingml/2006/main" noGrp="1"/>
          </p:cNvSpPr>
          <p:nvPr/>
        </p:nvSpPr>
        <p:spPr>
          <a:xfrm xmlns:a="http://schemas.openxmlformats.org/drawingml/2006/main">
            <a:off x="609600" y="83820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4261A"/>
                </a:solidFill>
                <a:latin typeface="Arial"/>
                <a:ea typeface="Arial"/>
                <a:cs typeface="Arial"/>
              </a:defRPr>
            </a:defPPr>
            <a:lvl1pPr algn="l">
              <a:defRPr sz="3600" b="1">
                <a:solidFill>
                  <a:srgbClr val="14261A"/>
                </a:solidFill>
                <a:latin typeface="Arial"/>
                <a:ea typeface="Arial"/>
                <a:cs typeface="Arial"/>
              </a:defRPr>
            </a:lvl1pPr>
            <a:lvl2pPr algn="l">
              <a:defRPr sz="3600" b="1">
                <a:solidFill>
                  <a:srgbClr val="14261A"/>
                </a:solidFill>
                <a:latin typeface="Arial"/>
                <a:ea typeface="Arial"/>
                <a:cs typeface="Arial"/>
              </a:defRPr>
            </a:lvl2pPr>
            <a:lvl3pPr algn="l">
              <a:defRPr sz="3600" b="1">
                <a:solidFill>
                  <a:srgbClr val="14261A"/>
                </a:solidFill>
                <a:latin typeface="Arial"/>
                <a:ea typeface="Arial"/>
                <a:cs typeface="Arial"/>
              </a:defRPr>
            </a:lvl3pPr>
            <a:lvl4pPr algn="l">
              <a:defRPr sz="3600" b="1">
                <a:solidFill>
                  <a:srgbClr val="14261A"/>
                </a:solidFill>
                <a:latin typeface="Arial"/>
                <a:ea typeface="Arial"/>
                <a:cs typeface="Arial"/>
              </a:defRPr>
            </a:lvl4pPr>
            <a:lvl5pPr algn="l">
              <a:defRPr sz="3600" b="1">
                <a:solidFill>
                  <a:srgbClr val="14261A"/>
                </a:solidFill>
                <a:latin typeface="Arial"/>
                <a:ea typeface="Arial"/>
                <a:cs typeface="Arial"/>
              </a:defRPr>
            </a:lvl5pPr>
            <a:lvl6pPr algn="l">
              <a:defRPr sz="3600" b="1">
                <a:solidFill>
                  <a:srgbClr val="14261A"/>
                </a:solidFill>
                <a:latin typeface="Arial"/>
                <a:ea typeface="Arial"/>
                <a:cs typeface="Arial"/>
              </a:defRPr>
            </a:lvl6pPr>
            <a:lvl7pPr algn="l">
              <a:defRPr sz="3600" b="1">
                <a:solidFill>
                  <a:srgbClr val="14261A"/>
                </a:solidFill>
                <a:latin typeface="Arial"/>
                <a:ea typeface="Arial"/>
                <a:cs typeface="Arial"/>
              </a:defRPr>
            </a:lvl7pPr>
            <a:lvl8pPr algn="l">
              <a:defRPr sz="3600" b="1">
                <a:solidFill>
                  <a:srgbClr val="14261A"/>
                </a:solidFill>
                <a:latin typeface="Arial"/>
                <a:ea typeface="Arial"/>
                <a:cs typeface="Arial"/>
              </a:defRPr>
            </a:lvl8pPr>
            <a:lvl9pPr algn="l">
              <a:defRPr sz="3600" b="1">
                <a:solidFill>
                  <a:srgbClr val="14261A"/>
                </a:solidFill>
                <a:latin typeface="Arial"/>
                <a:ea typeface="Arial"/>
                <a:cs typeface="Arial"/>
              </a:defRPr>
            </a:lvl9pPr>
          </a:lstStyle>
          <a:p xmlns:a="http://schemas.openxmlformats.org/drawingml/2006/main">
            <a:pPr algn="l">
              <a:defRPr sz="3600" b="1">
                <a:solidFill>
                  <a:srgbClr val="14261A"/>
                </a:solidFill>
                <a:latin typeface="Arial"/>
                <a:ea typeface="Arial"/>
                <a:cs typeface="Arial"/>
              </a:defRPr>
            </a:pPr>
            <a:r>
              <a:rPr sz="3600" b="1">
                <a:solidFill>
                  <a:srgbClr val="14261A"/>
                </a:solidFill>
                <a:latin typeface="Arial"/>
                <a:ea typeface="Arial"/>
                <a:cs typeface="Arial"/>
              </a:rPr>
              <a:t>A working workflow, with visible limits.</a:t>
            </a:r>
          </a:p>
        </p:txBody>
      </p:sp>
      <p:sp>
        <p:nvSpPr>
          <p:cNvPr id="6" name="text-98">
            <a:extLst xmlns:a="http://schemas.openxmlformats.org/drawingml/2006/main">
              <a:ext uri="{FF2B5EF4-FFF2-40B4-BE49-F238E27FC236}">
                <a16:creationId xmlns:a16="http://schemas.microsoft.com/office/drawing/2014/main" id="{B5BE25DF-0C5A-4122-9269-D41053E4A840}"/>
              </a:ext>
            </a:extLst>
          </p:cNvPr>
          <p:cNvSpPr>
            <a:spLocks xmlns:a="http://schemas.openxmlformats.org/drawingml/2006/main" noGrp="1"/>
          </p:cNvSpPr>
          <p:nvPr/>
        </p:nvSpPr>
        <p:spPr>
          <a:xfrm xmlns:a="http://schemas.openxmlformats.org/drawingml/2006/main">
            <a:off x="609600" y="219075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4261A"/>
                </a:solidFill>
                <a:latin typeface="Arial"/>
                <a:ea typeface="Arial"/>
                <a:cs typeface="Arial"/>
              </a:defRPr>
            </a:defPPr>
            <a:lvl1pPr algn="l">
              <a:defRPr sz="1875" b="1">
                <a:solidFill>
                  <a:srgbClr val="14261A"/>
                </a:solidFill>
                <a:latin typeface="Arial"/>
                <a:ea typeface="Arial"/>
                <a:cs typeface="Arial"/>
              </a:defRPr>
            </a:lvl1pPr>
            <a:lvl2pPr algn="l">
              <a:defRPr sz="1875" b="1">
                <a:solidFill>
                  <a:srgbClr val="14261A"/>
                </a:solidFill>
                <a:latin typeface="Arial"/>
                <a:ea typeface="Arial"/>
                <a:cs typeface="Arial"/>
              </a:defRPr>
            </a:lvl2pPr>
            <a:lvl3pPr algn="l">
              <a:defRPr sz="1875" b="1">
                <a:solidFill>
                  <a:srgbClr val="14261A"/>
                </a:solidFill>
                <a:latin typeface="Arial"/>
                <a:ea typeface="Arial"/>
                <a:cs typeface="Arial"/>
              </a:defRPr>
            </a:lvl3pPr>
            <a:lvl4pPr algn="l">
              <a:defRPr sz="1875" b="1">
                <a:solidFill>
                  <a:srgbClr val="14261A"/>
                </a:solidFill>
                <a:latin typeface="Arial"/>
                <a:ea typeface="Arial"/>
                <a:cs typeface="Arial"/>
              </a:defRPr>
            </a:lvl4pPr>
            <a:lvl5pPr algn="l">
              <a:defRPr sz="1875" b="1">
                <a:solidFill>
                  <a:srgbClr val="14261A"/>
                </a:solidFill>
                <a:latin typeface="Arial"/>
                <a:ea typeface="Arial"/>
                <a:cs typeface="Arial"/>
              </a:defRPr>
            </a:lvl5pPr>
            <a:lvl6pPr algn="l">
              <a:defRPr sz="1875" b="1">
                <a:solidFill>
                  <a:srgbClr val="14261A"/>
                </a:solidFill>
                <a:latin typeface="Arial"/>
                <a:ea typeface="Arial"/>
                <a:cs typeface="Arial"/>
              </a:defRPr>
            </a:lvl6pPr>
            <a:lvl7pPr algn="l">
              <a:defRPr sz="1875" b="1">
                <a:solidFill>
                  <a:srgbClr val="14261A"/>
                </a:solidFill>
                <a:latin typeface="Arial"/>
                <a:ea typeface="Arial"/>
                <a:cs typeface="Arial"/>
              </a:defRPr>
            </a:lvl7pPr>
            <a:lvl8pPr algn="l">
              <a:defRPr sz="1875" b="1">
                <a:solidFill>
                  <a:srgbClr val="14261A"/>
                </a:solidFill>
                <a:latin typeface="Arial"/>
                <a:ea typeface="Arial"/>
                <a:cs typeface="Arial"/>
              </a:defRPr>
            </a:lvl8pPr>
            <a:lvl9pPr algn="l">
              <a:defRPr sz="1875" b="1">
                <a:solidFill>
                  <a:srgbClr val="14261A"/>
                </a:solidFill>
                <a:latin typeface="Arial"/>
                <a:ea typeface="Arial"/>
                <a:cs typeface="Arial"/>
              </a:defRPr>
            </a:lvl9pPr>
          </a:lstStyle>
          <a:p xmlns:a="http://schemas.openxmlformats.org/drawingml/2006/main">
            <a:pPr algn="l">
              <a:defRPr sz="1875" b="1">
                <a:solidFill>
                  <a:srgbClr val="14261A"/>
                </a:solidFill>
                <a:latin typeface="Arial"/>
                <a:ea typeface="Arial"/>
                <a:cs typeface="Arial"/>
              </a:defRPr>
            </a:pPr>
            <a:r>
              <a:rPr sz="1875" b="1">
                <a:solidFill>
                  <a:srgbClr val="14261A"/>
                </a:solidFill>
                <a:latin typeface="Arial"/>
                <a:ea typeface="Arial"/>
                <a:cs typeface="Arial"/>
              </a:rPr>
              <a:t>12 groups in the soybean demo</a:t>
            </a:r>
          </a:p>
        </p:txBody>
      </p:sp>
      <p:graphicFrame>
        <p:nvGraphicFramePr>
          <p:cNvPr id="7" name="Chart">
            <a:extLst xmlns:a="http://schemas.openxmlformats.org/drawingml/2006/main">
              <a:ext uri="{FF2B5EF4-FFF2-40B4-BE49-F238E27FC236}">
                <a16:creationId xmlns:a16="http://schemas.microsoft.com/office/drawing/2014/main" id="{3F5F4AE7-D2F0-4F41-85F5-DC8EF6A712E3}"/>
              </a:ext>
            </a:extLst>
          </p:cNvPr>
          <p:cNvGraphicFramePr/>
          <p:nvPr/>
        </p:nvGraphicFramePr>
        <p:xfrm>
          <a:off xmlns:a="http://schemas.openxmlformats.org/drawingml/2006/main" x="514350" y="2781300"/>
          <a:ext xmlns:a="http://schemas.openxmlformats.org/drawingml/2006/main" cx="5524500" cy="2895600"/>
        </p:xfrm>
        <a:graphic xmlns:a="http://schemas.openxmlformats.org/drawingml/2006/main">
          <a:graphicData uri="http://schemas.openxmlformats.org/drawingml/2006/chart">
            <c:chart xmlns:r="http://schemas.openxmlformats.org/officeDocument/2006/relationships" xmlns:c="http://schemas.openxmlformats.org/drawingml/2006/chart" r:id="Ra745d0539a734856"/>
          </a:graphicData>
        </a:graphic>
      </p:graphicFrame>
      <p:sp>
        <p:nvSpPr>
          <p:cNvPr id="8" name="block-99">
            <a:extLst xmlns:a="http://schemas.openxmlformats.org/drawingml/2006/main">
              <a:ext uri="{FF2B5EF4-FFF2-40B4-BE49-F238E27FC236}">
                <a16:creationId xmlns:a16="http://schemas.microsoft.com/office/drawing/2014/main" id="{A51BE07A-86EC-45F7-9A6B-1B8171991811}"/>
              </a:ext>
            </a:extLst>
          </p:cNvPr>
          <p:cNvSpPr>
            <a:spLocks xmlns:a="http://schemas.openxmlformats.org/drawingml/2006/main" noGrp="1"/>
          </p:cNvSpPr>
          <p:nvPr/>
        </p:nvSpPr>
        <p:spPr>
          <a:xfrm xmlns:a="http://schemas.openxmlformats.org/drawingml/2006/main">
            <a:off x="6581775" y="2257425"/>
            <a:ext cx="9525" cy="3457575"/>
          </a:xfrm>
          <a:prstGeom xmlns:a="http://schemas.openxmlformats.org/drawingml/2006/main" prst="rect">
            <a:avLst/>
          </a:prstGeom>
          <a:solidFill xmlns:a="http://schemas.openxmlformats.org/drawingml/2006/main">
            <a:srgbClr val="D8E1D9"/>
          </a:solidFill>
          <a:ln xmlns:a="http://schemas.openxmlformats.org/drawingml/2006/main" w="0">
            <a:noFill/>
          </a:ln>
        </p:spPr>
      </p:sp>
      <p:sp>
        <p:nvSpPr>
          <p:cNvPr id="9" name="text-100">
            <a:extLst xmlns:a="http://schemas.openxmlformats.org/drawingml/2006/main">
              <a:ext uri="{FF2B5EF4-FFF2-40B4-BE49-F238E27FC236}">
                <a16:creationId xmlns:a16="http://schemas.microsoft.com/office/drawing/2014/main" id="{683B32F3-4B99-40E3-8846-A1DE60A723F2}"/>
              </a:ext>
            </a:extLst>
          </p:cNvPr>
          <p:cNvSpPr>
            <a:spLocks xmlns:a="http://schemas.openxmlformats.org/drawingml/2006/main" noGrp="1"/>
          </p:cNvSpPr>
          <p:nvPr/>
        </p:nvSpPr>
        <p:spPr>
          <a:xfrm xmlns:a="http://schemas.openxmlformats.org/drawingml/2006/main">
            <a:off x="7077075" y="2209800"/>
            <a:ext cx="4381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1B5E20"/>
                </a:solidFill>
                <a:latin typeface="Arial"/>
                <a:ea typeface="Arial"/>
                <a:cs typeface="Arial"/>
              </a:defRPr>
            </a:defPPr>
            <a:lvl1pPr algn="l">
              <a:defRPr sz="4800" b="1">
                <a:solidFill>
                  <a:srgbClr val="1B5E20"/>
                </a:solidFill>
                <a:latin typeface="Arial"/>
                <a:ea typeface="Arial"/>
                <a:cs typeface="Arial"/>
              </a:defRPr>
            </a:lvl1pPr>
            <a:lvl2pPr algn="l">
              <a:defRPr sz="4800" b="1">
                <a:solidFill>
                  <a:srgbClr val="1B5E20"/>
                </a:solidFill>
                <a:latin typeface="Arial"/>
                <a:ea typeface="Arial"/>
                <a:cs typeface="Arial"/>
              </a:defRPr>
            </a:lvl2pPr>
            <a:lvl3pPr algn="l">
              <a:defRPr sz="4800" b="1">
                <a:solidFill>
                  <a:srgbClr val="1B5E20"/>
                </a:solidFill>
                <a:latin typeface="Arial"/>
                <a:ea typeface="Arial"/>
                <a:cs typeface="Arial"/>
              </a:defRPr>
            </a:lvl3pPr>
            <a:lvl4pPr algn="l">
              <a:defRPr sz="4800" b="1">
                <a:solidFill>
                  <a:srgbClr val="1B5E20"/>
                </a:solidFill>
                <a:latin typeface="Arial"/>
                <a:ea typeface="Arial"/>
                <a:cs typeface="Arial"/>
              </a:defRPr>
            </a:lvl4pPr>
            <a:lvl5pPr algn="l">
              <a:defRPr sz="4800" b="1">
                <a:solidFill>
                  <a:srgbClr val="1B5E20"/>
                </a:solidFill>
                <a:latin typeface="Arial"/>
                <a:ea typeface="Arial"/>
                <a:cs typeface="Arial"/>
              </a:defRPr>
            </a:lvl5pPr>
            <a:lvl6pPr algn="l">
              <a:defRPr sz="4800" b="1">
                <a:solidFill>
                  <a:srgbClr val="1B5E20"/>
                </a:solidFill>
                <a:latin typeface="Arial"/>
                <a:ea typeface="Arial"/>
                <a:cs typeface="Arial"/>
              </a:defRPr>
            </a:lvl6pPr>
            <a:lvl7pPr algn="l">
              <a:defRPr sz="4800" b="1">
                <a:solidFill>
                  <a:srgbClr val="1B5E20"/>
                </a:solidFill>
                <a:latin typeface="Arial"/>
                <a:ea typeface="Arial"/>
                <a:cs typeface="Arial"/>
              </a:defRPr>
            </a:lvl7pPr>
            <a:lvl8pPr algn="l">
              <a:defRPr sz="4800" b="1">
                <a:solidFill>
                  <a:srgbClr val="1B5E20"/>
                </a:solidFill>
                <a:latin typeface="Arial"/>
                <a:ea typeface="Arial"/>
                <a:cs typeface="Arial"/>
              </a:defRPr>
            </a:lvl8pPr>
            <a:lvl9pPr algn="l">
              <a:defRPr sz="4800" b="1">
                <a:solidFill>
                  <a:srgbClr val="1B5E20"/>
                </a:solidFill>
                <a:latin typeface="Arial"/>
                <a:ea typeface="Arial"/>
                <a:cs typeface="Arial"/>
              </a:defRPr>
            </a:lvl9pPr>
          </a:lstStyle>
          <a:p xmlns:a="http://schemas.openxmlformats.org/drawingml/2006/main">
            <a:pPr algn="l">
              <a:defRPr sz="4800" b="1">
                <a:solidFill>
                  <a:srgbClr val="1B5E20"/>
                </a:solidFill>
                <a:latin typeface="Arial"/>
                <a:ea typeface="Arial"/>
                <a:cs typeface="Arial"/>
              </a:defRPr>
            </a:pPr>
            <a:r>
              <a:rPr sz="4800" b="1">
                <a:solidFill>
                  <a:srgbClr val="1B5E20"/>
                </a:solidFill>
                <a:latin typeface="Arial"/>
                <a:ea typeface="Arial"/>
                <a:cs typeface="Arial"/>
              </a:rPr>
              <a:t>2,952</a:t>
            </a:r>
          </a:p>
        </p:txBody>
      </p:sp>
      <p:sp>
        <p:nvSpPr>
          <p:cNvPr id="10" name="text-101">
            <a:extLst xmlns:a="http://schemas.openxmlformats.org/drawingml/2006/main">
              <a:ext uri="{FF2B5EF4-FFF2-40B4-BE49-F238E27FC236}">
                <a16:creationId xmlns:a16="http://schemas.microsoft.com/office/drawing/2014/main" id="{1B2716CA-9D56-43D7-9C92-5E9CEDC29964}"/>
              </a:ext>
            </a:extLst>
          </p:cNvPr>
          <p:cNvSpPr>
            <a:spLocks xmlns:a="http://schemas.openxmlformats.org/drawingml/2006/main" noGrp="1"/>
          </p:cNvSpPr>
          <p:nvPr/>
        </p:nvSpPr>
        <p:spPr>
          <a:xfrm xmlns:a="http://schemas.openxmlformats.org/drawingml/2006/main">
            <a:off x="7115175" y="3038475"/>
            <a:ext cx="428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4261A"/>
                </a:solidFill>
                <a:latin typeface="Arial"/>
                <a:ea typeface="Arial"/>
                <a:cs typeface="Arial"/>
              </a:defRPr>
            </a:defPPr>
            <a:lvl1pPr algn="l">
              <a:defRPr sz="1875" b="1">
                <a:solidFill>
                  <a:srgbClr val="14261A"/>
                </a:solidFill>
                <a:latin typeface="Arial"/>
                <a:ea typeface="Arial"/>
                <a:cs typeface="Arial"/>
              </a:defRPr>
            </a:lvl1pPr>
            <a:lvl2pPr algn="l">
              <a:defRPr sz="1875" b="1">
                <a:solidFill>
                  <a:srgbClr val="14261A"/>
                </a:solidFill>
                <a:latin typeface="Arial"/>
                <a:ea typeface="Arial"/>
                <a:cs typeface="Arial"/>
              </a:defRPr>
            </a:lvl2pPr>
            <a:lvl3pPr algn="l">
              <a:defRPr sz="1875" b="1">
                <a:solidFill>
                  <a:srgbClr val="14261A"/>
                </a:solidFill>
                <a:latin typeface="Arial"/>
                <a:ea typeface="Arial"/>
                <a:cs typeface="Arial"/>
              </a:defRPr>
            </a:lvl3pPr>
            <a:lvl4pPr algn="l">
              <a:defRPr sz="1875" b="1">
                <a:solidFill>
                  <a:srgbClr val="14261A"/>
                </a:solidFill>
                <a:latin typeface="Arial"/>
                <a:ea typeface="Arial"/>
                <a:cs typeface="Arial"/>
              </a:defRPr>
            </a:lvl4pPr>
            <a:lvl5pPr algn="l">
              <a:defRPr sz="1875" b="1">
                <a:solidFill>
                  <a:srgbClr val="14261A"/>
                </a:solidFill>
                <a:latin typeface="Arial"/>
                <a:ea typeface="Arial"/>
                <a:cs typeface="Arial"/>
              </a:defRPr>
            </a:lvl5pPr>
            <a:lvl6pPr algn="l">
              <a:defRPr sz="1875" b="1">
                <a:solidFill>
                  <a:srgbClr val="14261A"/>
                </a:solidFill>
                <a:latin typeface="Arial"/>
                <a:ea typeface="Arial"/>
                <a:cs typeface="Arial"/>
              </a:defRPr>
            </a:lvl6pPr>
            <a:lvl7pPr algn="l">
              <a:defRPr sz="1875" b="1">
                <a:solidFill>
                  <a:srgbClr val="14261A"/>
                </a:solidFill>
                <a:latin typeface="Arial"/>
                <a:ea typeface="Arial"/>
                <a:cs typeface="Arial"/>
              </a:defRPr>
            </a:lvl7pPr>
            <a:lvl8pPr algn="l">
              <a:defRPr sz="1875" b="1">
                <a:solidFill>
                  <a:srgbClr val="14261A"/>
                </a:solidFill>
                <a:latin typeface="Arial"/>
                <a:ea typeface="Arial"/>
                <a:cs typeface="Arial"/>
              </a:defRPr>
            </a:lvl8pPr>
            <a:lvl9pPr algn="l">
              <a:defRPr sz="1875" b="1">
                <a:solidFill>
                  <a:srgbClr val="14261A"/>
                </a:solidFill>
                <a:latin typeface="Arial"/>
                <a:ea typeface="Arial"/>
                <a:cs typeface="Arial"/>
              </a:defRPr>
            </a:lvl9pPr>
          </a:lstStyle>
          <a:p xmlns:a="http://schemas.openxmlformats.org/drawingml/2006/main">
            <a:pPr algn="l">
              <a:defRPr sz="1875" b="1">
                <a:solidFill>
                  <a:srgbClr val="14261A"/>
                </a:solidFill>
                <a:latin typeface="Arial"/>
                <a:ea typeface="Arial"/>
                <a:cs typeface="Arial"/>
              </a:defRPr>
            </a:pPr>
            <a:r>
              <a:rPr sz="1875" b="1">
                <a:solidFill>
                  <a:srgbClr val="14261A"/>
                </a:solidFill>
                <a:latin typeface="Arial"/>
                <a:ea typeface="Arial"/>
                <a:cs typeface="Arial"/>
              </a:rPr>
              <a:t>numerical comparisons passed</a:t>
            </a:r>
          </a:p>
        </p:txBody>
      </p:sp>
      <p:sp>
        <p:nvSpPr>
          <p:cNvPr id="11" name="text-102">
            <a:extLst xmlns:a="http://schemas.openxmlformats.org/drawingml/2006/main">
              <a:ext uri="{FF2B5EF4-FFF2-40B4-BE49-F238E27FC236}">
                <a16:creationId xmlns:a16="http://schemas.microsoft.com/office/drawing/2014/main" id="{11911818-1E1E-414C-993B-DA02539DE62A}"/>
              </a:ext>
            </a:extLst>
          </p:cNvPr>
          <p:cNvSpPr>
            <a:spLocks xmlns:a="http://schemas.openxmlformats.org/drawingml/2006/main" noGrp="1"/>
          </p:cNvSpPr>
          <p:nvPr/>
        </p:nvSpPr>
        <p:spPr>
          <a:xfrm xmlns:a="http://schemas.openxmlformats.org/drawingml/2006/main">
            <a:off x="7115175" y="3505200"/>
            <a:ext cx="4286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2645A"/>
                </a:solidFill>
                <a:latin typeface="Arial"/>
                <a:ea typeface="Arial"/>
                <a:cs typeface="Arial"/>
              </a:defRPr>
            </a:defPPr>
            <a:lvl1pPr algn="l">
              <a:defRPr sz="1650" b="0">
                <a:solidFill>
                  <a:srgbClr val="52645A"/>
                </a:solidFill>
                <a:latin typeface="Arial"/>
                <a:ea typeface="Arial"/>
                <a:cs typeface="Arial"/>
              </a:defRPr>
            </a:lvl1pPr>
            <a:lvl2pPr algn="l">
              <a:defRPr sz="1650" b="0">
                <a:solidFill>
                  <a:srgbClr val="52645A"/>
                </a:solidFill>
                <a:latin typeface="Arial"/>
                <a:ea typeface="Arial"/>
                <a:cs typeface="Arial"/>
              </a:defRPr>
            </a:lvl2pPr>
            <a:lvl3pPr algn="l">
              <a:defRPr sz="1650" b="0">
                <a:solidFill>
                  <a:srgbClr val="52645A"/>
                </a:solidFill>
                <a:latin typeface="Arial"/>
                <a:ea typeface="Arial"/>
                <a:cs typeface="Arial"/>
              </a:defRPr>
            </a:lvl3pPr>
            <a:lvl4pPr algn="l">
              <a:defRPr sz="1650" b="0">
                <a:solidFill>
                  <a:srgbClr val="52645A"/>
                </a:solidFill>
                <a:latin typeface="Arial"/>
                <a:ea typeface="Arial"/>
                <a:cs typeface="Arial"/>
              </a:defRPr>
            </a:lvl4pPr>
            <a:lvl5pPr algn="l">
              <a:defRPr sz="1650" b="0">
                <a:solidFill>
                  <a:srgbClr val="52645A"/>
                </a:solidFill>
                <a:latin typeface="Arial"/>
                <a:ea typeface="Arial"/>
                <a:cs typeface="Arial"/>
              </a:defRPr>
            </a:lvl5pPr>
            <a:lvl6pPr algn="l">
              <a:defRPr sz="1650" b="0">
                <a:solidFill>
                  <a:srgbClr val="52645A"/>
                </a:solidFill>
                <a:latin typeface="Arial"/>
                <a:ea typeface="Arial"/>
                <a:cs typeface="Arial"/>
              </a:defRPr>
            </a:lvl6pPr>
            <a:lvl7pPr algn="l">
              <a:defRPr sz="1650" b="0">
                <a:solidFill>
                  <a:srgbClr val="52645A"/>
                </a:solidFill>
                <a:latin typeface="Arial"/>
                <a:ea typeface="Arial"/>
                <a:cs typeface="Arial"/>
              </a:defRPr>
            </a:lvl7pPr>
            <a:lvl8pPr algn="l">
              <a:defRPr sz="1650" b="0">
                <a:solidFill>
                  <a:srgbClr val="52645A"/>
                </a:solidFill>
                <a:latin typeface="Arial"/>
                <a:ea typeface="Arial"/>
                <a:cs typeface="Arial"/>
              </a:defRPr>
            </a:lvl8pPr>
            <a:lvl9pPr algn="l">
              <a:defRPr sz="1650" b="0">
                <a:solidFill>
                  <a:srgbClr val="52645A"/>
                </a:solidFill>
                <a:latin typeface="Arial"/>
                <a:ea typeface="Arial"/>
                <a:cs typeface="Arial"/>
              </a:defRPr>
            </a:lvl9pPr>
          </a:lstStyle>
          <a:p xmlns:a="http://schemas.openxmlformats.org/drawingml/2006/main">
            <a:pPr algn="l">
              <a:defRPr sz="1650" b="0">
                <a:solidFill>
                  <a:srgbClr val="52645A"/>
                </a:solidFill>
                <a:latin typeface="Arial"/>
                <a:ea typeface="Arial"/>
                <a:cs typeface="Arial"/>
              </a:defRPr>
            </a:pPr>
            <a:r>
              <a:rPr sz="1650" b="0">
                <a:solidFill>
                  <a:srgbClr val="52645A"/>
                </a:solidFill>
                <a:latin typeface="Arial"/>
                <a:ea typeface="Arial"/>
                <a:cs typeface="Arial"/>
              </a:rPr>
              <a:t>Independent implementation check</a:t>
            </a:r>
          </a:p>
          <a:p xmlns:a="http://schemas.openxmlformats.org/drawingml/2006/main">
            <a:pPr algn="l">
              <a:defRPr sz="1650" b="0">
                <a:solidFill>
                  <a:srgbClr val="52645A"/>
                </a:solidFill>
                <a:latin typeface="Arial"/>
                <a:ea typeface="Arial"/>
                <a:cs typeface="Arial"/>
              </a:defRPr>
            </a:pPr>
            <a:r>
              <a:rPr sz="1650" b="0">
                <a:solidFill>
                  <a:srgbClr val="52645A"/>
                </a:solidFill>
                <a:latin typeface="Arial"/>
                <a:ea typeface="Arial"/>
                <a:cs typeface="Arial"/>
              </a:rPr>
              <a:t>against the actual count data.</a:t>
            </a:r>
          </a:p>
        </p:txBody>
      </p:sp>
      <p:sp>
        <p:nvSpPr>
          <p:cNvPr id="12" name="text-103">
            <a:extLst xmlns:a="http://schemas.openxmlformats.org/drawingml/2006/main">
              <a:ext uri="{FF2B5EF4-FFF2-40B4-BE49-F238E27FC236}">
                <a16:creationId xmlns:a16="http://schemas.microsoft.com/office/drawing/2014/main" id="{230B4B41-055C-4C4E-8253-3D583C30FB6A}"/>
              </a:ext>
            </a:extLst>
          </p:cNvPr>
          <p:cNvSpPr>
            <a:spLocks xmlns:a="http://schemas.openxmlformats.org/drawingml/2006/main" noGrp="1"/>
          </p:cNvSpPr>
          <p:nvPr/>
        </p:nvSpPr>
        <p:spPr>
          <a:xfrm xmlns:a="http://schemas.openxmlformats.org/drawingml/2006/main">
            <a:off x="7115175" y="4533900"/>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4261A"/>
                </a:solidFill>
                <a:latin typeface="Arial"/>
                <a:ea typeface="Arial"/>
                <a:cs typeface="Arial"/>
              </a:defRPr>
            </a:defPPr>
            <a:lvl1pPr algn="l">
              <a:defRPr sz="1875" b="1">
                <a:solidFill>
                  <a:srgbClr val="14261A"/>
                </a:solidFill>
                <a:latin typeface="Arial"/>
                <a:ea typeface="Arial"/>
                <a:cs typeface="Arial"/>
              </a:defRPr>
            </a:lvl1pPr>
            <a:lvl2pPr algn="l">
              <a:defRPr sz="1875" b="1">
                <a:solidFill>
                  <a:srgbClr val="14261A"/>
                </a:solidFill>
                <a:latin typeface="Arial"/>
                <a:ea typeface="Arial"/>
                <a:cs typeface="Arial"/>
              </a:defRPr>
            </a:lvl2pPr>
            <a:lvl3pPr algn="l">
              <a:defRPr sz="1875" b="1">
                <a:solidFill>
                  <a:srgbClr val="14261A"/>
                </a:solidFill>
                <a:latin typeface="Arial"/>
                <a:ea typeface="Arial"/>
                <a:cs typeface="Arial"/>
              </a:defRPr>
            </a:lvl3pPr>
            <a:lvl4pPr algn="l">
              <a:defRPr sz="1875" b="1">
                <a:solidFill>
                  <a:srgbClr val="14261A"/>
                </a:solidFill>
                <a:latin typeface="Arial"/>
                <a:ea typeface="Arial"/>
                <a:cs typeface="Arial"/>
              </a:defRPr>
            </a:lvl4pPr>
            <a:lvl5pPr algn="l">
              <a:defRPr sz="1875" b="1">
                <a:solidFill>
                  <a:srgbClr val="14261A"/>
                </a:solidFill>
                <a:latin typeface="Arial"/>
                <a:ea typeface="Arial"/>
                <a:cs typeface="Arial"/>
              </a:defRPr>
            </a:lvl5pPr>
            <a:lvl6pPr algn="l">
              <a:defRPr sz="1875" b="1">
                <a:solidFill>
                  <a:srgbClr val="14261A"/>
                </a:solidFill>
                <a:latin typeface="Arial"/>
                <a:ea typeface="Arial"/>
                <a:cs typeface="Arial"/>
              </a:defRPr>
            </a:lvl6pPr>
            <a:lvl7pPr algn="l">
              <a:defRPr sz="1875" b="1">
                <a:solidFill>
                  <a:srgbClr val="14261A"/>
                </a:solidFill>
                <a:latin typeface="Arial"/>
                <a:ea typeface="Arial"/>
                <a:cs typeface="Arial"/>
              </a:defRPr>
            </a:lvl7pPr>
            <a:lvl8pPr algn="l">
              <a:defRPr sz="1875" b="1">
                <a:solidFill>
                  <a:srgbClr val="14261A"/>
                </a:solidFill>
                <a:latin typeface="Arial"/>
                <a:ea typeface="Arial"/>
                <a:cs typeface="Arial"/>
              </a:defRPr>
            </a:lvl8pPr>
            <a:lvl9pPr algn="l">
              <a:defRPr sz="1875" b="1">
                <a:solidFill>
                  <a:srgbClr val="14261A"/>
                </a:solidFill>
                <a:latin typeface="Arial"/>
                <a:ea typeface="Arial"/>
                <a:cs typeface="Arial"/>
              </a:defRPr>
            </a:lvl9pPr>
          </a:lstStyle>
          <a:p xmlns:a="http://schemas.openxmlformats.org/drawingml/2006/main">
            <a:pPr algn="l">
              <a:defRPr sz="1875" b="1">
                <a:solidFill>
                  <a:srgbClr val="14261A"/>
                </a:solidFill>
                <a:latin typeface="Arial"/>
                <a:ea typeface="Arial"/>
                <a:cs typeface="Arial"/>
              </a:defRPr>
            </a:pPr>
            <a:r>
              <a:rPr sz="1875" b="1">
                <a:solidFill>
                  <a:srgbClr val="14261A"/>
                </a:solidFill>
                <a:latin typeface="Arial"/>
                <a:ea typeface="Arial"/>
                <a:cs typeface="Arial"/>
              </a:rPr>
              <a:t>Live sponsor workflow passed</a:t>
            </a:r>
          </a:p>
        </p:txBody>
      </p:sp>
      <p:sp>
        <p:nvSpPr>
          <p:cNvPr id="13" name="text-104">
            <a:extLst xmlns:a="http://schemas.openxmlformats.org/drawingml/2006/main">
              <a:ext uri="{FF2B5EF4-FFF2-40B4-BE49-F238E27FC236}">
                <a16:creationId xmlns:a16="http://schemas.microsoft.com/office/drawing/2014/main" id="{149B64CA-D91C-4B5F-BD32-A4E7EEE83096}"/>
              </a:ext>
            </a:extLst>
          </p:cNvPr>
          <p:cNvSpPr>
            <a:spLocks xmlns:a="http://schemas.openxmlformats.org/drawingml/2006/main" noGrp="1"/>
          </p:cNvSpPr>
          <p:nvPr/>
        </p:nvSpPr>
        <p:spPr>
          <a:xfrm xmlns:a="http://schemas.openxmlformats.org/drawingml/2006/main">
            <a:off x="7115175" y="5000625"/>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2645A"/>
                </a:solidFill>
                <a:latin typeface="Arial"/>
                <a:ea typeface="Arial"/>
                <a:cs typeface="Arial"/>
              </a:defRPr>
            </a:defPPr>
            <a:lvl1pPr algn="l">
              <a:defRPr sz="1650" b="0">
                <a:solidFill>
                  <a:srgbClr val="52645A"/>
                </a:solidFill>
                <a:latin typeface="Arial"/>
                <a:ea typeface="Arial"/>
                <a:cs typeface="Arial"/>
              </a:defRPr>
            </a:lvl1pPr>
            <a:lvl2pPr algn="l">
              <a:defRPr sz="1650" b="0">
                <a:solidFill>
                  <a:srgbClr val="52645A"/>
                </a:solidFill>
                <a:latin typeface="Arial"/>
                <a:ea typeface="Arial"/>
                <a:cs typeface="Arial"/>
              </a:defRPr>
            </a:lvl2pPr>
            <a:lvl3pPr algn="l">
              <a:defRPr sz="1650" b="0">
                <a:solidFill>
                  <a:srgbClr val="52645A"/>
                </a:solidFill>
                <a:latin typeface="Arial"/>
                <a:ea typeface="Arial"/>
                <a:cs typeface="Arial"/>
              </a:defRPr>
            </a:lvl3pPr>
            <a:lvl4pPr algn="l">
              <a:defRPr sz="1650" b="0">
                <a:solidFill>
                  <a:srgbClr val="52645A"/>
                </a:solidFill>
                <a:latin typeface="Arial"/>
                <a:ea typeface="Arial"/>
                <a:cs typeface="Arial"/>
              </a:defRPr>
            </a:lvl4pPr>
            <a:lvl5pPr algn="l">
              <a:defRPr sz="1650" b="0">
                <a:solidFill>
                  <a:srgbClr val="52645A"/>
                </a:solidFill>
                <a:latin typeface="Arial"/>
                <a:ea typeface="Arial"/>
                <a:cs typeface="Arial"/>
              </a:defRPr>
            </a:lvl5pPr>
            <a:lvl6pPr algn="l">
              <a:defRPr sz="1650" b="0">
                <a:solidFill>
                  <a:srgbClr val="52645A"/>
                </a:solidFill>
                <a:latin typeface="Arial"/>
                <a:ea typeface="Arial"/>
                <a:cs typeface="Arial"/>
              </a:defRPr>
            </a:lvl6pPr>
            <a:lvl7pPr algn="l">
              <a:defRPr sz="1650" b="0">
                <a:solidFill>
                  <a:srgbClr val="52645A"/>
                </a:solidFill>
                <a:latin typeface="Arial"/>
                <a:ea typeface="Arial"/>
                <a:cs typeface="Arial"/>
              </a:defRPr>
            </a:lvl7pPr>
            <a:lvl8pPr algn="l">
              <a:defRPr sz="1650" b="0">
                <a:solidFill>
                  <a:srgbClr val="52645A"/>
                </a:solidFill>
                <a:latin typeface="Arial"/>
                <a:ea typeface="Arial"/>
                <a:cs typeface="Arial"/>
              </a:defRPr>
            </a:lvl8pPr>
            <a:lvl9pPr algn="l">
              <a:defRPr sz="1650" b="0">
                <a:solidFill>
                  <a:srgbClr val="52645A"/>
                </a:solidFill>
                <a:latin typeface="Arial"/>
                <a:ea typeface="Arial"/>
                <a:cs typeface="Arial"/>
              </a:defRPr>
            </a:lvl9pPr>
          </a:lstStyle>
          <a:p xmlns:a="http://schemas.openxmlformats.org/drawingml/2006/main">
            <a:pPr algn="l">
              <a:defRPr sz="1650" b="0">
                <a:solidFill>
                  <a:srgbClr val="52645A"/>
                </a:solidFill>
                <a:latin typeface="Arial"/>
                <a:ea typeface="Arial"/>
                <a:cs typeface="Arial"/>
              </a:defRPr>
            </a:pPr>
            <a:r>
              <a:rPr sz="1650" b="0">
                <a:solidFill>
                  <a:srgbClr val="52645A"/>
                </a:solidFill>
                <a:latin typeface="Arial"/>
                <a:ea typeface="Arial"/>
                <a:cs typeface="Arial"/>
              </a:rPr>
              <a:t>Annotation → evidence → review</a:t>
            </a:r>
          </a:p>
          <a:p xmlns:a="http://schemas.openxmlformats.org/drawingml/2006/main">
            <a:pPr algn="l">
              <a:defRPr sz="1650" b="0">
                <a:solidFill>
                  <a:srgbClr val="52645A"/>
                </a:solidFill>
                <a:latin typeface="Arial"/>
                <a:ea typeface="Arial"/>
                <a:cs typeface="Arial"/>
              </a:defRPr>
            </a:pPr>
            <a:r>
              <a:rPr sz="1650" b="0">
                <a:solidFill>
                  <a:srgbClr val="52645A"/>
                </a:solidFill>
                <a:latin typeface="Arial"/>
                <a:ea typeface="Arial"/>
                <a:cs typeface="Arial"/>
              </a:rPr>
              <a:t>→ H-MEM recall and correction</a:t>
            </a:r>
          </a:p>
        </p:txBody>
      </p:sp>
      <p:sp>
        <p:nvSpPr>
          <p:cNvPr id="14" name="text-105">
            <a:extLst xmlns:a="http://schemas.openxmlformats.org/drawingml/2006/main">
              <a:ext uri="{FF2B5EF4-FFF2-40B4-BE49-F238E27FC236}">
                <a16:creationId xmlns:a16="http://schemas.microsoft.com/office/drawing/2014/main" id="{E24E99E3-FB0B-4B12-811C-BB7B36D641B7}"/>
              </a:ext>
            </a:extLst>
          </p:cNvPr>
          <p:cNvSpPr>
            <a:spLocks xmlns:a="http://schemas.openxmlformats.org/drawingml/2006/main" noGrp="1"/>
          </p:cNvSpPr>
          <p:nvPr/>
        </p:nvSpPr>
        <p:spPr>
          <a:xfrm xmlns:a="http://schemas.openxmlformats.org/drawingml/2006/main">
            <a:off x="609600" y="59340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2645A"/>
                </a:solidFill>
                <a:latin typeface="Arial"/>
                <a:ea typeface="Arial"/>
                <a:cs typeface="Arial"/>
              </a:defRPr>
            </a:defPPr>
            <a:lvl1pPr algn="l">
              <a:defRPr sz="1425" b="0">
                <a:solidFill>
                  <a:srgbClr val="52645A"/>
                </a:solidFill>
                <a:latin typeface="Arial"/>
                <a:ea typeface="Arial"/>
                <a:cs typeface="Arial"/>
              </a:defRPr>
            </a:lvl1pPr>
            <a:lvl2pPr algn="l">
              <a:defRPr sz="1425" b="0">
                <a:solidFill>
                  <a:srgbClr val="52645A"/>
                </a:solidFill>
                <a:latin typeface="Arial"/>
                <a:ea typeface="Arial"/>
                <a:cs typeface="Arial"/>
              </a:defRPr>
            </a:lvl2pPr>
            <a:lvl3pPr algn="l">
              <a:defRPr sz="1425" b="0">
                <a:solidFill>
                  <a:srgbClr val="52645A"/>
                </a:solidFill>
                <a:latin typeface="Arial"/>
                <a:ea typeface="Arial"/>
                <a:cs typeface="Arial"/>
              </a:defRPr>
            </a:lvl3pPr>
            <a:lvl4pPr algn="l">
              <a:defRPr sz="1425" b="0">
                <a:solidFill>
                  <a:srgbClr val="52645A"/>
                </a:solidFill>
                <a:latin typeface="Arial"/>
                <a:ea typeface="Arial"/>
                <a:cs typeface="Arial"/>
              </a:defRPr>
            </a:lvl4pPr>
            <a:lvl5pPr algn="l">
              <a:defRPr sz="1425" b="0">
                <a:solidFill>
                  <a:srgbClr val="52645A"/>
                </a:solidFill>
                <a:latin typeface="Arial"/>
                <a:ea typeface="Arial"/>
                <a:cs typeface="Arial"/>
              </a:defRPr>
            </a:lvl5pPr>
            <a:lvl6pPr algn="l">
              <a:defRPr sz="1425" b="0">
                <a:solidFill>
                  <a:srgbClr val="52645A"/>
                </a:solidFill>
                <a:latin typeface="Arial"/>
                <a:ea typeface="Arial"/>
                <a:cs typeface="Arial"/>
              </a:defRPr>
            </a:lvl6pPr>
            <a:lvl7pPr algn="l">
              <a:defRPr sz="1425" b="0">
                <a:solidFill>
                  <a:srgbClr val="52645A"/>
                </a:solidFill>
                <a:latin typeface="Arial"/>
                <a:ea typeface="Arial"/>
                <a:cs typeface="Arial"/>
              </a:defRPr>
            </a:lvl7pPr>
            <a:lvl8pPr algn="l">
              <a:defRPr sz="1425" b="0">
                <a:solidFill>
                  <a:srgbClr val="52645A"/>
                </a:solidFill>
                <a:latin typeface="Arial"/>
                <a:ea typeface="Arial"/>
                <a:cs typeface="Arial"/>
              </a:defRPr>
            </a:lvl8pPr>
            <a:lvl9pPr algn="l">
              <a:defRPr sz="1425" b="0">
                <a:solidFill>
                  <a:srgbClr val="52645A"/>
                </a:solidFill>
                <a:latin typeface="Arial"/>
                <a:ea typeface="Arial"/>
                <a:cs typeface="Arial"/>
              </a:defRPr>
            </a:lvl9pPr>
          </a:lstStyle>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These are exploratory suggestions. Independent biological validation is next.</a:t>
            </a:r>
          </a:p>
        </p:txBody>
      </p:sp>
    </p:spTree>
    <p:extLst>
      <p:ext uri="{BB962C8B-B14F-4D97-AF65-F5344CB8AC3E}">
        <p14:creationId xmlns:p14="http://schemas.microsoft.com/office/powerpoint/2010/main" val="1494102897"/>
      </p:ext>
    </p:extLst>
  </p:cSld>
</p:sld>
</file>

<file path=ppt/slides/slide9.xml><?xml version="1.0" encoding="utf-8"?>
<p:sld xmlns:p="http://schemas.openxmlformats.org/presentationml/2006/main">
  <p:cSld>
    <p:bg>
      <p:bgPr>
        <a:solidFill xmlns:a="http://schemas.openxmlformats.org/drawingml/2006/main">
          <a:srgbClr val="1B5E20"/>
        </a:solidFill>
      </p:bgPr>
    </p:bg>
    <p:spTree>
      <p:nvGrpSpPr>
        <p:cNvPr id="1" name=""/>
        <p:cNvGrpSpPr/>
        <p:nvPr/>
      </p:nvGrpSpPr>
      <p:grpSpPr>
        <a:xfrm xmlns:a="http://schemas.openxmlformats.org/drawingml/2006/main"/>
      </p:grpSpPr>
      <p:sp>
        <p:nvSpPr>
          <p:cNvPr id="17" name="text-106">
            <a:extLst xmlns:a="http://schemas.openxmlformats.org/drawingml/2006/main">
              <a:ext uri="{FF2B5EF4-FFF2-40B4-BE49-F238E27FC236}">
                <a16:creationId xmlns:a16="http://schemas.microsoft.com/office/drawing/2014/main" id="{19066B8A-DBE5-42D3-A60E-D0A5F4D6A0E4}"/>
              </a:ext>
            </a:extLst>
          </p:cNvPr>
          <p:cNvSpPr>
            <a:spLocks xmlns:a="http://schemas.openxmlformats.org/drawingml/2006/main" noGrp="1"/>
          </p:cNvSpPr>
          <p:nvPr/>
        </p:nvSpPr>
        <p:spPr>
          <a:xfrm xmlns:a="http://schemas.openxmlformats.org/drawingml/2006/main">
            <a:off x="609600" y="323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D1E4D1"/>
                </a:solidFill>
                <a:latin typeface="Arial"/>
                <a:ea typeface="Arial"/>
                <a:cs typeface="Arial"/>
              </a:defRPr>
            </a:defPPr>
            <a:lvl1pPr algn="l">
              <a:defRPr sz="1050" b="1">
                <a:solidFill>
                  <a:srgbClr val="D1E4D1"/>
                </a:solidFill>
                <a:latin typeface="Arial"/>
                <a:ea typeface="Arial"/>
                <a:cs typeface="Arial"/>
              </a:defRPr>
            </a:lvl1pPr>
            <a:lvl2pPr algn="l">
              <a:defRPr sz="1050" b="1">
                <a:solidFill>
                  <a:srgbClr val="D1E4D1"/>
                </a:solidFill>
                <a:latin typeface="Arial"/>
                <a:ea typeface="Arial"/>
                <a:cs typeface="Arial"/>
              </a:defRPr>
            </a:lvl2pPr>
            <a:lvl3pPr algn="l">
              <a:defRPr sz="1050" b="1">
                <a:solidFill>
                  <a:srgbClr val="D1E4D1"/>
                </a:solidFill>
                <a:latin typeface="Arial"/>
                <a:ea typeface="Arial"/>
                <a:cs typeface="Arial"/>
              </a:defRPr>
            </a:lvl3pPr>
            <a:lvl4pPr algn="l">
              <a:defRPr sz="1050" b="1">
                <a:solidFill>
                  <a:srgbClr val="D1E4D1"/>
                </a:solidFill>
                <a:latin typeface="Arial"/>
                <a:ea typeface="Arial"/>
                <a:cs typeface="Arial"/>
              </a:defRPr>
            </a:lvl4pPr>
            <a:lvl5pPr algn="l">
              <a:defRPr sz="1050" b="1">
                <a:solidFill>
                  <a:srgbClr val="D1E4D1"/>
                </a:solidFill>
                <a:latin typeface="Arial"/>
                <a:ea typeface="Arial"/>
                <a:cs typeface="Arial"/>
              </a:defRPr>
            </a:lvl5pPr>
            <a:lvl6pPr algn="l">
              <a:defRPr sz="1050" b="1">
                <a:solidFill>
                  <a:srgbClr val="D1E4D1"/>
                </a:solidFill>
                <a:latin typeface="Arial"/>
                <a:ea typeface="Arial"/>
                <a:cs typeface="Arial"/>
              </a:defRPr>
            </a:lvl6pPr>
            <a:lvl7pPr algn="l">
              <a:defRPr sz="1050" b="1">
                <a:solidFill>
                  <a:srgbClr val="D1E4D1"/>
                </a:solidFill>
                <a:latin typeface="Arial"/>
                <a:ea typeface="Arial"/>
                <a:cs typeface="Arial"/>
              </a:defRPr>
            </a:lvl7pPr>
            <a:lvl8pPr algn="l">
              <a:defRPr sz="1050" b="1">
                <a:solidFill>
                  <a:srgbClr val="D1E4D1"/>
                </a:solidFill>
                <a:latin typeface="Arial"/>
                <a:ea typeface="Arial"/>
                <a:cs typeface="Arial"/>
              </a:defRPr>
            </a:lvl8pPr>
            <a:lvl9pPr algn="l">
              <a:defRPr sz="1050" b="1">
                <a:solidFill>
                  <a:srgbClr val="D1E4D1"/>
                </a:solidFill>
                <a:latin typeface="Arial"/>
                <a:ea typeface="Arial"/>
                <a:cs typeface="Arial"/>
              </a:defRPr>
            </a:lvl9pPr>
          </a:lstStyle>
          <a:p xmlns:a="http://schemas.openxmlformats.org/drawingml/2006/main">
            <a:pPr algn="l">
              <a:defRPr sz="1050" b="1">
                <a:solidFill>
                  <a:srgbClr val="D1E4D1"/>
                </a:solidFill>
                <a:latin typeface="Arial"/>
                <a:ea typeface="Arial"/>
                <a:cs typeface="Arial"/>
              </a:defRPr>
            </a:pPr>
            <a:r>
              <a:rPr sz="1050" b="1">
                <a:solidFill>
                  <a:srgbClr val="D1E4D1"/>
                </a:solidFill>
                <a:latin typeface="Arial"/>
                <a:ea typeface="Arial"/>
                <a:cs typeface="Arial"/>
              </a:rPr>
              <a:t>WHAT COMES NEXT</a:t>
            </a:r>
          </a:p>
        </p:txBody>
      </p:sp>
      <p:sp>
        <p:nvSpPr>
          <p:cNvPr id="2" name="block-107">
            <a:extLst xmlns:a="http://schemas.openxmlformats.org/drawingml/2006/main">
              <a:ext uri="{FF2B5EF4-FFF2-40B4-BE49-F238E27FC236}">
                <a16:creationId xmlns:a16="http://schemas.microsoft.com/office/drawing/2014/main" id="{A386F8E9-DED0-46A1-91A9-0CFC5B9AA8CD}"/>
              </a:ext>
            </a:extLst>
          </p:cNvPr>
          <p:cNvSpPr>
            <a:spLocks xmlns:a="http://schemas.openxmlformats.org/drawingml/2006/main" noGrp="1"/>
          </p:cNvSpPr>
          <p:nvPr/>
        </p:nvSpPr>
        <p:spPr>
          <a:xfrm xmlns:a="http://schemas.openxmlformats.org/drawingml/2006/main">
            <a:off x="609600" y="6391275"/>
            <a:ext cx="10972800" cy="9525"/>
          </a:xfrm>
          <a:prstGeom xmlns:a="http://schemas.openxmlformats.org/drawingml/2006/main" prst="rect">
            <a:avLst/>
          </a:prstGeom>
          <a:solidFill xmlns:a="http://schemas.openxmlformats.org/drawingml/2006/main">
            <a:srgbClr val="477C4B"/>
          </a:solidFill>
          <a:ln xmlns:a="http://schemas.openxmlformats.org/drawingml/2006/main" w="0">
            <a:noFill/>
          </a:ln>
        </p:spPr>
      </p:sp>
      <p:sp>
        <p:nvSpPr>
          <p:cNvPr id="3" name="text-108">
            <a:extLst xmlns:a="http://schemas.openxmlformats.org/drawingml/2006/main">
              <a:ext uri="{FF2B5EF4-FFF2-40B4-BE49-F238E27FC236}">
                <a16:creationId xmlns:a16="http://schemas.microsoft.com/office/drawing/2014/main" id="{358D58DB-7FD9-4FD4-997E-081BD825C472}"/>
              </a:ext>
            </a:extLst>
          </p:cNvPr>
          <p:cNvSpPr>
            <a:spLocks xmlns:a="http://schemas.openxmlformats.org/drawingml/2006/main" noGrp="1"/>
          </p:cNvSpPr>
          <p:nvPr/>
        </p:nvSpPr>
        <p:spPr>
          <a:xfrm xmlns:a="http://schemas.openxmlformats.org/drawingml/2006/main">
            <a:off x="609600" y="6505575"/>
            <a:ext cx="876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D1E4D1"/>
                </a:solidFill>
                <a:latin typeface="Arial"/>
                <a:ea typeface="Arial"/>
                <a:cs typeface="Arial"/>
              </a:defRPr>
            </a:defPPr>
            <a:lvl1pPr algn="l">
              <a:defRPr sz="825" b="0">
                <a:solidFill>
                  <a:srgbClr val="D1E4D1"/>
                </a:solidFill>
                <a:latin typeface="Arial"/>
                <a:ea typeface="Arial"/>
                <a:cs typeface="Arial"/>
              </a:defRPr>
            </a:lvl1pPr>
            <a:lvl2pPr algn="l">
              <a:defRPr sz="825" b="0">
                <a:solidFill>
                  <a:srgbClr val="D1E4D1"/>
                </a:solidFill>
                <a:latin typeface="Arial"/>
                <a:ea typeface="Arial"/>
                <a:cs typeface="Arial"/>
              </a:defRPr>
            </a:lvl2pPr>
            <a:lvl3pPr algn="l">
              <a:defRPr sz="825" b="0">
                <a:solidFill>
                  <a:srgbClr val="D1E4D1"/>
                </a:solidFill>
                <a:latin typeface="Arial"/>
                <a:ea typeface="Arial"/>
                <a:cs typeface="Arial"/>
              </a:defRPr>
            </a:lvl3pPr>
            <a:lvl4pPr algn="l">
              <a:defRPr sz="825" b="0">
                <a:solidFill>
                  <a:srgbClr val="D1E4D1"/>
                </a:solidFill>
                <a:latin typeface="Arial"/>
                <a:ea typeface="Arial"/>
                <a:cs typeface="Arial"/>
              </a:defRPr>
            </a:lvl4pPr>
            <a:lvl5pPr algn="l">
              <a:defRPr sz="825" b="0">
                <a:solidFill>
                  <a:srgbClr val="D1E4D1"/>
                </a:solidFill>
                <a:latin typeface="Arial"/>
                <a:ea typeface="Arial"/>
                <a:cs typeface="Arial"/>
              </a:defRPr>
            </a:lvl5pPr>
            <a:lvl6pPr algn="l">
              <a:defRPr sz="825" b="0">
                <a:solidFill>
                  <a:srgbClr val="D1E4D1"/>
                </a:solidFill>
                <a:latin typeface="Arial"/>
                <a:ea typeface="Arial"/>
                <a:cs typeface="Arial"/>
              </a:defRPr>
            </a:lvl6pPr>
            <a:lvl7pPr algn="l">
              <a:defRPr sz="825" b="0">
                <a:solidFill>
                  <a:srgbClr val="D1E4D1"/>
                </a:solidFill>
                <a:latin typeface="Arial"/>
                <a:ea typeface="Arial"/>
                <a:cs typeface="Arial"/>
              </a:defRPr>
            </a:lvl7pPr>
            <a:lvl8pPr algn="l">
              <a:defRPr sz="825" b="0">
                <a:solidFill>
                  <a:srgbClr val="D1E4D1"/>
                </a:solidFill>
                <a:latin typeface="Arial"/>
                <a:ea typeface="Arial"/>
                <a:cs typeface="Arial"/>
              </a:defRPr>
            </a:lvl8pPr>
            <a:lvl9pPr algn="l">
              <a:defRPr sz="825" b="0">
                <a:solidFill>
                  <a:srgbClr val="D1E4D1"/>
                </a:solidFill>
                <a:latin typeface="Arial"/>
                <a:ea typeface="Arial"/>
                <a:cs typeface="Arial"/>
              </a:defRPr>
            </a:lvl9pPr>
          </a:lstStyle>
          <a:p xmlns:a="http://schemas.openxmlformats.org/drawingml/2006/main">
            <a:pPr algn="l">
              <a:defRPr sz="825" b="0">
                <a:solidFill>
                  <a:srgbClr val="D1E4D1"/>
                </a:solidFill>
                <a:latin typeface="Arial"/>
                <a:ea typeface="Arial"/>
                <a:cs typeface="Arial"/>
              </a:defRPr>
            </a:pPr>
            <a:r>
              <a:rPr sz="825" b="0">
                <a:solidFill>
                  <a:srgbClr val="D1E4D1"/>
                </a:solidFill>
                <a:latin typeface="Arial"/>
                <a:ea typeface="Arial"/>
                <a:cs typeface="Arial"/>
              </a:rPr>
              <a:t>CELLORAS  /  GENAI HACKATHON 2026</a:t>
            </a:r>
          </a:p>
        </p:txBody>
      </p:sp>
      <p:sp>
        <p:nvSpPr>
          <p:cNvPr id="4" name="text-109">
            <a:extLst xmlns:a="http://schemas.openxmlformats.org/drawingml/2006/main">
              <a:ext uri="{FF2B5EF4-FFF2-40B4-BE49-F238E27FC236}">
                <a16:creationId xmlns:a16="http://schemas.microsoft.com/office/drawing/2014/main" id="{FAE3C5AD-8472-4398-B9C9-B41627CDDC56}"/>
              </a:ext>
            </a:extLst>
          </p:cNvPr>
          <p:cNvSpPr>
            <a:spLocks xmlns:a="http://schemas.openxmlformats.org/drawingml/2006/main" noGrp="1"/>
          </p:cNvSpPr>
          <p:nvPr/>
        </p:nvSpPr>
        <p:spPr>
          <a:xfrm xmlns:a="http://schemas.openxmlformats.org/drawingml/2006/main">
            <a:off x="11144250" y="6477000"/>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FFFFFF"/>
                </a:solidFill>
                <a:latin typeface="Arial"/>
                <a:ea typeface="Arial"/>
                <a:cs typeface="Arial"/>
              </a:defRPr>
            </a:defPPr>
            <a:lvl1pPr algn="r">
              <a:defRPr sz="1050" b="0">
                <a:solidFill>
                  <a:srgbClr val="FFFFFF"/>
                </a:solidFill>
                <a:latin typeface="Arial"/>
                <a:ea typeface="Arial"/>
                <a:cs typeface="Arial"/>
              </a:defRPr>
            </a:lvl1pPr>
            <a:lvl2pPr algn="r">
              <a:defRPr sz="1050" b="0">
                <a:solidFill>
                  <a:srgbClr val="FFFFFF"/>
                </a:solidFill>
                <a:latin typeface="Arial"/>
                <a:ea typeface="Arial"/>
                <a:cs typeface="Arial"/>
              </a:defRPr>
            </a:lvl2pPr>
            <a:lvl3pPr algn="r">
              <a:defRPr sz="1050" b="0">
                <a:solidFill>
                  <a:srgbClr val="FFFFFF"/>
                </a:solidFill>
                <a:latin typeface="Arial"/>
                <a:ea typeface="Arial"/>
                <a:cs typeface="Arial"/>
              </a:defRPr>
            </a:lvl3pPr>
            <a:lvl4pPr algn="r">
              <a:defRPr sz="1050" b="0">
                <a:solidFill>
                  <a:srgbClr val="FFFFFF"/>
                </a:solidFill>
                <a:latin typeface="Arial"/>
                <a:ea typeface="Arial"/>
                <a:cs typeface="Arial"/>
              </a:defRPr>
            </a:lvl4pPr>
            <a:lvl5pPr algn="r">
              <a:defRPr sz="1050" b="0">
                <a:solidFill>
                  <a:srgbClr val="FFFFFF"/>
                </a:solidFill>
                <a:latin typeface="Arial"/>
                <a:ea typeface="Arial"/>
                <a:cs typeface="Arial"/>
              </a:defRPr>
            </a:lvl5pPr>
            <a:lvl6pPr algn="r">
              <a:defRPr sz="1050" b="0">
                <a:solidFill>
                  <a:srgbClr val="FFFFFF"/>
                </a:solidFill>
                <a:latin typeface="Arial"/>
                <a:ea typeface="Arial"/>
                <a:cs typeface="Arial"/>
              </a:defRPr>
            </a:lvl6pPr>
            <a:lvl7pPr algn="r">
              <a:defRPr sz="1050" b="0">
                <a:solidFill>
                  <a:srgbClr val="FFFFFF"/>
                </a:solidFill>
                <a:latin typeface="Arial"/>
                <a:ea typeface="Arial"/>
                <a:cs typeface="Arial"/>
              </a:defRPr>
            </a:lvl7pPr>
            <a:lvl8pPr algn="r">
              <a:defRPr sz="1050" b="0">
                <a:solidFill>
                  <a:srgbClr val="FFFFFF"/>
                </a:solidFill>
                <a:latin typeface="Arial"/>
                <a:ea typeface="Arial"/>
                <a:cs typeface="Arial"/>
              </a:defRPr>
            </a:lvl8pPr>
            <a:lvl9pPr algn="r">
              <a:defRPr sz="1050" b="0">
                <a:solidFill>
                  <a:srgbClr val="FFFFFF"/>
                </a:solidFill>
                <a:latin typeface="Arial"/>
                <a:ea typeface="Arial"/>
                <a:cs typeface="Arial"/>
              </a:defRPr>
            </a:lvl9pPr>
          </a:lstStyle>
          <a:p xmlns:a="http://schemas.openxmlformats.org/drawingml/2006/main">
            <a:pPr algn="r">
              <a:defRPr sz="1050" b="0">
                <a:solidFill>
                  <a:srgbClr val="FFFFFF"/>
                </a:solidFill>
                <a:latin typeface="Arial"/>
                <a:ea typeface="Arial"/>
                <a:cs typeface="Arial"/>
              </a:defRPr>
            </a:pPr>
            <a:r>
              <a:rPr sz="1050" b="0">
                <a:solidFill>
                  <a:srgbClr val="FFFFFF"/>
                </a:solidFill>
                <a:latin typeface="Arial"/>
                <a:ea typeface="Arial"/>
                <a:cs typeface="Arial"/>
              </a:rPr>
              <a:t>09</a:t>
            </a:r>
          </a:p>
        </p:txBody>
      </p:sp>
      <p:sp>
        <p:nvSpPr>
          <p:cNvPr id="5" name="text-110">
            <a:extLst xmlns:a="http://schemas.openxmlformats.org/drawingml/2006/main">
              <a:ext uri="{FF2B5EF4-FFF2-40B4-BE49-F238E27FC236}">
                <a16:creationId xmlns:a16="http://schemas.microsoft.com/office/drawing/2014/main" id="{A2CFA63E-DBB2-44FE-B46C-2BF8CAB2CBCE}"/>
              </a:ext>
            </a:extLst>
          </p:cNvPr>
          <p:cNvSpPr>
            <a:spLocks xmlns:a="http://schemas.openxmlformats.org/drawingml/2006/main" noGrp="1"/>
          </p:cNvSpPr>
          <p:nvPr/>
        </p:nvSpPr>
        <p:spPr>
          <a:xfrm xmlns:a="http://schemas.openxmlformats.org/drawingml/2006/main">
            <a:off x="609600" y="952500"/>
            <a:ext cx="10668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FFFFFF"/>
                </a:solidFill>
                <a:latin typeface="Arial"/>
                <a:ea typeface="Arial"/>
                <a:cs typeface="Arial"/>
              </a:defRPr>
            </a:defPPr>
            <a:lvl1pPr algn="l">
              <a:defRPr sz="4650" b="1">
                <a:solidFill>
                  <a:srgbClr val="FFFFFF"/>
                </a:solidFill>
                <a:latin typeface="Arial"/>
                <a:ea typeface="Arial"/>
                <a:cs typeface="Arial"/>
              </a:defRPr>
            </a:lvl1pPr>
            <a:lvl2pPr algn="l">
              <a:defRPr sz="4650" b="1">
                <a:solidFill>
                  <a:srgbClr val="FFFFFF"/>
                </a:solidFill>
                <a:latin typeface="Arial"/>
                <a:ea typeface="Arial"/>
                <a:cs typeface="Arial"/>
              </a:defRPr>
            </a:lvl2pPr>
            <a:lvl3pPr algn="l">
              <a:defRPr sz="4650" b="1">
                <a:solidFill>
                  <a:srgbClr val="FFFFFF"/>
                </a:solidFill>
                <a:latin typeface="Arial"/>
                <a:ea typeface="Arial"/>
                <a:cs typeface="Arial"/>
              </a:defRPr>
            </a:lvl3pPr>
            <a:lvl4pPr algn="l">
              <a:defRPr sz="4650" b="1">
                <a:solidFill>
                  <a:srgbClr val="FFFFFF"/>
                </a:solidFill>
                <a:latin typeface="Arial"/>
                <a:ea typeface="Arial"/>
                <a:cs typeface="Arial"/>
              </a:defRPr>
            </a:lvl4pPr>
            <a:lvl5pPr algn="l">
              <a:defRPr sz="4650" b="1">
                <a:solidFill>
                  <a:srgbClr val="FFFFFF"/>
                </a:solidFill>
                <a:latin typeface="Arial"/>
                <a:ea typeface="Arial"/>
                <a:cs typeface="Arial"/>
              </a:defRPr>
            </a:lvl5pPr>
            <a:lvl6pPr algn="l">
              <a:defRPr sz="4650" b="1">
                <a:solidFill>
                  <a:srgbClr val="FFFFFF"/>
                </a:solidFill>
                <a:latin typeface="Arial"/>
                <a:ea typeface="Arial"/>
                <a:cs typeface="Arial"/>
              </a:defRPr>
            </a:lvl6pPr>
            <a:lvl7pPr algn="l">
              <a:defRPr sz="4650" b="1">
                <a:solidFill>
                  <a:srgbClr val="FFFFFF"/>
                </a:solidFill>
                <a:latin typeface="Arial"/>
                <a:ea typeface="Arial"/>
                <a:cs typeface="Arial"/>
              </a:defRPr>
            </a:lvl7pPr>
            <a:lvl8pPr algn="l">
              <a:defRPr sz="4650" b="1">
                <a:solidFill>
                  <a:srgbClr val="FFFFFF"/>
                </a:solidFill>
                <a:latin typeface="Arial"/>
                <a:ea typeface="Arial"/>
                <a:cs typeface="Arial"/>
              </a:defRPr>
            </a:lvl8pPr>
            <a:lvl9pPr algn="l">
              <a:defRPr sz="4650" b="1">
                <a:solidFill>
                  <a:srgbClr val="FFFFFF"/>
                </a:solidFill>
                <a:latin typeface="Arial"/>
                <a:ea typeface="Arial"/>
                <a:cs typeface="Arial"/>
              </a:defRPr>
            </a:lvl9pPr>
          </a:lstStyle>
          <a:p xmlns:a="http://schemas.openxmlformats.org/drawingml/2006/main">
            <a:pPr algn="l">
              <a:defRPr sz="4650" b="1">
                <a:solidFill>
                  <a:srgbClr val="FFFFFF"/>
                </a:solidFill>
                <a:latin typeface="Arial"/>
                <a:ea typeface="Arial"/>
                <a:cs typeface="Arial"/>
              </a:defRPr>
            </a:pPr>
            <a:r>
              <a:rPr sz="4650" b="1">
                <a:solidFill>
                  <a:srgbClr val="FFFFFF"/>
                </a:solidFill>
                <a:latin typeface="Arial"/>
                <a:ea typeface="Arial"/>
                <a:cs typeface="Arial"/>
              </a:rPr>
              <a:t>Soybean first.</a:t>
            </a:r>
          </a:p>
          <a:p xmlns:a="http://schemas.openxmlformats.org/drawingml/2006/main">
            <a:pPr algn="l">
              <a:defRPr sz="4650" b="1">
                <a:solidFill>
                  <a:srgbClr val="FFFFFF"/>
                </a:solidFill>
                <a:latin typeface="Arial"/>
                <a:ea typeface="Arial"/>
                <a:cs typeface="Arial"/>
              </a:defRPr>
            </a:pPr>
            <a:r>
              <a:rPr sz="4650" b="1">
                <a:solidFill>
                  <a:srgbClr val="FFFFFF"/>
                </a:solidFill>
                <a:latin typeface="Arial"/>
                <a:ea typeface="Arial"/>
                <a:cs typeface="Arial"/>
              </a:rPr>
              <a:t>Other plants next.</a:t>
            </a:r>
          </a:p>
        </p:txBody>
      </p:sp>
      <p:sp>
        <p:nvSpPr>
          <p:cNvPr id="6" name="text-111">
            <a:extLst xmlns:a="http://schemas.openxmlformats.org/drawingml/2006/main">
              <a:ext uri="{FF2B5EF4-FFF2-40B4-BE49-F238E27FC236}">
                <a16:creationId xmlns:a16="http://schemas.microsoft.com/office/drawing/2014/main" id="{5DF21FA1-4E0E-46AE-8C70-44B4DAC55B30}"/>
              </a:ext>
            </a:extLst>
          </p:cNvPr>
          <p:cNvSpPr>
            <a:spLocks xmlns:a="http://schemas.openxmlformats.org/drawingml/2006/main" noGrp="1"/>
          </p:cNvSpPr>
          <p:nvPr/>
        </p:nvSpPr>
        <p:spPr>
          <a:xfrm xmlns:a="http://schemas.openxmlformats.org/drawingml/2006/main">
            <a:off x="609600" y="310515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BBD4BC"/>
                </a:solidFill>
                <a:latin typeface="Arial"/>
                <a:ea typeface="Arial"/>
                <a:cs typeface="Arial"/>
              </a:defRPr>
            </a:defPPr>
            <a:lvl1pPr algn="l">
              <a:defRPr sz="1500" b="0">
                <a:solidFill>
                  <a:srgbClr val="BBD4BC"/>
                </a:solidFill>
                <a:latin typeface="Arial"/>
                <a:ea typeface="Arial"/>
                <a:cs typeface="Arial"/>
              </a:defRPr>
            </a:lvl1pPr>
            <a:lvl2pPr algn="l">
              <a:defRPr sz="1500" b="0">
                <a:solidFill>
                  <a:srgbClr val="BBD4BC"/>
                </a:solidFill>
                <a:latin typeface="Arial"/>
                <a:ea typeface="Arial"/>
                <a:cs typeface="Arial"/>
              </a:defRPr>
            </a:lvl2pPr>
            <a:lvl3pPr algn="l">
              <a:defRPr sz="1500" b="0">
                <a:solidFill>
                  <a:srgbClr val="BBD4BC"/>
                </a:solidFill>
                <a:latin typeface="Arial"/>
                <a:ea typeface="Arial"/>
                <a:cs typeface="Arial"/>
              </a:defRPr>
            </a:lvl3pPr>
            <a:lvl4pPr algn="l">
              <a:defRPr sz="1500" b="0">
                <a:solidFill>
                  <a:srgbClr val="BBD4BC"/>
                </a:solidFill>
                <a:latin typeface="Arial"/>
                <a:ea typeface="Arial"/>
                <a:cs typeface="Arial"/>
              </a:defRPr>
            </a:lvl4pPr>
            <a:lvl5pPr algn="l">
              <a:defRPr sz="1500" b="0">
                <a:solidFill>
                  <a:srgbClr val="BBD4BC"/>
                </a:solidFill>
                <a:latin typeface="Arial"/>
                <a:ea typeface="Arial"/>
                <a:cs typeface="Arial"/>
              </a:defRPr>
            </a:lvl5pPr>
            <a:lvl6pPr algn="l">
              <a:defRPr sz="1500" b="0">
                <a:solidFill>
                  <a:srgbClr val="BBD4BC"/>
                </a:solidFill>
                <a:latin typeface="Arial"/>
                <a:ea typeface="Arial"/>
                <a:cs typeface="Arial"/>
              </a:defRPr>
            </a:lvl6pPr>
            <a:lvl7pPr algn="l">
              <a:defRPr sz="1500" b="0">
                <a:solidFill>
                  <a:srgbClr val="BBD4BC"/>
                </a:solidFill>
                <a:latin typeface="Arial"/>
                <a:ea typeface="Arial"/>
                <a:cs typeface="Arial"/>
              </a:defRPr>
            </a:lvl7pPr>
            <a:lvl8pPr algn="l">
              <a:defRPr sz="1500" b="0">
                <a:solidFill>
                  <a:srgbClr val="BBD4BC"/>
                </a:solidFill>
                <a:latin typeface="Arial"/>
                <a:ea typeface="Arial"/>
                <a:cs typeface="Arial"/>
              </a:defRPr>
            </a:lvl8pPr>
            <a:lvl9pPr algn="l">
              <a:defRPr sz="1500" b="0">
                <a:solidFill>
                  <a:srgbClr val="BBD4BC"/>
                </a:solidFill>
                <a:latin typeface="Arial"/>
                <a:ea typeface="Arial"/>
                <a:cs typeface="Arial"/>
              </a:defRPr>
            </a:lvl9pPr>
          </a:lstStyle>
          <a:p xmlns:a="http://schemas.openxmlformats.org/drawingml/2006/main">
            <a:pPr algn="l">
              <a:defRPr sz="1500" b="0">
                <a:solidFill>
                  <a:srgbClr val="BBD4BC"/>
                </a:solidFill>
                <a:latin typeface="Arial"/>
                <a:ea typeface="Arial"/>
                <a:cs typeface="Arial"/>
              </a:defRPr>
            </a:pPr>
            <a:r>
              <a:rPr sz="1500" b="0">
                <a:solidFill>
                  <a:srgbClr val="BBD4BC"/>
                </a:solidFill>
                <a:latin typeface="Arial"/>
                <a:ea typeface="Arial"/>
                <a:cs typeface="Arial"/>
              </a:rPr>
              <a:t>01</a:t>
            </a:r>
          </a:p>
        </p:txBody>
      </p:sp>
      <p:sp>
        <p:nvSpPr>
          <p:cNvPr id="7" name="text-112">
            <a:extLst xmlns:a="http://schemas.openxmlformats.org/drawingml/2006/main">
              <a:ext uri="{FF2B5EF4-FFF2-40B4-BE49-F238E27FC236}">
                <a16:creationId xmlns:a16="http://schemas.microsoft.com/office/drawing/2014/main" id="{08A229FD-BD9A-4C7D-A2D3-F9FB26B660A5}"/>
              </a:ext>
            </a:extLst>
          </p:cNvPr>
          <p:cNvSpPr>
            <a:spLocks xmlns:a="http://schemas.openxmlformats.org/drawingml/2006/main" noGrp="1"/>
          </p:cNvSpPr>
          <p:nvPr/>
        </p:nvSpPr>
        <p:spPr>
          <a:xfrm xmlns:a="http://schemas.openxmlformats.org/drawingml/2006/main">
            <a:off x="609600" y="3600450"/>
            <a:ext cx="314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FFFFF"/>
                </a:solidFill>
                <a:latin typeface="Arial"/>
                <a:ea typeface="Arial"/>
                <a:cs typeface="Arial"/>
              </a:defRPr>
            </a:defPPr>
            <a:lvl1pPr algn="l">
              <a:defRPr sz="2250" b="1">
                <a:solidFill>
                  <a:srgbClr val="FFFFFF"/>
                </a:solidFill>
                <a:latin typeface="Arial"/>
                <a:ea typeface="Arial"/>
                <a:cs typeface="Arial"/>
              </a:defRPr>
            </a:lvl1pPr>
            <a:lvl2pPr algn="l">
              <a:defRPr sz="2250" b="1">
                <a:solidFill>
                  <a:srgbClr val="FFFFFF"/>
                </a:solidFill>
                <a:latin typeface="Arial"/>
                <a:ea typeface="Arial"/>
                <a:cs typeface="Arial"/>
              </a:defRPr>
            </a:lvl2pPr>
            <a:lvl3pPr algn="l">
              <a:defRPr sz="2250" b="1">
                <a:solidFill>
                  <a:srgbClr val="FFFFFF"/>
                </a:solidFill>
                <a:latin typeface="Arial"/>
                <a:ea typeface="Arial"/>
                <a:cs typeface="Arial"/>
              </a:defRPr>
            </a:lvl3pPr>
            <a:lvl4pPr algn="l">
              <a:defRPr sz="2250" b="1">
                <a:solidFill>
                  <a:srgbClr val="FFFFFF"/>
                </a:solidFill>
                <a:latin typeface="Arial"/>
                <a:ea typeface="Arial"/>
                <a:cs typeface="Arial"/>
              </a:defRPr>
            </a:lvl4pPr>
            <a:lvl5pPr algn="l">
              <a:defRPr sz="2250" b="1">
                <a:solidFill>
                  <a:srgbClr val="FFFFFF"/>
                </a:solidFill>
                <a:latin typeface="Arial"/>
                <a:ea typeface="Arial"/>
                <a:cs typeface="Arial"/>
              </a:defRPr>
            </a:lvl5pPr>
            <a:lvl6pPr algn="l">
              <a:defRPr sz="2250" b="1">
                <a:solidFill>
                  <a:srgbClr val="FFFFFF"/>
                </a:solidFill>
                <a:latin typeface="Arial"/>
                <a:ea typeface="Arial"/>
                <a:cs typeface="Arial"/>
              </a:defRPr>
            </a:lvl6pPr>
            <a:lvl7pPr algn="l">
              <a:defRPr sz="2250" b="1">
                <a:solidFill>
                  <a:srgbClr val="FFFFFF"/>
                </a:solidFill>
                <a:latin typeface="Arial"/>
                <a:ea typeface="Arial"/>
                <a:cs typeface="Arial"/>
              </a:defRPr>
            </a:lvl7pPr>
            <a:lvl8pPr algn="l">
              <a:defRPr sz="2250" b="1">
                <a:solidFill>
                  <a:srgbClr val="FFFFFF"/>
                </a:solidFill>
                <a:latin typeface="Arial"/>
                <a:ea typeface="Arial"/>
                <a:cs typeface="Arial"/>
              </a:defRPr>
            </a:lvl8pPr>
            <a:lvl9pPr algn="l">
              <a:defRPr sz="2250" b="1">
                <a:solidFill>
                  <a:srgbClr val="FFFFFF"/>
                </a:solidFill>
                <a:latin typeface="Arial"/>
                <a:ea typeface="Arial"/>
                <a:cs typeface="Arial"/>
              </a:defRPr>
            </a:lvl9pPr>
          </a:lstStyle>
          <a:p xmlns:a="http://schemas.openxmlformats.org/drawingml/2006/main">
            <a:pPr algn="l">
              <a:defRPr sz="2250" b="1">
                <a:solidFill>
                  <a:srgbClr val="FFFFFF"/>
                </a:solidFill>
                <a:latin typeface="Arial"/>
                <a:ea typeface="Arial"/>
                <a:cs typeface="Arial"/>
              </a:defRPr>
            </a:pPr>
            <a:r>
              <a:rPr sz="2250" b="1">
                <a:solidFill>
                  <a:srgbClr val="FFFFFF"/>
                </a:solidFill>
                <a:latin typeface="Arial"/>
                <a:ea typeface="Arial"/>
                <a:cs typeface="Arial"/>
              </a:rPr>
              <a:t>Validate</a:t>
            </a:r>
          </a:p>
        </p:txBody>
      </p:sp>
      <p:sp>
        <p:nvSpPr>
          <p:cNvPr id="8" name="text-113">
            <a:extLst xmlns:a="http://schemas.openxmlformats.org/drawingml/2006/main">
              <a:ext uri="{FF2B5EF4-FFF2-40B4-BE49-F238E27FC236}">
                <a16:creationId xmlns:a16="http://schemas.microsoft.com/office/drawing/2014/main" id="{8040A868-6029-4E1F-B0BD-8AC3EE087679}"/>
              </a:ext>
            </a:extLst>
          </p:cNvPr>
          <p:cNvSpPr>
            <a:spLocks xmlns:a="http://schemas.openxmlformats.org/drawingml/2006/main" noGrp="1"/>
          </p:cNvSpPr>
          <p:nvPr/>
        </p:nvSpPr>
        <p:spPr>
          <a:xfrm xmlns:a="http://schemas.openxmlformats.org/drawingml/2006/main">
            <a:off x="609600" y="4219575"/>
            <a:ext cx="32861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E0ECE0"/>
                </a:solidFill>
                <a:latin typeface="Arial"/>
                <a:ea typeface="Arial"/>
                <a:cs typeface="Arial"/>
              </a:defRPr>
            </a:defPPr>
            <a:lvl1pPr algn="l">
              <a:defRPr sz="1800" b="0">
                <a:solidFill>
                  <a:srgbClr val="E0ECE0"/>
                </a:solidFill>
                <a:latin typeface="Arial"/>
                <a:ea typeface="Arial"/>
                <a:cs typeface="Arial"/>
              </a:defRPr>
            </a:lvl1pPr>
            <a:lvl2pPr algn="l">
              <a:defRPr sz="1800" b="0">
                <a:solidFill>
                  <a:srgbClr val="E0ECE0"/>
                </a:solidFill>
                <a:latin typeface="Arial"/>
                <a:ea typeface="Arial"/>
                <a:cs typeface="Arial"/>
              </a:defRPr>
            </a:lvl2pPr>
            <a:lvl3pPr algn="l">
              <a:defRPr sz="1800" b="0">
                <a:solidFill>
                  <a:srgbClr val="E0ECE0"/>
                </a:solidFill>
                <a:latin typeface="Arial"/>
                <a:ea typeface="Arial"/>
                <a:cs typeface="Arial"/>
              </a:defRPr>
            </a:lvl3pPr>
            <a:lvl4pPr algn="l">
              <a:defRPr sz="1800" b="0">
                <a:solidFill>
                  <a:srgbClr val="E0ECE0"/>
                </a:solidFill>
                <a:latin typeface="Arial"/>
                <a:ea typeface="Arial"/>
                <a:cs typeface="Arial"/>
              </a:defRPr>
            </a:lvl4pPr>
            <a:lvl5pPr algn="l">
              <a:defRPr sz="1800" b="0">
                <a:solidFill>
                  <a:srgbClr val="E0ECE0"/>
                </a:solidFill>
                <a:latin typeface="Arial"/>
                <a:ea typeface="Arial"/>
                <a:cs typeface="Arial"/>
              </a:defRPr>
            </a:lvl5pPr>
            <a:lvl6pPr algn="l">
              <a:defRPr sz="1800" b="0">
                <a:solidFill>
                  <a:srgbClr val="E0ECE0"/>
                </a:solidFill>
                <a:latin typeface="Arial"/>
                <a:ea typeface="Arial"/>
                <a:cs typeface="Arial"/>
              </a:defRPr>
            </a:lvl6pPr>
            <a:lvl7pPr algn="l">
              <a:defRPr sz="1800" b="0">
                <a:solidFill>
                  <a:srgbClr val="E0ECE0"/>
                </a:solidFill>
                <a:latin typeface="Arial"/>
                <a:ea typeface="Arial"/>
                <a:cs typeface="Arial"/>
              </a:defRPr>
            </a:lvl7pPr>
            <a:lvl8pPr algn="l">
              <a:defRPr sz="1800" b="0">
                <a:solidFill>
                  <a:srgbClr val="E0ECE0"/>
                </a:solidFill>
                <a:latin typeface="Arial"/>
                <a:ea typeface="Arial"/>
                <a:cs typeface="Arial"/>
              </a:defRPr>
            </a:lvl8pPr>
            <a:lvl9pPr algn="l">
              <a:defRPr sz="1800" b="0">
                <a:solidFill>
                  <a:srgbClr val="E0ECE0"/>
                </a:solidFill>
                <a:latin typeface="Arial"/>
                <a:ea typeface="Arial"/>
                <a:cs typeface="Arial"/>
              </a:defRPr>
            </a:lvl9pPr>
          </a:lstStyle>
          <a:p xmlns:a="http://schemas.openxmlformats.org/drawingml/2006/main">
            <a:pPr algn="l">
              <a:defRPr sz="1800" b="0">
                <a:solidFill>
                  <a:srgbClr val="E0ECE0"/>
                </a:solidFill>
                <a:latin typeface="Arial"/>
                <a:ea typeface="Arial"/>
                <a:cs typeface="Arial"/>
              </a:defRPr>
            </a:pPr>
            <a:r>
              <a:rPr sz="1800" b="0">
                <a:solidFill>
                  <a:srgbClr val="E0ECE0"/>
                </a:solidFill>
                <a:latin typeface="Arial"/>
                <a:ea typeface="Arial"/>
                <a:cs typeface="Arial"/>
              </a:rPr>
              <a:t>Test against independent</a:t>
            </a:r>
          </a:p>
          <a:p xmlns:a="http://schemas.openxmlformats.org/drawingml/2006/main">
            <a:pPr algn="l">
              <a:defRPr sz="1800" b="0">
                <a:solidFill>
                  <a:srgbClr val="E0ECE0"/>
                </a:solidFill>
                <a:latin typeface="Arial"/>
                <a:ea typeface="Arial"/>
                <a:cs typeface="Arial"/>
              </a:defRPr>
            </a:pPr>
            <a:r>
              <a:rPr sz="1800" b="0">
                <a:solidFill>
                  <a:srgbClr val="E0ECE0"/>
                </a:solidFill>
                <a:latin typeface="Arial"/>
                <a:ea typeface="Arial"/>
                <a:cs typeface="Arial"/>
              </a:rPr>
              <a:t>soybean references.</a:t>
            </a:r>
          </a:p>
        </p:txBody>
      </p:sp>
      <p:sp>
        <p:nvSpPr>
          <p:cNvPr id="9" name="text-114">
            <a:extLst xmlns:a="http://schemas.openxmlformats.org/drawingml/2006/main">
              <a:ext uri="{FF2B5EF4-FFF2-40B4-BE49-F238E27FC236}">
                <a16:creationId xmlns:a16="http://schemas.microsoft.com/office/drawing/2014/main" id="{71E91A30-EFB1-413D-B0D0-F32E45136840}"/>
              </a:ext>
            </a:extLst>
          </p:cNvPr>
          <p:cNvSpPr>
            <a:spLocks xmlns:a="http://schemas.openxmlformats.org/drawingml/2006/main" noGrp="1"/>
          </p:cNvSpPr>
          <p:nvPr/>
        </p:nvSpPr>
        <p:spPr>
          <a:xfrm xmlns:a="http://schemas.openxmlformats.org/drawingml/2006/main">
            <a:off x="4400550" y="310515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BBD4BC"/>
                </a:solidFill>
                <a:latin typeface="Arial"/>
                <a:ea typeface="Arial"/>
                <a:cs typeface="Arial"/>
              </a:defRPr>
            </a:defPPr>
            <a:lvl1pPr algn="l">
              <a:defRPr sz="1500" b="0">
                <a:solidFill>
                  <a:srgbClr val="BBD4BC"/>
                </a:solidFill>
                <a:latin typeface="Arial"/>
                <a:ea typeface="Arial"/>
                <a:cs typeface="Arial"/>
              </a:defRPr>
            </a:lvl1pPr>
            <a:lvl2pPr algn="l">
              <a:defRPr sz="1500" b="0">
                <a:solidFill>
                  <a:srgbClr val="BBD4BC"/>
                </a:solidFill>
                <a:latin typeface="Arial"/>
                <a:ea typeface="Arial"/>
                <a:cs typeface="Arial"/>
              </a:defRPr>
            </a:lvl2pPr>
            <a:lvl3pPr algn="l">
              <a:defRPr sz="1500" b="0">
                <a:solidFill>
                  <a:srgbClr val="BBD4BC"/>
                </a:solidFill>
                <a:latin typeface="Arial"/>
                <a:ea typeface="Arial"/>
                <a:cs typeface="Arial"/>
              </a:defRPr>
            </a:lvl3pPr>
            <a:lvl4pPr algn="l">
              <a:defRPr sz="1500" b="0">
                <a:solidFill>
                  <a:srgbClr val="BBD4BC"/>
                </a:solidFill>
                <a:latin typeface="Arial"/>
                <a:ea typeface="Arial"/>
                <a:cs typeface="Arial"/>
              </a:defRPr>
            </a:lvl4pPr>
            <a:lvl5pPr algn="l">
              <a:defRPr sz="1500" b="0">
                <a:solidFill>
                  <a:srgbClr val="BBD4BC"/>
                </a:solidFill>
                <a:latin typeface="Arial"/>
                <a:ea typeface="Arial"/>
                <a:cs typeface="Arial"/>
              </a:defRPr>
            </a:lvl5pPr>
            <a:lvl6pPr algn="l">
              <a:defRPr sz="1500" b="0">
                <a:solidFill>
                  <a:srgbClr val="BBD4BC"/>
                </a:solidFill>
                <a:latin typeface="Arial"/>
                <a:ea typeface="Arial"/>
                <a:cs typeface="Arial"/>
              </a:defRPr>
            </a:lvl6pPr>
            <a:lvl7pPr algn="l">
              <a:defRPr sz="1500" b="0">
                <a:solidFill>
                  <a:srgbClr val="BBD4BC"/>
                </a:solidFill>
                <a:latin typeface="Arial"/>
                <a:ea typeface="Arial"/>
                <a:cs typeface="Arial"/>
              </a:defRPr>
            </a:lvl7pPr>
            <a:lvl8pPr algn="l">
              <a:defRPr sz="1500" b="0">
                <a:solidFill>
                  <a:srgbClr val="BBD4BC"/>
                </a:solidFill>
                <a:latin typeface="Arial"/>
                <a:ea typeface="Arial"/>
                <a:cs typeface="Arial"/>
              </a:defRPr>
            </a:lvl8pPr>
            <a:lvl9pPr algn="l">
              <a:defRPr sz="1500" b="0">
                <a:solidFill>
                  <a:srgbClr val="BBD4BC"/>
                </a:solidFill>
                <a:latin typeface="Arial"/>
                <a:ea typeface="Arial"/>
                <a:cs typeface="Arial"/>
              </a:defRPr>
            </a:lvl9pPr>
          </a:lstStyle>
          <a:p xmlns:a="http://schemas.openxmlformats.org/drawingml/2006/main">
            <a:pPr algn="l">
              <a:defRPr sz="1500" b="0">
                <a:solidFill>
                  <a:srgbClr val="BBD4BC"/>
                </a:solidFill>
                <a:latin typeface="Arial"/>
                <a:ea typeface="Arial"/>
                <a:cs typeface="Arial"/>
              </a:defRPr>
            </a:pPr>
            <a:r>
              <a:rPr sz="1500" b="0">
                <a:solidFill>
                  <a:srgbClr val="BBD4BC"/>
                </a:solidFill>
                <a:latin typeface="Arial"/>
                <a:ea typeface="Arial"/>
                <a:cs typeface="Arial"/>
              </a:rPr>
              <a:t>02</a:t>
            </a:r>
          </a:p>
        </p:txBody>
      </p:sp>
      <p:sp>
        <p:nvSpPr>
          <p:cNvPr id="10" name="text-115">
            <a:extLst xmlns:a="http://schemas.openxmlformats.org/drawingml/2006/main">
              <a:ext uri="{FF2B5EF4-FFF2-40B4-BE49-F238E27FC236}">
                <a16:creationId xmlns:a16="http://schemas.microsoft.com/office/drawing/2014/main" id="{C79E1AF2-483C-46DD-93EE-50C1E82533EF}"/>
              </a:ext>
            </a:extLst>
          </p:cNvPr>
          <p:cNvSpPr>
            <a:spLocks xmlns:a="http://schemas.openxmlformats.org/drawingml/2006/main" noGrp="1"/>
          </p:cNvSpPr>
          <p:nvPr/>
        </p:nvSpPr>
        <p:spPr>
          <a:xfrm xmlns:a="http://schemas.openxmlformats.org/drawingml/2006/main">
            <a:off x="4400550" y="3600450"/>
            <a:ext cx="314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FFFFF"/>
                </a:solidFill>
                <a:latin typeface="Arial"/>
                <a:ea typeface="Arial"/>
                <a:cs typeface="Arial"/>
              </a:defRPr>
            </a:defPPr>
            <a:lvl1pPr algn="l">
              <a:defRPr sz="2250" b="1">
                <a:solidFill>
                  <a:srgbClr val="FFFFFF"/>
                </a:solidFill>
                <a:latin typeface="Arial"/>
                <a:ea typeface="Arial"/>
                <a:cs typeface="Arial"/>
              </a:defRPr>
            </a:lvl1pPr>
            <a:lvl2pPr algn="l">
              <a:defRPr sz="2250" b="1">
                <a:solidFill>
                  <a:srgbClr val="FFFFFF"/>
                </a:solidFill>
                <a:latin typeface="Arial"/>
                <a:ea typeface="Arial"/>
                <a:cs typeface="Arial"/>
              </a:defRPr>
            </a:lvl2pPr>
            <a:lvl3pPr algn="l">
              <a:defRPr sz="2250" b="1">
                <a:solidFill>
                  <a:srgbClr val="FFFFFF"/>
                </a:solidFill>
                <a:latin typeface="Arial"/>
                <a:ea typeface="Arial"/>
                <a:cs typeface="Arial"/>
              </a:defRPr>
            </a:lvl3pPr>
            <a:lvl4pPr algn="l">
              <a:defRPr sz="2250" b="1">
                <a:solidFill>
                  <a:srgbClr val="FFFFFF"/>
                </a:solidFill>
                <a:latin typeface="Arial"/>
                <a:ea typeface="Arial"/>
                <a:cs typeface="Arial"/>
              </a:defRPr>
            </a:lvl4pPr>
            <a:lvl5pPr algn="l">
              <a:defRPr sz="2250" b="1">
                <a:solidFill>
                  <a:srgbClr val="FFFFFF"/>
                </a:solidFill>
                <a:latin typeface="Arial"/>
                <a:ea typeface="Arial"/>
                <a:cs typeface="Arial"/>
              </a:defRPr>
            </a:lvl5pPr>
            <a:lvl6pPr algn="l">
              <a:defRPr sz="2250" b="1">
                <a:solidFill>
                  <a:srgbClr val="FFFFFF"/>
                </a:solidFill>
                <a:latin typeface="Arial"/>
                <a:ea typeface="Arial"/>
                <a:cs typeface="Arial"/>
              </a:defRPr>
            </a:lvl6pPr>
            <a:lvl7pPr algn="l">
              <a:defRPr sz="2250" b="1">
                <a:solidFill>
                  <a:srgbClr val="FFFFFF"/>
                </a:solidFill>
                <a:latin typeface="Arial"/>
                <a:ea typeface="Arial"/>
                <a:cs typeface="Arial"/>
              </a:defRPr>
            </a:lvl7pPr>
            <a:lvl8pPr algn="l">
              <a:defRPr sz="2250" b="1">
                <a:solidFill>
                  <a:srgbClr val="FFFFFF"/>
                </a:solidFill>
                <a:latin typeface="Arial"/>
                <a:ea typeface="Arial"/>
                <a:cs typeface="Arial"/>
              </a:defRPr>
            </a:lvl8pPr>
            <a:lvl9pPr algn="l">
              <a:defRPr sz="2250" b="1">
                <a:solidFill>
                  <a:srgbClr val="FFFFFF"/>
                </a:solidFill>
                <a:latin typeface="Arial"/>
                <a:ea typeface="Arial"/>
                <a:cs typeface="Arial"/>
              </a:defRPr>
            </a:lvl9pPr>
          </a:lstStyle>
          <a:p xmlns:a="http://schemas.openxmlformats.org/drawingml/2006/main">
            <a:pPr algn="l">
              <a:defRPr sz="2250" b="1">
                <a:solidFill>
                  <a:srgbClr val="FFFFFF"/>
                </a:solidFill>
                <a:latin typeface="Arial"/>
                <a:ea typeface="Arial"/>
                <a:cs typeface="Arial"/>
              </a:defRPr>
            </a:pPr>
            <a:r>
              <a:rPr sz="2250" b="1">
                <a:solidFill>
                  <a:srgbClr val="FFFFFF"/>
                </a:solidFill>
                <a:latin typeface="Arial"/>
                <a:ea typeface="Arial"/>
                <a:cs typeface="Arial"/>
              </a:rPr>
              <a:t>Bring your data</a:t>
            </a:r>
          </a:p>
        </p:txBody>
      </p:sp>
      <p:sp>
        <p:nvSpPr>
          <p:cNvPr id="11" name="text-116">
            <a:extLst xmlns:a="http://schemas.openxmlformats.org/drawingml/2006/main">
              <a:ext uri="{FF2B5EF4-FFF2-40B4-BE49-F238E27FC236}">
                <a16:creationId xmlns:a16="http://schemas.microsoft.com/office/drawing/2014/main" id="{C38EE031-F2E7-4431-ACDA-D59DAC36128C}"/>
              </a:ext>
            </a:extLst>
          </p:cNvPr>
          <p:cNvSpPr>
            <a:spLocks xmlns:a="http://schemas.openxmlformats.org/drawingml/2006/main" noGrp="1"/>
          </p:cNvSpPr>
          <p:nvPr/>
        </p:nvSpPr>
        <p:spPr>
          <a:xfrm xmlns:a="http://schemas.openxmlformats.org/drawingml/2006/main">
            <a:off x="4400550" y="4219575"/>
            <a:ext cx="32861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E0ECE0"/>
                </a:solidFill>
                <a:latin typeface="Arial"/>
                <a:ea typeface="Arial"/>
                <a:cs typeface="Arial"/>
              </a:defRPr>
            </a:defPPr>
            <a:lvl1pPr algn="l">
              <a:defRPr sz="1800" b="0">
                <a:solidFill>
                  <a:srgbClr val="E0ECE0"/>
                </a:solidFill>
                <a:latin typeface="Arial"/>
                <a:ea typeface="Arial"/>
                <a:cs typeface="Arial"/>
              </a:defRPr>
            </a:lvl1pPr>
            <a:lvl2pPr algn="l">
              <a:defRPr sz="1800" b="0">
                <a:solidFill>
                  <a:srgbClr val="E0ECE0"/>
                </a:solidFill>
                <a:latin typeface="Arial"/>
                <a:ea typeface="Arial"/>
                <a:cs typeface="Arial"/>
              </a:defRPr>
            </a:lvl2pPr>
            <a:lvl3pPr algn="l">
              <a:defRPr sz="1800" b="0">
                <a:solidFill>
                  <a:srgbClr val="E0ECE0"/>
                </a:solidFill>
                <a:latin typeface="Arial"/>
                <a:ea typeface="Arial"/>
                <a:cs typeface="Arial"/>
              </a:defRPr>
            </a:lvl3pPr>
            <a:lvl4pPr algn="l">
              <a:defRPr sz="1800" b="0">
                <a:solidFill>
                  <a:srgbClr val="E0ECE0"/>
                </a:solidFill>
                <a:latin typeface="Arial"/>
                <a:ea typeface="Arial"/>
                <a:cs typeface="Arial"/>
              </a:defRPr>
            </a:lvl4pPr>
            <a:lvl5pPr algn="l">
              <a:defRPr sz="1800" b="0">
                <a:solidFill>
                  <a:srgbClr val="E0ECE0"/>
                </a:solidFill>
                <a:latin typeface="Arial"/>
                <a:ea typeface="Arial"/>
                <a:cs typeface="Arial"/>
              </a:defRPr>
            </a:lvl5pPr>
            <a:lvl6pPr algn="l">
              <a:defRPr sz="1800" b="0">
                <a:solidFill>
                  <a:srgbClr val="E0ECE0"/>
                </a:solidFill>
                <a:latin typeface="Arial"/>
                <a:ea typeface="Arial"/>
                <a:cs typeface="Arial"/>
              </a:defRPr>
            </a:lvl6pPr>
            <a:lvl7pPr algn="l">
              <a:defRPr sz="1800" b="0">
                <a:solidFill>
                  <a:srgbClr val="E0ECE0"/>
                </a:solidFill>
                <a:latin typeface="Arial"/>
                <a:ea typeface="Arial"/>
                <a:cs typeface="Arial"/>
              </a:defRPr>
            </a:lvl7pPr>
            <a:lvl8pPr algn="l">
              <a:defRPr sz="1800" b="0">
                <a:solidFill>
                  <a:srgbClr val="E0ECE0"/>
                </a:solidFill>
                <a:latin typeface="Arial"/>
                <a:ea typeface="Arial"/>
                <a:cs typeface="Arial"/>
              </a:defRPr>
            </a:lvl8pPr>
            <a:lvl9pPr algn="l">
              <a:defRPr sz="1800" b="0">
                <a:solidFill>
                  <a:srgbClr val="E0ECE0"/>
                </a:solidFill>
                <a:latin typeface="Arial"/>
                <a:ea typeface="Arial"/>
                <a:cs typeface="Arial"/>
              </a:defRPr>
            </a:lvl9pPr>
          </a:lstStyle>
          <a:p xmlns:a="http://schemas.openxmlformats.org/drawingml/2006/main">
            <a:pPr algn="l">
              <a:defRPr sz="1800" b="0">
                <a:solidFill>
                  <a:srgbClr val="E0ECE0"/>
                </a:solidFill>
                <a:latin typeface="Arial"/>
                <a:ea typeface="Arial"/>
                <a:cs typeface="Arial"/>
              </a:defRPr>
            </a:pPr>
            <a:r>
              <a:rPr sz="1800" b="0">
                <a:solidFill>
                  <a:srgbClr val="E0ECE0"/>
                </a:solidFill>
                <a:latin typeface="Arial"/>
                <a:ea typeface="Arial"/>
                <a:cs typeface="Arial"/>
              </a:rPr>
              <a:t>Extend the workflow to</a:t>
            </a:r>
          </a:p>
          <a:p xmlns:a="http://schemas.openxmlformats.org/drawingml/2006/main">
            <a:pPr algn="l">
              <a:defRPr sz="1800" b="0">
                <a:solidFill>
                  <a:srgbClr val="E0ECE0"/>
                </a:solidFill>
                <a:latin typeface="Arial"/>
                <a:ea typeface="Arial"/>
                <a:cs typeface="Arial"/>
              </a:defRPr>
            </a:pPr>
            <a:r>
              <a:rPr sz="1800" b="0">
                <a:solidFill>
                  <a:srgbClr val="E0ECE0"/>
                </a:solidFill>
                <a:latin typeface="Arial"/>
                <a:ea typeface="Arial"/>
                <a:cs typeface="Arial"/>
              </a:rPr>
              <a:t>researchers’ .h5ad files.</a:t>
            </a:r>
          </a:p>
        </p:txBody>
      </p:sp>
      <p:sp>
        <p:nvSpPr>
          <p:cNvPr id="12" name="text-117">
            <a:extLst xmlns:a="http://schemas.openxmlformats.org/drawingml/2006/main">
              <a:ext uri="{FF2B5EF4-FFF2-40B4-BE49-F238E27FC236}">
                <a16:creationId xmlns:a16="http://schemas.microsoft.com/office/drawing/2014/main" id="{41235CEA-0F59-4672-B3B7-DD9EF95BE744}"/>
              </a:ext>
            </a:extLst>
          </p:cNvPr>
          <p:cNvSpPr>
            <a:spLocks xmlns:a="http://schemas.openxmlformats.org/drawingml/2006/main" noGrp="1"/>
          </p:cNvSpPr>
          <p:nvPr/>
        </p:nvSpPr>
        <p:spPr>
          <a:xfrm xmlns:a="http://schemas.openxmlformats.org/drawingml/2006/main">
            <a:off x="8191500" y="310515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BBD4BC"/>
                </a:solidFill>
                <a:latin typeface="Arial"/>
                <a:ea typeface="Arial"/>
                <a:cs typeface="Arial"/>
              </a:defRPr>
            </a:defPPr>
            <a:lvl1pPr algn="l">
              <a:defRPr sz="1500" b="0">
                <a:solidFill>
                  <a:srgbClr val="BBD4BC"/>
                </a:solidFill>
                <a:latin typeface="Arial"/>
                <a:ea typeface="Arial"/>
                <a:cs typeface="Arial"/>
              </a:defRPr>
            </a:lvl1pPr>
            <a:lvl2pPr algn="l">
              <a:defRPr sz="1500" b="0">
                <a:solidFill>
                  <a:srgbClr val="BBD4BC"/>
                </a:solidFill>
                <a:latin typeface="Arial"/>
                <a:ea typeface="Arial"/>
                <a:cs typeface="Arial"/>
              </a:defRPr>
            </a:lvl2pPr>
            <a:lvl3pPr algn="l">
              <a:defRPr sz="1500" b="0">
                <a:solidFill>
                  <a:srgbClr val="BBD4BC"/>
                </a:solidFill>
                <a:latin typeface="Arial"/>
                <a:ea typeface="Arial"/>
                <a:cs typeface="Arial"/>
              </a:defRPr>
            </a:lvl3pPr>
            <a:lvl4pPr algn="l">
              <a:defRPr sz="1500" b="0">
                <a:solidFill>
                  <a:srgbClr val="BBD4BC"/>
                </a:solidFill>
                <a:latin typeface="Arial"/>
                <a:ea typeface="Arial"/>
                <a:cs typeface="Arial"/>
              </a:defRPr>
            </a:lvl4pPr>
            <a:lvl5pPr algn="l">
              <a:defRPr sz="1500" b="0">
                <a:solidFill>
                  <a:srgbClr val="BBD4BC"/>
                </a:solidFill>
                <a:latin typeface="Arial"/>
                <a:ea typeface="Arial"/>
                <a:cs typeface="Arial"/>
              </a:defRPr>
            </a:lvl5pPr>
            <a:lvl6pPr algn="l">
              <a:defRPr sz="1500" b="0">
                <a:solidFill>
                  <a:srgbClr val="BBD4BC"/>
                </a:solidFill>
                <a:latin typeface="Arial"/>
                <a:ea typeface="Arial"/>
                <a:cs typeface="Arial"/>
              </a:defRPr>
            </a:lvl6pPr>
            <a:lvl7pPr algn="l">
              <a:defRPr sz="1500" b="0">
                <a:solidFill>
                  <a:srgbClr val="BBD4BC"/>
                </a:solidFill>
                <a:latin typeface="Arial"/>
                <a:ea typeface="Arial"/>
                <a:cs typeface="Arial"/>
              </a:defRPr>
            </a:lvl7pPr>
            <a:lvl8pPr algn="l">
              <a:defRPr sz="1500" b="0">
                <a:solidFill>
                  <a:srgbClr val="BBD4BC"/>
                </a:solidFill>
                <a:latin typeface="Arial"/>
                <a:ea typeface="Arial"/>
                <a:cs typeface="Arial"/>
              </a:defRPr>
            </a:lvl8pPr>
            <a:lvl9pPr algn="l">
              <a:defRPr sz="1500" b="0">
                <a:solidFill>
                  <a:srgbClr val="BBD4BC"/>
                </a:solidFill>
                <a:latin typeface="Arial"/>
                <a:ea typeface="Arial"/>
                <a:cs typeface="Arial"/>
              </a:defRPr>
            </a:lvl9pPr>
          </a:lstStyle>
          <a:p xmlns:a="http://schemas.openxmlformats.org/drawingml/2006/main">
            <a:pPr algn="l">
              <a:defRPr sz="1500" b="0">
                <a:solidFill>
                  <a:srgbClr val="BBD4BC"/>
                </a:solidFill>
                <a:latin typeface="Arial"/>
                <a:ea typeface="Arial"/>
                <a:cs typeface="Arial"/>
              </a:defRPr>
            </a:pPr>
            <a:r>
              <a:rPr sz="1500" b="0">
                <a:solidFill>
                  <a:srgbClr val="BBD4BC"/>
                </a:solidFill>
                <a:latin typeface="Arial"/>
                <a:ea typeface="Arial"/>
                <a:cs typeface="Arial"/>
              </a:rPr>
              <a:t>03</a:t>
            </a:r>
          </a:p>
        </p:txBody>
      </p:sp>
      <p:sp>
        <p:nvSpPr>
          <p:cNvPr id="13" name="text-118">
            <a:extLst xmlns:a="http://schemas.openxmlformats.org/drawingml/2006/main">
              <a:ext uri="{FF2B5EF4-FFF2-40B4-BE49-F238E27FC236}">
                <a16:creationId xmlns:a16="http://schemas.microsoft.com/office/drawing/2014/main" id="{69A96D3D-53A2-4D8D-8167-E6D04B403F97}"/>
              </a:ext>
            </a:extLst>
          </p:cNvPr>
          <p:cNvSpPr>
            <a:spLocks xmlns:a="http://schemas.openxmlformats.org/drawingml/2006/main" noGrp="1"/>
          </p:cNvSpPr>
          <p:nvPr/>
        </p:nvSpPr>
        <p:spPr>
          <a:xfrm xmlns:a="http://schemas.openxmlformats.org/drawingml/2006/main">
            <a:off x="8191500" y="3600450"/>
            <a:ext cx="314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FFFFF"/>
                </a:solidFill>
                <a:latin typeface="Arial"/>
                <a:ea typeface="Arial"/>
                <a:cs typeface="Arial"/>
              </a:defRPr>
            </a:defPPr>
            <a:lvl1pPr algn="l">
              <a:defRPr sz="2250" b="1">
                <a:solidFill>
                  <a:srgbClr val="FFFFFF"/>
                </a:solidFill>
                <a:latin typeface="Arial"/>
                <a:ea typeface="Arial"/>
                <a:cs typeface="Arial"/>
              </a:defRPr>
            </a:lvl1pPr>
            <a:lvl2pPr algn="l">
              <a:defRPr sz="2250" b="1">
                <a:solidFill>
                  <a:srgbClr val="FFFFFF"/>
                </a:solidFill>
                <a:latin typeface="Arial"/>
                <a:ea typeface="Arial"/>
                <a:cs typeface="Arial"/>
              </a:defRPr>
            </a:lvl2pPr>
            <a:lvl3pPr algn="l">
              <a:defRPr sz="2250" b="1">
                <a:solidFill>
                  <a:srgbClr val="FFFFFF"/>
                </a:solidFill>
                <a:latin typeface="Arial"/>
                <a:ea typeface="Arial"/>
                <a:cs typeface="Arial"/>
              </a:defRPr>
            </a:lvl3pPr>
            <a:lvl4pPr algn="l">
              <a:defRPr sz="2250" b="1">
                <a:solidFill>
                  <a:srgbClr val="FFFFFF"/>
                </a:solidFill>
                <a:latin typeface="Arial"/>
                <a:ea typeface="Arial"/>
                <a:cs typeface="Arial"/>
              </a:defRPr>
            </a:lvl4pPr>
            <a:lvl5pPr algn="l">
              <a:defRPr sz="2250" b="1">
                <a:solidFill>
                  <a:srgbClr val="FFFFFF"/>
                </a:solidFill>
                <a:latin typeface="Arial"/>
                <a:ea typeface="Arial"/>
                <a:cs typeface="Arial"/>
              </a:defRPr>
            </a:lvl5pPr>
            <a:lvl6pPr algn="l">
              <a:defRPr sz="2250" b="1">
                <a:solidFill>
                  <a:srgbClr val="FFFFFF"/>
                </a:solidFill>
                <a:latin typeface="Arial"/>
                <a:ea typeface="Arial"/>
                <a:cs typeface="Arial"/>
              </a:defRPr>
            </a:lvl6pPr>
            <a:lvl7pPr algn="l">
              <a:defRPr sz="2250" b="1">
                <a:solidFill>
                  <a:srgbClr val="FFFFFF"/>
                </a:solidFill>
                <a:latin typeface="Arial"/>
                <a:ea typeface="Arial"/>
                <a:cs typeface="Arial"/>
              </a:defRPr>
            </a:lvl7pPr>
            <a:lvl8pPr algn="l">
              <a:defRPr sz="2250" b="1">
                <a:solidFill>
                  <a:srgbClr val="FFFFFF"/>
                </a:solidFill>
                <a:latin typeface="Arial"/>
                <a:ea typeface="Arial"/>
                <a:cs typeface="Arial"/>
              </a:defRPr>
            </a:lvl8pPr>
            <a:lvl9pPr algn="l">
              <a:defRPr sz="2250" b="1">
                <a:solidFill>
                  <a:srgbClr val="FFFFFF"/>
                </a:solidFill>
                <a:latin typeface="Arial"/>
                <a:ea typeface="Arial"/>
                <a:cs typeface="Arial"/>
              </a:defRPr>
            </a:lvl9pPr>
          </a:lstStyle>
          <a:p xmlns:a="http://schemas.openxmlformats.org/drawingml/2006/main">
            <a:pPr algn="l">
              <a:defRPr sz="2250" b="1">
                <a:solidFill>
                  <a:srgbClr val="FFFFFF"/>
                </a:solidFill>
                <a:latin typeface="Arial"/>
                <a:ea typeface="Arial"/>
                <a:cs typeface="Arial"/>
              </a:defRPr>
            </a:pPr>
            <a:r>
              <a:rPr sz="2250" b="1">
                <a:solidFill>
                  <a:srgbClr val="FFFFFF"/>
                </a:solidFill>
                <a:latin typeface="Arial"/>
                <a:ea typeface="Arial"/>
                <a:cs typeface="Arial"/>
              </a:rPr>
              <a:t>Add plants</a:t>
            </a:r>
          </a:p>
        </p:txBody>
      </p:sp>
      <p:sp>
        <p:nvSpPr>
          <p:cNvPr id="14" name="text-119">
            <a:extLst xmlns:a="http://schemas.openxmlformats.org/drawingml/2006/main">
              <a:ext uri="{FF2B5EF4-FFF2-40B4-BE49-F238E27FC236}">
                <a16:creationId xmlns:a16="http://schemas.microsoft.com/office/drawing/2014/main" id="{3FDB6EB4-7291-4BBC-99C0-2E3C9764D009}"/>
              </a:ext>
            </a:extLst>
          </p:cNvPr>
          <p:cNvSpPr>
            <a:spLocks xmlns:a="http://schemas.openxmlformats.org/drawingml/2006/main" noGrp="1"/>
          </p:cNvSpPr>
          <p:nvPr/>
        </p:nvSpPr>
        <p:spPr>
          <a:xfrm xmlns:a="http://schemas.openxmlformats.org/drawingml/2006/main">
            <a:off x="8191500" y="4219575"/>
            <a:ext cx="32861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E0ECE0"/>
                </a:solidFill>
                <a:latin typeface="Arial"/>
                <a:ea typeface="Arial"/>
                <a:cs typeface="Arial"/>
              </a:defRPr>
            </a:defPPr>
            <a:lvl1pPr algn="l">
              <a:defRPr sz="1800" b="0">
                <a:solidFill>
                  <a:srgbClr val="E0ECE0"/>
                </a:solidFill>
                <a:latin typeface="Arial"/>
                <a:ea typeface="Arial"/>
                <a:cs typeface="Arial"/>
              </a:defRPr>
            </a:lvl1pPr>
            <a:lvl2pPr algn="l">
              <a:defRPr sz="1800" b="0">
                <a:solidFill>
                  <a:srgbClr val="E0ECE0"/>
                </a:solidFill>
                <a:latin typeface="Arial"/>
                <a:ea typeface="Arial"/>
                <a:cs typeface="Arial"/>
              </a:defRPr>
            </a:lvl2pPr>
            <a:lvl3pPr algn="l">
              <a:defRPr sz="1800" b="0">
                <a:solidFill>
                  <a:srgbClr val="E0ECE0"/>
                </a:solidFill>
                <a:latin typeface="Arial"/>
                <a:ea typeface="Arial"/>
                <a:cs typeface="Arial"/>
              </a:defRPr>
            </a:lvl3pPr>
            <a:lvl4pPr algn="l">
              <a:defRPr sz="1800" b="0">
                <a:solidFill>
                  <a:srgbClr val="E0ECE0"/>
                </a:solidFill>
                <a:latin typeface="Arial"/>
                <a:ea typeface="Arial"/>
                <a:cs typeface="Arial"/>
              </a:defRPr>
            </a:lvl4pPr>
            <a:lvl5pPr algn="l">
              <a:defRPr sz="1800" b="0">
                <a:solidFill>
                  <a:srgbClr val="E0ECE0"/>
                </a:solidFill>
                <a:latin typeface="Arial"/>
                <a:ea typeface="Arial"/>
                <a:cs typeface="Arial"/>
              </a:defRPr>
            </a:lvl5pPr>
            <a:lvl6pPr algn="l">
              <a:defRPr sz="1800" b="0">
                <a:solidFill>
                  <a:srgbClr val="E0ECE0"/>
                </a:solidFill>
                <a:latin typeface="Arial"/>
                <a:ea typeface="Arial"/>
                <a:cs typeface="Arial"/>
              </a:defRPr>
            </a:lvl6pPr>
            <a:lvl7pPr algn="l">
              <a:defRPr sz="1800" b="0">
                <a:solidFill>
                  <a:srgbClr val="E0ECE0"/>
                </a:solidFill>
                <a:latin typeface="Arial"/>
                <a:ea typeface="Arial"/>
                <a:cs typeface="Arial"/>
              </a:defRPr>
            </a:lvl7pPr>
            <a:lvl8pPr algn="l">
              <a:defRPr sz="1800" b="0">
                <a:solidFill>
                  <a:srgbClr val="E0ECE0"/>
                </a:solidFill>
                <a:latin typeface="Arial"/>
                <a:ea typeface="Arial"/>
                <a:cs typeface="Arial"/>
              </a:defRPr>
            </a:lvl8pPr>
            <a:lvl9pPr algn="l">
              <a:defRPr sz="1800" b="0">
                <a:solidFill>
                  <a:srgbClr val="E0ECE0"/>
                </a:solidFill>
                <a:latin typeface="Arial"/>
                <a:ea typeface="Arial"/>
                <a:cs typeface="Arial"/>
              </a:defRPr>
            </a:lvl9pPr>
          </a:lstStyle>
          <a:p xmlns:a="http://schemas.openxmlformats.org/drawingml/2006/main">
            <a:pPr algn="l">
              <a:defRPr sz="1800" b="0">
                <a:solidFill>
                  <a:srgbClr val="E0ECE0"/>
                </a:solidFill>
                <a:latin typeface="Arial"/>
                <a:ea typeface="Arial"/>
                <a:cs typeface="Arial"/>
              </a:defRPr>
            </a:pPr>
            <a:r>
              <a:rPr sz="1800" b="0">
                <a:solidFill>
                  <a:srgbClr val="E0ECE0"/>
                </a:solidFill>
                <a:latin typeface="Arial"/>
                <a:ea typeface="Arial"/>
                <a:cs typeface="Arial"/>
              </a:rPr>
              <a:t>Connect compatible</a:t>
            </a:r>
          </a:p>
          <a:p xmlns:a="http://schemas.openxmlformats.org/drawingml/2006/main">
            <a:pPr algn="l">
              <a:defRPr sz="1800" b="0">
                <a:solidFill>
                  <a:srgbClr val="E0ECE0"/>
                </a:solidFill>
                <a:latin typeface="Arial"/>
                <a:ea typeface="Arial"/>
                <a:cs typeface="Arial"/>
              </a:defRPr>
            </a:pPr>
            <a:r>
              <a:rPr sz="1800" b="0">
                <a:solidFill>
                  <a:srgbClr val="E0ECE0"/>
                </a:solidFill>
                <a:latin typeface="Arial"/>
                <a:ea typeface="Arial"/>
                <a:cs typeface="Arial"/>
              </a:rPr>
              <a:t>species and marker panels.</a:t>
            </a:r>
          </a:p>
        </p:txBody>
      </p:sp>
      <p:sp>
        <p:nvSpPr>
          <p:cNvPr id="15" name="text-120">
            <a:extLst xmlns:a="http://schemas.openxmlformats.org/drawingml/2006/main">
              <a:ext uri="{FF2B5EF4-FFF2-40B4-BE49-F238E27FC236}">
                <a16:creationId xmlns:a16="http://schemas.microsoft.com/office/drawing/2014/main" id="{7C61A026-E39D-494C-83E7-55C059F6ED3E}"/>
              </a:ext>
            </a:extLst>
          </p:cNvPr>
          <p:cNvSpPr>
            <a:spLocks xmlns:a="http://schemas.openxmlformats.org/drawingml/2006/main" noGrp="1"/>
          </p:cNvSpPr>
          <p:nvPr/>
        </p:nvSpPr>
        <p:spPr>
          <a:xfrm xmlns:a="http://schemas.openxmlformats.org/drawingml/2006/main">
            <a:off x="609600" y="5495925"/>
            <a:ext cx="638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FFFFF"/>
                </a:solidFill>
                <a:latin typeface="Arial"/>
                <a:ea typeface="Arial"/>
                <a:cs typeface="Arial"/>
              </a:defRPr>
            </a:defPPr>
            <a:lvl1pPr algn="l">
              <a:defRPr sz="2100" b="1">
                <a:solidFill>
                  <a:srgbClr val="FFFFFF"/>
                </a:solidFill>
                <a:latin typeface="Arial"/>
                <a:ea typeface="Arial"/>
                <a:cs typeface="Arial"/>
              </a:defRPr>
            </a:lvl1pPr>
            <a:lvl2pPr algn="l">
              <a:defRPr sz="2100" b="1">
                <a:solidFill>
                  <a:srgbClr val="FFFFFF"/>
                </a:solidFill>
                <a:latin typeface="Arial"/>
                <a:ea typeface="Arial"/>
                <a:cs typeface="Arial"/>
              </a:defRPr>
            </a:lvl2pPr>
            <a:lvl3pPr algn="l">
              <a:defRPr sz="2100" b="1">
                <a:solidFill>
                  <a:srgbClr val="FFFFFF"/>
                </a:solidFill>
                <a:latin typeface="Arial"/>
                <a:ea typeface="Arial"/>
                <a:cs typeface="Arial"/>
              </a:defRPr>
            </a:lvl3pPr>
            <a:lvl4pPr algn="l">
              <a:defRPr sz="2100" b="1">
                <a:solidFill>
                  <a:srgbClr val="FFFFFF"/>
                </a:solidFill>
                <a:latin typeface="Arial"/>
                <a:ea typeface="Arial"/>
                <a:cs typeface="Arial"/>
              </a:defRPr>
            </a:lvl4pPr>
            <a:lvl5pPr algn="l">
              <a:defRPr sz="2100" b="1">
                <a:solidFill>
                  <a:srgbClr val="FFFFFF"/>
                </a:solidFill>
                <a:latin typeface="Arial"/>
                <a:ea typeface="Arial"/>
                <a:cs typeface="Arial"/>
              </a:defRPr>
            </a:lvl5pPr>
            <a:lvl6pPr algn="l">
              <a:defRPr sz="2100" b="1">
                <a:solidFill>
                  <a:srgbClr val="FFFFFF"/>
                </a:solidFill>
                <a:latin typeface="Arial"/>
                <a:ea typeface="Arial"/>
                <a:cs typeface="Arial"/>
              </a:defRPr>
            </a:lvl6pPr>
            <a:lvl7pPr algn="l">
              <a:defRPr sz="2100" b="1">
                <a:solidFill>
                  <a:srgbClr val="FFFFFF"/>
                </a:solidFill>
                <a:latin typeface="Arial"/>
                <a:ea typeface="Arial"/>
                <a:cs typeface="Arial"/>
              </a:defRPr>
            </a:lvl7pPr>
            <a:lvl8pPr algn="l">
              <a:defRPr sz="2100" b="1">
                <a:solidFill>
                  <a:srgbClr val="FFFFFF"/>
                </a:solidFill>
                <a:latin typeface="Arial"/>
                <a:ea typeface="Arial"/>
                <a:cs typeface="Arial"/>
              </a:defRPr>
            </a:lvl8pPr>
            <a:lvl9pPr algn="l">
              <a:defRPr sz="2100" b="1">
                <a:solidFill>
                  <a:srgbClr val="FFFFFF"/>
                </a:solidFill>
                <a:latin typeface="Arial"/>
                <a:ea typeface="Arial"/>
                <a:cs typeface="Arial"/>
              </a:defRPr>
            </a:lvl9pPr>
          </a:lstStyle>
          <a:p xmlns:a="http://schemas.openxmlformats.org/drawingml/2006/main">
            <a:pPr algn="l">
              <a:defRPr sz="2100" b="1">
                <a:solidFill>
                  <a:srgbClr val="FFFFFF"/>
                </a:solidFill>
                <a:latin typeface="Arial"/>
                <a:ea typeface="Arial"/>
                <a:cs typeface="Arial"/>
              </a:defRPr>
            </a:pPr>
            <a:r>
              <a:rPr sz="2100" b="1">
                <a:solidFill>
                  <a:srgbClr val="FFFFFF"/>
                </a:solidFill>
                <a:latin typeface="Arial"/>
                <a:ea typeface="Arial"/>
                <a:cs typeface="Arial"/>
              </a:rPr>
              <a:t>Try the working soybean demo</a:t>
            </a:r>
          </a:p>
        </p:txBody>
      </p:sp>
      <p:sp>
        <p:nvSpPr>
          <p:cNvPr id="16" name="text-121">
            <a:extLst xmlns:a="http://schemas.openxmlformats.org/drawingml/2006/main">
              <a:ext uri="{FF2B5EF4-FFF2-40B4-BE49-F238E27FC236}">
                <a16:creationId xmlns:a16="http://schemas.microsoft.com/office/drawing/2014/main" id="{51A2F6A1-50ED-45A6-890A-EEEE00D945BA}"/>
              </a:ext>
            </a:extLst>
          </p:cNvPr>
          <p:cNvSpPr>
            <a:spLocks xmlns:a="http://schemas.openxmlformats.org/drawingml/2006/main" noGrp="1"/>
          </p:cNvSpPr>
          <p:nvPr/>
        </p:nvSpPr>
        <p:spPr>
          <a:xfrm xmlns:a="http://schemas.openxmlformats.org/drawingml/2006/main">
            <a:off x="8239125" y="5476875"/>
            <a:ext cx="33432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400" b="1">
                <a:solidFill>
                  <a:srgbClr val="FFFFFF"/>
                </a:solidFill>
                <a:latin typeface="Arial"/>
                <a:ea typeface="Arial"/>
                <a:cs typeface="Arial"/>
              </a:defRPr>
            </a:defPPr>
            <a:lvl1pPr algn="r">
              <a:defRPr sz="2400" b="1">
                <a:solidFill>
                  <a:srgbClr val="FFFFFF"/>
                </a:solidFill>
                <a:latin typeface="Arial"/>
                <a:ea typeface="Arial"/>
                <a:cs typeface="Arial"/>
              </a:defRPr>
            </a:lvl1pPr>
            <a:lvl2pPr algn="r">
              <a:defRPr sz="2400" b="1">
                <a:solidFill>
                  <a:srgbClr val="FFFFFF"/>
                </a:solidFill>
                <a:latin typeface="Arial"/>
                <a:ea typeface="Arial"/>
                <a:cs typeface="Arial"/>
              </a:defRPr>
            </a:lvl2pPr>
            <a:lvl3pPr algn="r">
              <a:defRPr sz="2400" b="1">
                <a:solidFill>
                  <a:srgbClr val="FFFFFF"/>
                </a:solidFill>
                <a:latin typeface="Arial"/>
                <a:ea typeface="Arial"/>
                <a:cs typeface="Arial"/>
              </a:defRPr>
            </a:lvl3pPr>
            <a:lvl4pPr algn="r">
              <a:defRPr sz="2400" b="1">
                <a:solidFill>
                  <a:srgbClr val="FFFFFF"/>
                </a:solidFill>
                <a:latin typeface="Arial"/>
                <a:ea typeface="Arial"/>
                <a:cs typeface="Arial"/>
              </a:defRPr>
            </a:lvl4pPr>
            <a:lvl5pPr algn="r">
              <a:defRPr sz="2400" b="1">
                <a:solidFill>
                  <a:srgbClr val="FFFFFF"/>
                </a:solidFill>
                <a:latin typeface="Arial"/>
                <a:ea typeface="Arial"/>
                <a:cs typeface="Arial"/>
              </a:defRPr>
            </a:lvl5pPr>
            <a:lvl6pPr algn="r">
              <a:defRPr sz="2400" b="1">
                <a:solidFill>
                  <a:srgbClr val="FFFFFF"/>
                </a:solidFill>
                <a:latin typeface="Arial"/>
                <a:ea typeface="Arial"/>
                <a:cs typeface="Arial"/>
              </a:defRPr>
            </a:lvl6pPr>
            <a:lvl7pPr algn="r">
              <a:defRPr sz="2400" b="1">
                <a:solidFill>
                  <a:srgbClr val="FFFFFF"/>
                </a:solidFill>
                <a:latin typeface="Arial"/>
                <a:ea typeface="Arial"/>
                <a:cs typeface="Arial"/>
              </a:defRPr>
            </a:lvl7pPr>
            <a:lvl8pPr algn="r">
              <a:defRPr sz="2400" b="1">
                <a:solidFill>
                  <a:srgbClr val="FFFFFF"/>
                </a:solidFill>
                <a:latin typeface="Arial"/>
                <a:ea typeface="Arial"/>
                <a:cs typeface="Arial"/>
              </a:defRPr>
            </a:lvl8pPr>
            <a:lvl9pPr algn="r">
              <a:defRPr sz="2400" b="1">
                <a:solidFill>
                  <a:srgbClr val="FFFFFF"/>
                </a:solidFill>
                <a:latin typeface="Arial"/>
                <a:ea typeface="Arial"/>
                <a:cs typeface="Arial"/>
              </a:defRPr>
            </a:lvl9pPr>
          </a:lstStyle>
          <a:p xmlns:a="http://schemas.openxmlformats.org/drawingml/2006/main">
            <a:pPr algn="r">
              <a:defRPr sz="2400" b="1">
                <a:solidFill>
                  <a:srgbClr val="FFFFFF"/>
                </a:solidFill>
                <a:latin typeface="Arial"/>
                <a:ea typeface="Arial"/>
                <a:cs typeface="Arial"/>
              </a:defRPr>
            </a:pPr>
            <a:r>
              <a:rPr sz="2400" b="1">
                <a:solidFill>
                  <a:srgbClr val="FFFFFF"/>
                </a:solidFill>
                <a:latin typeface="Arial"/>
                <a:ea typeface="Arial"/>
                <a:cs typeface="Arial"/>
              </a:rPr>
              <a:t>celloras.com</a:t>
            </a:r>
          </a:p>
        </p:txBody>
      </p:sp>
    </p:spTree>
    <p:extLst>
      <p:ext uri="{BB962C8B-B14F-4D97-AF65-F5344CB8AC3E}">
        <p14:creationId xmlns:p14="http://schemas.microsoft.com/office/powerpoint/2010/main" val="100678899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text-122">
            <a:extLst xmlns:a="http://schemas.openxmlformats.org/drawingml/2006/main">
              <a:ext uri="{FF2B5EF4-FFF2-40B4-BE49-F238E27FC236}">
                <a16:creationId xmlns:a16="http://schemas.microsoft.com/office/drawing/2014/main" id="{17D388CC-A7E2-4118-9B30-0DC9F6BCFA82}"/>
              </a:ext>
            </a:extLst>
          </p:cNvPr>
          <p:cNvSpPr>
            <a:spLocks xmlns:a="http://schemas.openxmlformats.org/drawingml/2006/main" noGrp="1"/>
          </p:cNvSpPr>
          <p:nvPr/>
        </p:nvSpPr>
        <p:spPr>
          <a:xfrm xmlns:a="http://schemas.openxmlformats.org/drawingml/2006/main">
            <a:off x="609600" y="323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SOURCES &amp; DECK REFERENCES</a:t>
            </a:r>
          </a:p>
        </p:txBody>
      </p:sp>
      <p:sp>
        <p:nvSpPr>
          <p:cNvPr id="2" name="block-123">
            <a:extLst xmlns:a="http://schemas.openxmlformats.org/drawingml/2006/main">
              <a:ext uri="{FF2B5EF4-FFF2-40B4-BE49-F238E27FC236}">
                <a16:creationId xmlns:a16="http://schemas.microsoft.com/office/drawing/2014/main" id="{751896A9-C06B-447F-BA19-0C40B3735604}"/>
              </a:ext>
            </a:extLst>
          </p:cNvPr>
          <p:cNvSpPr>
            <a:spLocks xmlns:a="http://schemas.openxmlformats.org/drawingml/2006/main" noGrp="1"/>
          </p:cNvSpPr>
          <p:nvPr/>
        </p:nvSpPr>
        <p:spPr>
          <a:xfrm xmlns:a="http://schemas.openxmlformats.org/drawingml/2006/main">
            <a:off x="609600" y="6391275"/>
            <a:ext cx="10972800" cy="9525"/>
          </a:xfrm>
          <a:prstGeom xmlns:a="http://schemas.openxmlformats.org/drawingml/2006/main" prst="rect">
            <a:avLst/>
          </a:prstGeom>
          <a:solidFill xmlns:a="http://schemas.openxmlformats.org/drawingml/2006/main">
            <a:srgbClr val="D8E1D9"/>
          </a:solidFill>
          <a:ln xmlns:a="http://schemas.openxmlformats.org/drawingml/2006/main" w="0">
            <a:noFill/>
          </a:ln>
        </p:spPr>
      </p:sp>
      <p:sp>
        <p:nvSpPr>
          <p:cNvPr id="3" name="text-124">
            <a:extLst xmlns:a="http://schemas.openxmlformats.org/drawingml/2006/main">
              <a:ext uri="{FF2B5EF4-FFF2-40B4-BE49-F238E27FC236}">
                <a16:creationId xmlns:a16="http://schemas.microsoft.com/office/drawing/2014/main" id="{07F4DBEC-C13A-44FC-BD25-434E180EFAAC}"/>
              </a:ext>
            </a:extLst>
          </p:cNvPr>
          <p:cNvSpPr>
            <a:spLocks xmlns:a="http://schemas.openxmlformats.org/drawingml/2006/main" noGrp="1"/>
          </p:cNvSpPr>
          <p:nvPr/>
        </p:nvSpPr>
        <p:spPr>
          <a:xfrm xmlns:a="http://schemas.openxmlformats.org/drawingml/2006/main">
            <a:off x="609600" y="6505575"/>
            <a:ext cx="876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2645A"/>
                </a:solidFill>
                <a:latin typeface="Arial"/>
                <a:ea typeface="Arial"/>
                <a:cs typeface="Arial"/>
              </a:defRPr>
            </a:defPPr>
            <a:lvl1pPr algn="l">
              <a:defRPr sz="825" b="0">
                <a:solidFill>
                  <a:srgbClr val="52645A"/>
                </a:solidFill>
                <a:latin typeface="Arial"/>
                <a:ea typeface="Arial"/>
                <a:cs typeface="Arial"/>
              </a:defRPr>
            </a:lvl1pPr>
            <a:lvl2pPr algn="l">
              <a:defRPr sz="825" b="0">
                <a:solidFill>
                  <a:srgbClr val="52645A"/>
                </a:solidFill>
                <a:latin typeface="Arial"/>
                <a:ea typeface="Arial"/>
                <a:cs typeface="Arial"/>
              </a:defRPr>
            </a:lvl2pPr>
            <a:lvl3pPr algn="l">
              <a:defRPr sz="825" b="0">
                <a:solidFill>
                  <a:srgbClr val="52645A"/>
                </a:solidFill>
                <a:latin typeface="Arial"/>
                <a:ea typeface="Arial"/>
                <a:cs typeface="Arial"/>
              </a:defRPr>
            </a:lvl3pPr>
            <a:lvl4pPr algn="l">
              <a:defRPr sz="825" b="0">
                <a:solidFill>
                  <a:srgbClr val="52645A"/>
                </a:solidFill>
                <a:latin typeface="Arial"/>
                <a:ea typeface="Arial"/>
                <a:cs typeface="Arial"/>
              </a:defRPr>
            </a:lvl4pPr>
            <a:lvl5pPr algn="l">
              <a:defRPr sz="825" b="0">
                <a:solidFill>
                  <a:srgbClr val="52645A"/>
                </a:solidFill>
                <a:latin typeface="Arial"/>
                <a:ea typeface="Arial"/>
                <a:cs typeface="Arial"/>
              </a:defRPr>
            </a:lvl5pPr>
            <a:lvl6pPr algn="l">
              <a:defRPr sz="825" b="0">
                <a:solidFill>
                  <a:srgbClr val="52645A"/>
                </a:solidFill>
                <a:latin typeface="Arial"/>
                <a:ea typeface="Arial"/>
                <a:cs typeface="Arial"/>
              </a:defRPr>
            </a:lvl6pPr>
            <a:lvl7pPr algn="l">
              <a:defRPr sz="825" b="0">
                <a:solidFill>
                  <a:srgbClr val="52645A"/>
                </a:solidFill>
                <a:latin typeface="Arial"/>
                <a:ea typeface="Arial"/>
                <a:cs typeface="Arial"/>
              </a:defRPr>
            </a:lvl7pPr>
            <a:lvl8pPr algn="l">
              <a:defRPr sz="825" b="0">
                <a:solidFill>
                  <a:srgbClr val="52645A"/>
                </a:solidFill>
                <a:latin typeface="Arial"/>
                <a:ea typeface="Arial"/>
                <a:cs typeface="Arial"/>
              </a:defRPr>
            </a:lvl8pPr>
            <a:lvl9pPr algn="l">
              <a:defRPr sz="825" b="0">
                <a:solidFill>
                  <a:srgbClr val="52645A"/>
                </a:solidFill>
                <a:latin typeface="Arial"/>
                <a:ea typeface="Arial"/>
                <a:cs typeface="Arial"/>
              </a:defRPr>
            </a:lvl9pPr>
          </a:lstStyle>
          <a:p xmlns:a="http://schemas.openxmlformats.org/drawingml/2006/main">
            <a:pPr algn="l">
              <a:defRPr sz="825" b="0">
                <a:solidFill>
                  <a:srgbClr val="52645A"/>
                </a:solidFill>
                <a:latin typeface="Arial"/>
                <a:ea typeface="Arial"/>
                <a:cs typeface="Arial"/>
              </a:defRPr>
            </a:pPr>
            <a:r>
              <a:rPr sz="825" b="0">
                <a:solidFill>
                  <a:srgbClr val="52645A"/>
                </a:solidFill>
                <a:latin typeface="Arial"/>
                <a:ea typeface="Arial"/>
                <a:cs typeface="Arial"/>
              </a:rPr>
              <a:t>CELLORAS  /  GENAI HACKATHON 2026</a:t>
            </a:r>
          </a:p>
        </p:txBody>
      </p:sp>
      <p:sp>
        <p:nvSpPr>
          <p:cNvPr id="4" name="text-125">
            <a:extLst xmlns:a="http://schemas.openxmlformats.org/drawingml/2006/main">
              <a:ext uri="{FF2B5EF4-FFF2-40B4-BE49-F238E27FC236}">
                <a16:creationId xmlns:a16="http://schemas.microsoft.com/office/drawing/2014/main" id="{1405AFCE-75A7-427D-BA56-F5CC50225D5F}"/>
              </a:ext>
            </a:extLst>
          </p:cNvPr>
          <p:cNvSpPr>
            <a:spLocks xmlns:a="http://schemas.openxmlformats.org/drawingml/2006/main" noGrp="1"/>
          </p:cNvSpPr>
          <p:nvPr/>
        </p:nvSpPr>
        <p:spPr>
          <a:xfrm xmlns:a="http://schemas.openxmlformats.org/drawingml/2006/main">
            <a:off x="11144250" y="6477000"/>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2645A"/>
                </a:solidFill>
                <a:latin typeface="Arial"/>
                <a:ea typeface="Arial"/>
                <a:cs typeface="Arial"/>
              </a:defRPr>
            </a:defPPr>
            <a:lvl1pPr algn="r">
              <a:defRPr sz="1050" b="0">
                <a:solidFill>
                  <a:srgbClr val="52645A"/>
                </a:solidFill>
                <a:latin typeface="Arial"/>
                <a:ea typeface="Arial"/>
                <a:cs typeface="Arial"/>
              </a:defRPr>
            </a:lvl1pPr>
            <a:lvl2pPr algn="r">
              <a:defRPr sz="1050" b="0">
                <a:solidFill>
                  <a:srgbClr val="52645A"/>
                </a:solidFill>
                <a:latin typeface="Arial"/>
                <a:ea typeface="Arial"/>
                <a:cs typeface="Arial"/>
              </a:defRPr>
            </a:lvl2pPr>
            <a:lvl3pPr algn="r">
              <a:defRPr sz="1050" b="0">
                <a:solidFill>
                  <a:srgbClr val="52645A"/>
                </a:solidFill>
                <a:latin typeface="Arial"/>
                <a:ea typeface="Arial"/>
                <a:cs typeface="Arial"/>
              </a:defRPr>
            </a:lvl3pPr>
            <a:lvl4pPr algn="r">
              <a:defRPr sz="1050" b="0">
                <a:solidFill>
                  <a:srgbClr val="52645A"/>
                </a:solidFill>
                <a:latin typeface="Arial"/>
                <a:ea typeface="Arial"/>
                <a:cs typeface="Arial"/>
              </a:defRPr>
            </a:lvl4pPr>
            <a:lvl5pPr algn="r">
              <a:defRPr sz="1050" b="0">
                <a:solidFill>
                  <a:srgbClr val="52645A"/>
                </a:solidFill>
                <a:latin typeface="Arial"/>
                <a:ea typeface="Arial"/>
                <a:cs typeface="Arial"/>
              </a:defRPr>
            </a:lvl5pPr>
            <a:lvl6pPr algn="r">
              <a:defRPr sz="1050" b="0">
                <a:solidFill>
                  <a:srgbClr val="52645A"/>
                </a:solidFill>
                <a:latin typeface="Arial"/>
                <a:ea typeface="Arial"/>
                <a:cs typeface="Arial"/>
              </a:defRPr>
            </a:lvl6pPr>
            <a:lvl7pPr algn="r">
              <a:defRPr sz="1050" b="0">
                <a:solidFill>
                  <a:srgbClr val="52645A"/>
                </a:solidFill>
                <a:latin typeface="Arial"/>
                <a:ea typeface="Arial"/>
                <a:cs typeface="Arial"/>
              </a:defRPr>
            </a:lvl7pPr>
            <a:lvl8pPr algn="r">
              <a:defRPr sz="1050" b="0">
                <a:solidFill>
                  <a:srgbClr val="52645A"/>
                </a:solidFill>
                <a:latin typeface="Arial"/>
                <a:ea typeface="Arial"/>
                <a:cs typeface="Arial"/>
              </a:defRPr>
            </a:lvl8pPr>
            <a:lvl9pPr algn="r">
              <a:defRPr sz="1050" b="0">
                <a:solidFill>
                  <a:srgbClr val="52645A"/>
                </a:solidFill>
                <a:latin typeface="Arial"/>
                <a:ea typeface="Arial"/>
                <a:cs typeface="Arial"/>
              </a:defRPr>
            </a:lvl9pPr>
          </a:lstStyle>
          <a:p xmlns:a="http://schemas.openxmlformats.org/drawingml/2006/main">
            <a:pPr algn="r">
              <a:defRPr sz="1050" b="0">
                <a:solidFill>
                  <a:srgbClr val="52645A"/>
                </a:solidFill>
                <a:latin typeface="Arial"/>
                <a:ea typeface="Arial"/>
                <a:cs typeface="Arial"/>
              </a:defRPr>
            </a:pPr>
            <a:r>
              <a:rPr sz="1050" b="0">
                <a:solidFill>
                  <a:srgbClr val="52645A"/>
                </a:solidFill>
                <a:latin typeface="Arial"/>
                <a:ea typeface="Arial"/>
                <a:cs typeface="Arial"/>
              </a:rPr>
              <a:t>10</a:t>
            </a:r>
          </a:p>
        </p:txBody>
      </p:sp>
      <p:sp>
        <p:nvSpPr>
          <p:cNvPr id="5" name="text-126">
            <a:extLst xmlns:a="http://schemas.openxmlformats.org/drawingml/2006/main">
              <a:ext uri="{FF2B5EF4-FFF2-40B4-BE49-F238E27FC236}">
                <a16:creationId xmlns:a16="http://schemas.microsoft.com/office/drawing/2014/main" id="{94862C88-E9B7-4C6A-8DDD-78369ED9DD90}"/>
              </a:ext>
            </a:extLst>
          </p:cNvPr>
          <p:cNvSpPr>
            <a:spLocks xmlns:a="http://schemas.openxmlformats.org/drawingml/2006/main" noGrp="1"/>
          </p:cNvSpPr>
          <p:nvPr/>
        </p:nvSpPr>
        <p:spPr>
          <a:xfrm xmlns:a="http://schemas.openxmlformats.org/drawingml/2006/main">
            <a:off x="609600" y="83820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4261A"/>
                </a:solidFill>
                <a:latin typeface="Arial"/>
                <a:ea typeface="Arial"/>
                <a:cs typeface="Arial"/>
              </a:defRPr>
            </a:defPPr>
            <a:lvl1pPr algn="l">
              <a:defRPr sz="3600" b="1">
                <a:solidFill>
                  <a:srgbClr val="14261A"/>
                </a:solidFill>
                <a:latin typeface="Arial"/>
                <a:ea typeface="Arial"/>
                <a:cs typeface="Arial"/>
              </a:defRPr>
            </a:lvl1pPr>
            <a:lvl2pPr algn="l">
              <a:defRPr sz="3600" b="1">
                <a:solidFill>
                  <a:srgbClr val="14261A"/>
                </a:solidFill>
                <a:latin typeface="Arial"/>
                <a:ea typeface="Arial"/>
                <a:cs typeface="Arial"/>
              </a:defRPr>
            </a:lvl2pPr>
            <a:lvl3pPr algn="l">
              <a:defRPr sz="3600" b="1">
                <a:solidFill>
                  <a:srgbClr val="14261A"/>
                </a:solidFill>
                <a:latin typeface="Arial"/>
                <a:ea typeface="Arial"/>
                <a:cs typeface="Arial"/>
              </a:defRPr>
            </a:lvl3pPr>
            <a:lvl4pPr algn="l">
              <a:defRPr sz="3600" b="1">
                <a:solidFill>
                  <a:srgbClr val="14261A"/>
                </a:solidFill>
                <a:latin typeface="Arial"/>
                <a:ea typeface="Arial"/>
                <a:cs typeface="Arial"/>
              </a:defRPr>
            </a:lvl4pPr>
            <a:lvl5pPr algn="l">
              <a:defRPr sz="3600" b="1">
                <a:solidFill>
                  <a:srgbClr val="14261A"/>
                </a:solidFill>
                <a:latin typeface="Arial"/>
                <a:ea typeface="Arial"/>
                <a:cs typeface="Arial"/>
              </a:defRPr>
            </a:lvl5pPr>
            <a:lvl6pPr algn="l">
              <a:defRPr sz="3600" b="1">
                <a:solidFill>
                  <a:srgbClr val="14261A"/>
                </a:solidFill>
                <a:latin typeface="Arial"/>
                <a:ea typeface="Arial"/>
                <a:cs typeface="Arial"/>
              </a:defRPr>
            </a:lvl6pPr>
            <a:lvl7pPr algn="l">
              <a:defRPr sz="3600" b="1">
                <a:solidFill>
                  <a:srgbClr val="14261A"/>
                </a:solidFill>
                <a:latin typeface="Arial"/>
                <a:ea typeface="Arial"/>
                <a:cs typeface="Arial"/>
              </a:defRPr>
            </a:lvl7pPr>
            <a:lvl8pPr algn="l">
              <a:defRPr sz="3600" b="1">
                <a:solidFill>
                  <a:srgbClr val="14261A"/>
                </a:solidFill>
                <a:latin typeface="Arial"/>
                <a:ea typeface="Arial"/>
                <a:cs typeface="Arial"/>
              </a:defRPr>
            </a:lvl8pPr>
            <a:lvl9pPr algn="l">
              <a:defRPr sz="3600" b="1">
                <a:solidFill>
                  <a:srgbClr val="14261A"/>
                </a:solidFill>
                <a:latin typeface="Arial"/>
                <a:ea typeface="Arial"/>
                <a:cs typeface="Arial"/>
              </a:defRPr>
            </a:lvl9pPr>
          </a:lstStyle>
          <a:p xmlns:a="http://schemas.openxmlformats.org/drawingml/2006/main">
            <a:pPr algn="l">
              <a:defRPr sz="3600" b="1">
                <a:solidFill>
                  <a:srgbClr val="14261A"/>
                </a:solidFill>
                <a:latin typeface="Arial"/>
                <a:ea typeface="Arial"/>
                <a:cs typeface="Arial"/>
              </a:defRPr>
            </a:pPr>
            <a:r>
              <a:rPr sz="3600" b="1">
                <a:solidFill>
                  <a:srgbClr val="14261A"/>
                </a:solidFill>
                <a:latin typeface="Arial"/>
                <a:ea typeface="Arial"/>
                <a:cs typeface="Arial"/>
              </a:rPr>
              <a:t>Built from real data and working code.</a:t>
            </a:r>
          </a:p>
        </p:txBody>
      </p:sp>
      <p:sp>
        <p:nvSpPr>
          <p:cNvPr id="6" name="text-127">
            <a:extLst xmlns:a="http://schemas.openxmlformats.org/drawingml/2006/main">
              <a:ext uri="{FF2B5EF4-FFF2-40B4-BE49-F238E27FC236}">
                <a16:creationId xmlns:a16="http://schemas.microsoft.com/office/drawing/2014/main" id="{9E3D830E-7C99-40E1-9210-2ABD97589EBF}"/>
              </a:ext>
            </a:extLst>
          </p:cNvPr>
          <p:cNvSpPr>
            <a:spLocks xmlns:a="http://schemas.openxmlformats.org/drawingml/2006/main" noGrp="1"/>
          </p:cNvSpPr>
          <p:nvPr/>
        </p:nvSpPr>
        <p:spPr>
          <a:xfrm xmlns:a="http://schemas.openxmlformats.org/drawingml/2006/main">
            <a:off x="609600" y="2190750"/>
            <a:ext cx="516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01  DATA</a:t>
            </a:r>
          </a:p>
        </p:txBody>
      </p:sp>
      <p:sp>
        <p:nvSpPr>
          <p:cNvPr id="7" name="text-128">
            <a:extLst xmlns:a="http://schemas.openxmlformats.org/drawingml/2006/main">
              <a:ext uri="{FF2B5EF4-FFF2-40B4-BE49-F238E27FC236}">
                <a16:creationId xmlns:a16="http://schemas.microsoft.com/office/drawing/2014/main" id="{97576AB5-6C4B-4E3C-BA16-C231F695D42D}"/>
              </a:ext>
            </a:extLst>
          </p:cNvPr>
          <p:cNvSpPr>
            <a:spLocks xmlns:a="http://schemas.openxmlformats.org/drawingml/2006/main" noGrp="1"/>
          </p:cNvSpPr>
          <p:nvPr/>
        </p:nvSpPr>
        <p:spPr>
          <a:xfrm xmlns:a="http://schemas.openxmlformats.org/drawingml/2006/main">
            <a:off x="609600" y="254317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4261A"/>
                </a:solidFill>
                <a:latin typeface="Arial"/>
                <a:ea typeface="Arial"/>
                <a:cs typeface="Arial"/>
              </a:defRPr>
            </a:defPPr>
            <a:lvl1pPr algn="l">
              <a:defRPr sz="1875" b="1">
                <a:solidFill>
                  <a:srgbClr val="14261A"/>
                </a:solidFill>
                <a:latin typeface="Arial"/>
                <a:ea typeface="Arial"/>
                <a:cs typeface="Arial"/>
              </a:defRPr>
            </a:lvl1pPr>
            <a:lvl2pPr algn="l">
              <a:defRPr sz="1875" b="1">
                <a:solidFill>
                  <a:srgbClr val="14261A"/>
                </a:solidFill>
                <a:latin typeface="Arial"/>
                <a:ea typeface="Arial"/>
                <a:cs typeface="Arial"/>
              </a:defRPr>
            </a:lvl2pPr>
            <a:lvl3pPr algn="l">
              <a:defRPr sz="1875" b="1">
                <a:solidFill>
                  <a:srgbClr val="14261A"/>
                </a:solidFill>
                <a:latin typeface="Arial"/>
                <a:ea typeface="Arial"/>
                <a:cs typeface="Arial"/>
              </a:defRPr>
            </a:lvl3pPr>
            <a:lvl4pPr algn="l">
              <a:defRPr sz="1875" b="1">
                <a:solidFill>
                  <a:srgbClr val="14261A"/>
                </a:solidFill>
                <a:latin typeface="Arial"/>
                <a:ea typeface="Arial"/>
                <a:cs typeface="Arial"/>
              </a:defRPr>
            </a:lvl4pPr>
            <a:lvl5pPr algn="l">
              <a:defRPr sz="1875" b="1">
                <a:solidFill>
                  <a:srgbClr val="14261A"/>
                </a:solidFill>
                <a:latin typeface="Arial"/>
                <a:ea typeface="Arial"/>
                <a:cs typeface="Arial"/>
              </a:defRPr>
            </a:lvl5pPr>
            <a:lvl6pPr algn="l">
              <a:defRPr sz="1875" b="1">
                <a:solidFill>
                  <a:srgbClr val="14261A"/>
                </a:solidFill>
                <a:latin typeface="Arial"/>
                <a:ea typeface="Arial"/>
                <a:cs typeface="Arial"/>
              </a:defRPr>
            </a:lvl6pPr>
            <a:lvl7pPr algn="l">
              <a:defRPr sz="1875" b="1">
                <a:solidFill>
                  <a:srgbClr val="14261A"/>
                </a:solidFill>
                <a:latin typeface="Arial"/>
                <a:ea typeface="Arial"/>
                <a:cs typeface="Arial"/>
              </a:defRPr>
            </a:lvl7pPr>
            <a:lvl8pPr algn="l">
              <a:defRPr sz="1875" b="1">
                <a:solidFill>
                  <a:srgbClr val="14261A"/>
                </a:solidFill>
                <a:latin typeface="Arial"/>
                <a:ea typeface="Arial"/>
                <a:cs typeface="Arial"/>
              </a:defRPr>
            </a:lvl8pPr>
            <a:lvl9pPr algn="l">
              <a:defRPr sz="1875" b="1">
                <a:solidFill>
                  <a:srgbClr val="14261A"/>
                </a:solidFill>
                <a:latin typeface="Arial"/>
                <a:ea typeface="Arial"/>
                <a:cs typeface="Arial"/>
              </a:defRPr>
            </a:lvl9pPr>
          </a:lstStyle>
          <a:p xmlns:a="http://schemas.openxmlformats.org/drawingml/2006/main">
            <a:pPr algn="l">
              <a:defRPr sz="1875" b="1">
                <a:solidFill>
                  <a:srgbClr val="14261A"/>
                </a:solidFill>
                <a:latin typeface="Arial"/>
                <a:ea typeface="Arial"/>
                <a:cs typeface="Arial"/>
              </a:defRPr>
            </a:pPr>
            <a:r>
              <a:rPr sz="1875" b="1">
                <a:solidFill>
                  <a:srgbClr val="14261A"/>
                </a:solidFill>
                <a:latin typeface="Arial"/>
                <a:ea typeface="Arial"/>
                <a:cs typeface="Arial"/>
                <a:hlinkClick xmlns:r="http://schemas.openxmlformats.org/officeDocument/2006/relationships" r:id="R8ec26b2384594752"/>
              </a:rPr>
              <a:t>Soybean developmental atlas</a:t>
            </a:r>
          </a:p>
        </p:txBody>
      </p:sp>
      <p:sp>
        <p:nvSpPr>
          <p:cNvPr id="8" name="text-129">
            <a:extLst xmlns:a="http://schemas.openxmlformats.org/drawingml/2006/main">
              <a:ext uri="{FF2B5EF4-FFF2-40B4-BE49-F238E27FC236}">
                <a16:creationId xmlns:a16="http://schemas.microsoft.com/office/drawing/2014/main" id="{3072D4DB-B126-4197-952F-05960CFE86C3}"/>
              </a:ext>
            </a:extLst>
          </p:cNvPr>
          <p:cNvSpPr>
            <a:spLocks xmlns:a="http://schemas.openxmlformats.org/drawingml/2006/main" noGrp="1"/>
          </p:cNvSpPr>
          <p:nvPr/>
        </p:nvSpPr>
        <p:spPr>
          <a:xfrm xmlns:a="http://schemas.openxmlformats.org/drawingml/2006/main">
            <a:off x="609600" y="2981325"/>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2645A"/>
                </a:solidFill>
                <a:latin typeface="Arial"/>
                <a:ea typeface="Arial"/>
                <a:cs typeface="Arial"/>
              </a:defRPr>
            </a:defPPr>
            <a:lvl1pPr algn="l">
              <a:defRPr sz="1425" b="0">
                <a:solidFill>
                  <a:srgbClr val="52645A"/>
                </a:solidFill>
                <a:latin typeface="Arial"/>
                <a:ea typeface="Arial"/>
                <a:cs typeface="Arial"/>
              </a:defRPr>
            </a:lvl1pPr>
            <a:lvl2pPr algn="l">
              <a:defRPr sz="1425" b="0">
                <a:solidFill>
                  <a:srgbClr val="52645A"/>
                </a:solidFill>
                <a:latin typeface="Arial"/>
                <a:ea typeface="Arial"/>
                <a:cs typeface="Arial"/>
              </a:defRPr>
            </a:lvl2pPr>
            <a:lvl3pPr algn="l">
              <a:defRPr sz="1425" b="0">
                <a:solidFill>
                  <a:srgbClr val="52645A"/>
                </a:solidFill>
                <a:latin typeface="Arial"/>
                <a:ea typeface="Arial"/>
                <a:cs typeface="Arial"/>
              </a:defRPr>
            </a:lvl3pPr>
            <a:lvl4pPr algn="l">
              <a:defRPr sz="1425" b="0">
                <a:solidFill>
                  <a:srgbClr val="52645A"/>
                </a:solidFill>
                <a:latin typeface="Arial"/>
                <a:ea typeface="Arial"/>
                <a:cs typeface="Arial"/>
              </a:defRPr>
            </a:lvl4pPr>
            <a:lvl5pPr algn="l">
              <a:defRPr sz="1425" b="0">
                <a:solidFill>
                  <a:srgbClr val="52645A"/>
                </a:solidFill>
                <a:latin typeface="Arial"/>
                <a:ea typeface="Arial"/>
                <a:cs typeface="Arial"/>
              </a:defRPr>
            </a:lvl5pPr>
            <a:lvl6pPr algn="l">
              <a:defRPr sz="1425" b="0">
                <a:solidFill>
                  <a:srgbClr val="52645A"/>
                </a:solidFill>
                <a:latin typeface="Arial"/>
                <a:ea typeface="Arial"/>
                <a:cs typeface="Arial"/>
              </a:defRPr>
            </a:lvl6pPr>
            <a:lvl7pPr algn="l">
              <a:defRPr sz="1425" b="0">
                <a:solidFill>
                  <a:srgbClr val="52645A"/>
                </a:solidFill>
                <a:latin typeface="Arial"/>
                <a:ea typeface="Arial"/>
                <a:cs typeface="Arial"/>
              </a:defRPr>
            </a:lvl7pPr>
            <a:lvl8pPr algn="l">
              <a:defRPr sz="1425" b="0">
                <a:solidFill>
                  <a:srgbClr val="52645A"/>
                </a:solidFill>
                <a:latin typeface="Arial"/>
                <a:ea typeface="Arial"/>
                <a:cs typeface="Arial"/>
              </a:defRPr>
            </a:lvl8pPr>
            <a:lvl9pPr algn="l">
              <a:defRPr sz="1425" b="0">
                <a:solidFill>
                  <a:srgbClr val="52645A"/>
                </a:solidFill>
                <a:latin typeface="Arial"/>
                <a:ea typeface="Arial"/>
                <a:cs typeface="Arial"/>
              </a:defRPr>
            </a:lvl9pPr>
          </a:lstStyle>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Zhang et al. · Cell · GSE270392</a:t>
            </a:r>
          </a:p>
        </p:txBody>
      </p:sp>
      <p:sp>
        <p:nvSpPr>
          <p:cNvPr id="9" name="text-130">
            <a:extLst xmlns:a="http://schemas.openxmlformats.org/drawingml/2006/main">
              <a:ext uri="{FF2B5EF4-FFF2-40B4-BE49-F238E27FC236}">
                <a16:creationId xmlns:a16="http://schemas.microsoft.com/office/drawing/2014/main" id="{169D2E28-9FEB-4D59-9480-94E2F4DC566B}"/>
              </a:ext>
            </a:extLst>
          </p:cNvPr>
          <p:cNvSpPr>
            <a:spLocks xmlns:a="http://schemas.openxmlformats.org/drawingml/2006/main" noGrp="1"/>
          </p:cNvSpPr>
          <p:nvPr/>
        </p:nvSpPr>
        <p:spPr>
          <a:xfrm xmlns:a="http://schemas.openxmlformats.org/drawingml/2006/main">
            <a:off x="609600" y="3448050"/>
            <a:ext cx="516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02  METHODS</a:t>
            </a:r>
          </a:p>
        </p:txBody>
      </p:sp>
      <p:sp>
        <p:nvSpPr>
          <p:cNvPr id="10" name="text-131">
            <a:extLst xmlns:a="http://schemas.openxmlformats.org/drawingml/2006/main">
              <a:ext uri="{FF2B5EF4-FFF2-40B4-BE49-F238E27FC236}">
                <a16:creationId xmlns:a16="http://schemas.microsoft.com/office/drawing/2014/main" id="{5FBA40BA-C0BD-4A5D-9405-E0136BD70C98}"/>
              </a:ext>
            </a:extLst>
          </p:cNvPr>
          <p:cNvSpPr>
            <a:spLocks xmlns:a="http://schemas.openxmlformats.org/drawingml/2006/main" noGrp="1"/>
          </p:cNvSpPr>
          <p:nvPr/>
        </p:nvSpPr>
        <p:spPr>
          <a:xfrm xmlns:a="http://schemas.openxmlformats.org/drawingml/2006/main">
            <a:off x="609600" y="380047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4261A"/>
                </a:solidFill>
                <a:latin typeface="Arial"/>
                <a:ea typeface="Arial"/>
                <a:cs typeface="Arial"/>
              </a:defRPr>
            </a:defPPr>
            <a:lvl1pPr algn="l">
              <a:defRPr sz="1875" b="1">
                <a:solidFill>
                  <a:srgbClr val="14261A"/>
                </a:solidFill>
                <a:latin typeface="Arial"/>
                <a:ea typeface="Arial"/>
                <a:cs typeface="Arial"/>
              </a:defRPr>
            </a:lvl1pPr>
            <a:lvl2pPr algn="l">
              <a:defRPr sz="1875" b="1">
                <a:solidFill>
                  <a:srgbClr val="14261A"/>
                </a:solidFill>
                <a:latin typeface="Arial"/>
                <a:ea typeface="Arial"/>
                <a:cs typeface="Arial"/>
              </a:defRPr>
            </a:lvl2pPr>
            <a:lvl3pPr algn="l">
              <a:defRPr sz="1875" b="1">
                <a:solidFill>
                  <a:srgbClr val="14261A"/>
                </a:solidFill>
                <a:latin typeface="Arial"/>
                <a:ea typeface="Arial"/>
                <a:cs typeface="Arial"/>
              </a:defRPr>
            </a:lvl3pPr>
            <a:lvl4pPr algn="l">
              <a:defRPr sz="1875" b="1">
                <a:solidFill>
                  <a:srgbClr val="14261A"/>
                </a:solidFill>
                <a:latin typeface="Arial"/>
                <a:ea typeface="Arial"/>
                <a:cs typeface="Arial"/>
              </a:defRPr>
            </a:lvl4pPr>
            <a:lvl5pPr algn="l">
              <a:defRPr sz="1875" b="1">
                <a:solidFill>
                  <a:srgbClr val="14261A"/>
                </a:solidFill>
                <a:latin typeface="Arial"/>
                <a:ea typeface="Arial"/>
                <a:cs typeface="Arial"/>
              </a:defRPr>
            </a:lvl5pPr>
            <a:lvl6pPr algn="l">
              <a:defRPr sz="1875" b="1">
                <a:solidFill>
                  <a:srgbClr val="14261A"/>
                </a:solidFill>
                <a:latin typeface="Arial"/>
                <a:ea typeface="Arial"/>
                <a:cs typeface="Arial"/>
              </a:defRPr>
            </a:lvl6pPr>
            <a:lvl7pPr algn="l">
              <a:defRPr sz="1875" b="1">
                <a:solidFill>
                  <a:srgbClr val="14261A"/>
                </a:solidFill>
                <a:latin typeface="Arial"/>
                <a:ea typeface="Arial"/>
                <a:cs typeface="Arial"/>
              </a:defRPr>
            </a:lvl7pPr>
            <a:lvl8pPr algn="l">
              <a:defRPr sz="1875" b="1">
                <a:solidFill>
                  <a:srgbClr val="14261A"/>
                </a:solidFill>
                <a:latin typeface="Arial"/>
                <a:ea typeface="Arial"/>
                <a:cs typeface="Arial"/>
              </a:defRPr>
            </a:lvl8pPr>
            <a:lvl9pPr algn="l">
              <a:defRPr sz="1875" b="1">
                <a:solidFill>
                  <a:srgbClr val="14261A"/>
                </a:solidFill>
                <a:latin typeface="Arial"/>
                <a:ea typeface="Arial"/>
                <a:cs typeface="Arial"/>
              </a:defRPr>
            </a:lvl9pPr>
          </a:lstStyle>
          <a:p xmlns:a="http://schemas.openxmlformats.org/drawingml/2006/main">
            <a:pPr algn="l">
              <a:defRPr sz="1875" b="1">
                <a:solidFill>
                  <a:srgbClr val="14261A"/>
                </a:solidFill>
                <a:latin typeface="Arial"/>
                <a:ea typeface="Arial"/>
                <a:cs typeface="Arial"/>
              </a:defRPr>
            </a:pPr>
            <a:r>
              <a:rPr sz="1875" b="1">
                <a:solidFill>
                  <a:srgbClr val="14261A"/>
                </a:solidFill>
                <a:latin typeface="Arial"/>
                <a:ea typeface="Arial"/>
                <a:cs typeface="Arial"/>
                <a:hlinkClick xmlns:r="http://schemas.openxmlformats.org/officeDocument/2006/relationships" r:id="R71c870cb85844213"/>
              </a:rPr>
              <a:t>Measured annotation and validation</a:t>
            </a:r>
          </a:p>
        </p:txBody>
      </p:sp>
      <p:sp>
        <p:nvSpPr>
          <p:cNvPr id="11" name="text-132">
            <a:extLst xmlns:a="http://schemas.openxmlformats.org/drawingml/2006/main">
              <a:ext uri="{FF2B5EF4-FFF2-40B4-BE49-F238E27FC236}">
                <a16:creationId xmlns:a16="http://schemas.microsoft.com/office/drawing/2014/main" id="{C84F63EF-35D2-464D-A4E0-CE399239A47C}"/>
              </a:ext>
            </a:extLst>
          </p:cNvPr>
          <p:cNvSpPr>
            <a:spLocks xmlns:a="http://schemas.openxmlformats.org/drawingml/2006/main" noGrp="1"/>
          </p:cNvSpPr>
          <p:nvPr/>
        </p:nvSpPr>
        <p:spPr>
          <a:xfrm xmlns:a="http://schemas.openxmlformats.org/drawingml/2006/main">
            <a:off x="609600" y="4238625"/>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2645A"/>
                </a:solidFill>
                <a:latin typeface="Arial"/>
                <a:ea typeface="Arial"/>
                <a:cs typeface="Arial"/>
              </a:defRPr>
            </a:defPPr>
            <a:lvl1pPr algn="l">
              <a:defRPr sz="1425" b="0">
                <a:solidFill>
                  <a:srgbClr val="52645A"/>
                </a:solidFill>
                <a:latin typeface="Arial"/>
                <a:ea typeface="Arial"/>
                <a:cs typeface="Arial"/>
              </a:defRPr>
            </a:lvl1pPr>
            <a:lvl2pPr algn="l">
              <a:defRPr sz="1425" b="0">
                <a:solidFill>
                  <a:srgbClr val="52645A"/>
                </a:solidFill>
                <a:latin typeface="Arial"/>
                <a:ea typeface="Arial"/>
                <a:cs typeface="Arial"/>
              </a:defRPr>
            </a:lvl2pPr>
            <a:lvl3pPr algn="l">
              <a:defRPr sz="1425" b="0">
                <a:solidFill>
                  <a:srgbClr val="52645A"/>
                </a:solidFill>
                <a:latin typeface="Arial"/>
                <a:ea typeface="Arial"/>
                <a:cs typeface="Arial"/>
              </a:defRPr>
            </a:lvl3pPr>
            <a:lvl4pPr algn="l">
              <a:defRPr sz="1425" b="0">
                <a:solidFill>
                  <a:srgbClr val="52645A"/>
                </a:solidFill>
                <a:latin typeface="Arial"/>
                <a:ea typeface="Arial"/>
                <a:cs typeface="Arial"/>
              </a:defRPr>
            </a:lvl4pPr>
            <a:lvl5pPr algn="l">
              <a:defRPr sz="1425" b="0">
                <a:solidFill>
                  <a:srgbClr val="52645A"/>
                </a:solidFill>
                <a:latin typeface="Arial"/>
                <a:ea typeface="Arial"/>
                <a:cs typeface="Arial"/>
              </a:defRPr>
            </a:lvl5pPr>
            <a:lvl6pPr algn="l">
              <a:defRPr sz="1425" b="0">
                <a:solidFill>
                  <a:srgbClr val="52645A"/>
                </a:solidFill>
                <a:latin typeface="Arial"/>
                <a:ea typeface="Arial"/>
                <a:cs typeface="Arial"/>
              </a:defRPr>
            </a:lvl6pPr>
            <a:lvl7pPr algn="l">
              <a:defRPr sz="1425" b="0">
                <a:solidFill>
                  <a:srgbClr val="52645A"/>
                </a:solidFill>
                <a:latin typeface="Arial"/>
                <a:ea typeface="Arial"/>
                <a:cs typeface="Arial"/>
              </a:defRPr>
            </a:lvl7pPr>
            <a:lvl8pPr algn="l">
              <a:defRPr sz="1425" b="0">
                <a:solidFill>
                  <a:srgbClr val="52645A"/>
                </a:solidFill>
                <a:latin typeface="Arial"/>
                <a:ea typeface="Arial"/>
                <a:cs typeface="Arial"/>
              </a:defRPr>
            </a:lvl8pPr>
            <a:lvl9pPr algn="l">
              <a:defRPr sz="1425" b="0">
                <a:solidFill>
                  <a:srgbClr val="52645A"/>
                </a:solidFill>
                <a:latin typeface="Arial"/>
                <a:ea typeface="Arial"/>
                <a:cs typeface="Arial"/>
              </a:defRPr>
            </a:lvl9pPr>
          </a:lstStyle>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Source panel, rules, tests and scope</a:t>
            </a:r>
          </a:p>
        </p:txBody>
      </p:sp>
      <p:sp>
        <p:nvSpPr>
          <p:cNvPr id="12" name="text-133">
            <a:extLst xmlns:a="http://schemas.openxmlformats.org/drawingml/2006/main">
              <a:ext uri="{FF2B5EF4-FFF2-40B4-BE49-F238E27FC236}">
                <a16:creationId xmlns:a16="http://schemas.microsoft.com/office/drawing/2014/main" id="{96C1D9A8-73D5-4B04-98C4-8F4008EF85AE}"/>
              </a:ext>
            </a:extLst>
          </p:cNvPr>
          <p:cNvSpPr>
            <a:spLocks xmlns:a="http://schemas.openxmlformats.org/drawingml/2006/main" noGrp="1"/>
          </p:cNvSpPr>
          <p:nvPr/>
        </p:nvSpPr>
        <p:spPr>
          <a:xfrm xmlns:a="http://schemas.openxmlformats.org/drawingml/2006/main">
            <a:off x="609600" y="4705350"/>
            <a:ext cx="516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03  WORKING DEMO</a:t>
            </a:r>
          </a:p>
        </p:txBody>
      </p:sp>
      <p:sp>
        <p:nvSpPr>
          <p:cNvPr id="13" name="text-134">
            <a:extLst xmlns:a="http://schemas.openxmlformats.org/drawingml/2006/main">
              <a:ext uri="{FF2B5EF4-FFF2-40B4-BE49-F238E27FC236}">
                <a16:creationId xmlns:a16="http://schemas.microsoft.com/office/drawing/2014/main" id="{22E863B0-E6CC-4695-9813-F52D3133DAFD}"/>
              </a:ext>
            </a:extLst>
          </p:cNvPr>
          <p:cNvSpPr>
            <a:spLocks xmlns:a="http://schemas.openxmlformats.org/drawingml/2006/main" noGrp="1"/>
          </p:cNvSpPr>
          <p:nvPr/>
        </p:nvSpPr>
        <p:spPr>
          <a:xfrm xmlns:a="http://schemas.openxmlformats.org/drawingml/2006/main">
            <a:off x="609600" y="505777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4261A"/>
                </a:solidFill>
                <a:latin typeface="Arial"/>
                <a:ea typeface="Arial"/>
                <a:cs typeface="Arial"/>
              </a:defRPr>
            </a:defPPr>
            <a:lvl1pPr algn="l">
              <a:defRPr sz="1875" b="1">
                <a:solidFill>
                  <a:srgbClr val="14261A"/>
                </a:solidFill>
                <a:latin typeface="Arial"/>
                <a:ea typeface="Arial"/>
                <a:cs typeface="Arial"/>
              </a:defRPr>
            </a:lvl1pPr>
            <a:lvl2pPr algn="l">
              <a:defRPr sz="1875" b="1">
                <a:solidFill>
                  <a:srgbClr val="14261A"/>
                </a:solidFill>
                <a:latin typeface="Arial"/>
                <a:ea typeface="Arial"/>
                <a:cs typeface="Arial"/>
              </a:defRPr>
            </a:lvl2pPr>
            <a:lvl3pPr algn="l">
              <a:defRPr sz="1875" b="1">
                <a:solidFill>
                  <a:srgbClr val="14261A"/>
                </a:solidFill>
                <a:latin typeface="Arial"/>
                <a:ea typeface="Arial"/>
                <a:cs typeface="Arial"/>
              </a:defRPr>
            </a:lvl3pPr>
            <a:lvl4pPr algn="l">
              <a:defRPr sz="1875" b="1">
                <a:solidFill>
                  <a:srgbClr val="14261A"/>
                </a:solidFill>
                <a:latin typeface="Arial"/>
                <a:ea typeface="Arial"/>
                <a:cs typeface="Arial"/>
              </a:defRPr>
            </a:lvl4pPr>
            <a:lvl5pPr algn="l">
              <a:defRPr sz="1875" b="1">
                <a:solidFill>
                  <a:srgbClr val="14261A"/>
                </a:solidFill>
                <a:latin typeface="Arial"/>
                <a:ea typeface="Arial"/>
                <a:cs typeface="Arial"/>
              </a:defRPr>
            </a:lvl5pPr>
            <a:lvl6pPr algn="l">
              <a:defRPr sz="1875" b="1">
                <a:solidFill>
                  <a:srgbClr val="14261A"/>
                </a:solidFill>
                <a:latin typeface="Arial"/>
                <a:ea typeface="Arial"/>
                <a:cs typeface="Arial"/>
              </a:defRPr>
            </a:lvl6pPr>
            <a:lvl7pPr algn="l">
              <a:defRPr sz="1875" b="1">
                <a:solidFill>
                  <a:srgbClr val="14261A"/>
                </a:solidFill>
                <a:latin typeface="Arial"/>
                <a:ea typeface="Arial"/>
                <a:cs typeface="Arial"/>
              </a:defRPr>
            </a:lvl7pPr>
            <a:lvl8pPr algn="l">
              <a:defRPr sz="1875" b="1">
                <a:solidFill>
                  <a:srgbClr val="14261A"/>
                </a:solidFill>
                <a:latin typeface="Arial"/>
                <a:ea typeface="Arial"/>
                <a:cs typeface="Arial"/>
              </a:defRPr>
            </a:lvl8pPr>
            <a:lvl9pPr algn="l">
              <a:defRPr sz="1875" b="1">
                <a:solidFill>
                  <a:srgbClr val="14261A"/>
                </a:solidFill>
                <a:latin typeface="Arial"/>
                <a:ea typeface="Arial"/>
                <a:cs typeface="Arial"/>
              </a:defRPr>
            </a:lvl9pPr>
          </a:lstStyle>
          <a:p xmlns:a="http://schemas.openxmlformats.org/drawingml/2006/main">
            <a:pPr algn="l">
              <a:defRPr sz="1875" b="1">
                <a:solidFill>
                  <a:srgbClr val="14261A"/>
                </a:solidFill>
                <a:latin typeface="Arial"/>
                <a:ea typeface="Arial"/>
                <a:cs typeface="Arial"/>
              </a:defRPr>
            </a:pPr>
            <a:r>
              <a:rPr sz="1875" b="1">
                <a:solidFill>
                  <a:srgbClr val="14261A"/>
                </a:solidFill>
                <a:latin typeface="Arial"/>
                <a:ea typeface="Arial"/>
                <a:cs typeface="Arial"/>
                <a:hlinkClick xmlns:r="http://schemas.openxmlformats.org/officeDocument/2006/relationships" r:id="R197c7dd12782426e"/>
              </a:rPr>
              <a:t>Celloras application and repository</a:t>
            </a:r>
          </a:p>
        </p:txBody>
      </p:sp>
      <p:sp>
        <p:nvSpPr>
          <p:cNvPr id="14" name="text-135">
            <a:extLst xmlns:a="http://schemas.openxmlformats.org/drawingml/2006/main">
              <a:ext uri="{FF2B5EF4-FFF2-40B4-BE49-F238E27FC236}">
                <a16:creationId xmlns:a16="http://schemas.microsoft.com/office/drawing/2014/main" id="{76DDDB31-0CF1-4B08-BACF-1692E0D0F0DD}"/>
              </a:ext>
            </a:extLst>
          </p:cNvPr>
          <p:cNvSpPr>
            <a:spLocks xmlns:a="http://schemas.openxmlformats.org/drawingml/2006/main" noGrp="1"/>
          </p:cNvSpPr>
          <p:nvPr/>
        </p:nvSpPr>
        <p:spPr>
          <a:xfrm xmlns:a="http://schemas.openxmlformats.org/drawingml/2006/main">
            <a:off x="609600" y="5495925"/>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2645A"/>
                </a:solidFill>
                <a:latin typeface="Arial"/>
                <a:ea typeface="Arial"/>
                <a:cs typeface="Arial"/>
              </a:defRPr>
            </a:defPPr>
            <a:lvl1pPr algn="l">
              <a:defRPr sz="1425" b="0">
                <a:solidFill>
                  <a:srgbClr val="52645A"/>
                </a:solidFill>
                <a:latin typeface="Arial"/>
                <a:ea typeface="Arial"/>
                <a:cs typeface="Arial"/>
              </a:defRPr>
            </a:lvl1pPr>
            <a:lvl2pPr algn="l">
              <a:defRPr sz="1425" b="0">
                <a:solidFill>
                  <a:srgbClr val="52645A"/>
                </a:solidFill>
                <a:latin typeface="Arial"/>
                <a:ea typeface="Arial"/>
                <a:cs typeface="Arial"/>
              </a:defRPr>
            </a:lvl2pPr>
            <a:lvl3pPr algn="l">
              <a:defRPr sz="1425" b="0">
                <a:solidFill>
                  <a:srgbClr val="52645A"/>
                </a:solidFill>
                <a:latin typeface="Arial"/>
                <a:ea typeface="Arial"/>
                <a:cs typeface="Arial"/>
              </a:defRPr>
            </a:lvl3pPr>
            <a:lvl4pPr algn="l">
              <a:defRPr sz="1425" b="0">
                <a:solidFill>
                  <a:srgbClr val="52645A"/>
                </a:solidFill>
                <a:latin typeface="Arial"/>
                <a:ea typeface="Arial"/>
                <a:cs typeface="Arial"/>
              </a:defRPr>
            </a:lvl4pPr>
            <a:lvl5pPr algn="l">
              <a:defRPr sz="1425" b="0">
                <a:solidFill>
                  <a:srgbClr val="52645A"/>
                </a:solidFill>
                <a:latin typeface="Arial"/>
                <a:ea typeface="Arial"/>
                <a:cs typeface="Arial"/>
              </a:defRPr>
            </a:lvl5pPr>
            <a:lvl6pPr algn="l">
              <a:defRPr sz="1425" b="0">
                <a:solidFill>
                  <a:srgbClr val="52645A"/>
                </a:solidFill>
                <a:latin typeface="Arial"/>
                <a:ea typeface="Arial"/>
                <a:cs typeface="Arial"/>
              </a:defRPr>
            </a:lvl6pPr>
            <a:lvl7pPr algn="l">
              <a:defRPr sz="1425" b="0">
                <a:solidFill>
                  <a:srgbClr val="52645A"/>
                </a:solidFill>
                <a:latin typeface="Arial"/>
                <a:ea typeface="Arial"/>
                <a:cs typeface="Arial"/>
              </a:defRPr>
            </a:lvl7pPr>
            <a:lvl8pPr algn="l">
              <a:defRPr sz="1425" b="0">
                <a:solidFill>
                  <a:srgbClr val="52645A"/>
                </a:solidFill>
                <a:latin typeface="Arial"/>
                <a:ea typeface="Arial"/>
                <a:cs typeface="Arial"/>
              </a:defRPr>
            </a:lvl8pPr>
            <a:lvl9pPr algn="l">
              <a:defRPr sz="1425" b="0">
                <a:solidFill>
                  <a:srgbClr val="52645A"/>
                </a:solidFill>
                <a:latin typeface="Arial"/>
                <a:ea typeface="Arial"/>
                <a:cs typeface="Arial"/>
              </a:defRPr>
            </a:lvl9pPr>
          </a:lstStyle>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Demo links, setup and reproducible checks</a:t>
            </a:r>
          </a:p>
        </p:txBody>
      </p:sp>
      <p:sp>
        <p:nvSpPr>
          <p:cNvPr id="15" name="text-136">
            <a:extLst xmlns:a="http://schemas.openxmlformats.org/drawingml/2006/main">
              <a:ext uri="{FF2B5EF4-FFF2-40B4-BE49-F238E27FC236}">
                <a16:creationId xmlns:a16="http://schemas.microsoft.com/office/drawing/2014/main" id="{5368B1B1-A7F3-4A61-ADE2-83BAD58D3028}"/>
              </a:ext>
            </a:extLst>
          </p:cNvPr>
          <p:cNvSpPr>
            <a:spLocks xmlns:a="http://schemas.openxmlformats.org/drawingml/2006/main" noGrp="1"/>
          </p:cNvSpPr>
          <p:nvPr/>
        </p:nvSpPr>
        <p:spPr>
          <a:xfrm xmlns:a="http://schemas.openxmlformats.org/drawingml/2006/main">
            <a:off x="6419850" y="2190750"/>
            <a:ext cx="516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04  REQUIRED SPONSORS</a:t>
            </a:r>
          </a:p>
        </p:txBody>
      </p:sp>
      <p:sp>
        <p:nvSpPr>
          <p:cNvPr id="16" name="text-137">
            <a:extLst xmlns:a="http://schemas.openxmlformats.org/drawingml/2006/main">
              <a:ext uri="{FF2B5EF4-FFF2-40B4-BE49-F238E27FC236}">
                <a16:creationId xmlns:a16="http://schemas.microsoft.com/office/drawing/2014/main" id="{5A80EAE2-B287-4D29-B4A8-451B4469AE92}"/>
              </a:ext>
            </a:extLst>
          </p:cNvPr>
          <p:cNvSpPr>
            <a:spLocks xmlns:a="http://schemas.openxmlformats.org/drawingml/2006/main" noGrp="1"/>
          </p:cNvSpPr>
          <p:nvPr/>
        </p:nvSpPr>
        <p:spPr>
          <a:xfrm xmlns:a="http://schemas.openxmlformats.org/drawingml/2006/main">
            <a:off x="6419850" y="254317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4261A"/>
                </a:solidFill>
                <a:latin typeface="Arial"/>
                <a:ea typeface="Arial"/>
                <a:cs typeface="Arial"/>
              </a:defRPr>
            </a:defPPr>
            <a:lvl1pPr algn="l">
              <a:defRPr sz="1875" b="1">
                <a:solidFill>
                  <a:srgbClr val="14261A"/>
                </a:solidFill>
                <a:latin typeface="Arial"/>
                <a:ea typeface="Arial"/>
                <a:cs typeface="Arial"/>
              </a:defRPr>
            </a:lvl1pPr>
            <a:lvl2pPr algn="l">
              <a:defRPr sz="1875" b="1">
                <a:solidFill>
                  <a:srgbClr val="14261A"/>
                </a:solidFill>
                <a:latin typeface="Arial"/>
                <a:ea typeface="Arial"/>
                <a:cs typeface="Arial"/>
              </a:defRPr>
            </a:lvl2pPr>
            <a:lvl3pPr algn="l">
              <a:defRPr sz="1875" b="1">
                <a:solidFill>
                  <a:srgbClr val="14261A"/>
                </a:solidFill>
                <a:latin typeface="Arial"/>
                <a:ea typeface="Arial"/>
                <a:cs typeface="Arial"/>
              </a:defRPr>
            </a:lvl3pPr>
            <a:lvl4pPr algn="l">
              <a:defRPr sz="1875" b="1">
                <a:solidFill>
                  <a:srgbClr val="14261A"/>
                </a:solidFill>
                <a:latin typeface="Arial"/>
                <a:ea typeface="Arial"/>
                <a:cs typeface="Arial"/>
              </a:defRPr>
            </a:lvl4pPr>
            <a:lvl5pPr algn="l">
              <a:defRPr sz="1875" b="1">
                <a:solidFill>
                  <a:srgbClr val="14261A"/>
                </a:solidFill>
                <a:latin typeface="Arial"/>
                <a:ea typeface="Arial"/>
                <a:cs typeface="Arial"/>
              </a:defRPr>
            </a:lvl5pPr>
            <a:lvl6pPr algn="l">
              <a:defRPr sz="1875" b="1">
                <a:solidFill>
                  <a:srgbClr val="14261A"/>
                </a:solidFill>
                <a:latin typeface="Arial"/>
                <a:ea typeface="Arial"/>
                <a:cs typeface="Arial"/>
              </a:defRPr>
            </a:lvl6pPr>
            <a:lvl7pPr algn="l">
              <a:defRPr sz="1875" b="1">
                <a:solidFill>
                  <a:srgbClr val="14261A"/>
                </a:solidFill>
                <a:latin typeface="Arial"/>
                <a:ea typeface="Arial"/>
                <a:cs typeface="Arial"/>
              </a:defRPr>
            </a:lvl7pPr>
            <a:lvl8pPr algn="l">
              <a:defRPr sz="1875" b="1">
                <a:solidFill>
                  <a:srgbClr val="14261A"/>
                </a:solidFill>
                <a:latin typeface="Arial"/>
                <a:ea typeface="Arial"/>
                <a:cs typeface="Arial"/>
              </a:defRPr>
            </a:lvl8pPr>
            <a:lvl9pPr algn="l">
              <a:defRPr sz="1875" b="1">
                <a:solidFill>
                  <a:srgbClr val="14261A"/>
                </a:solidFill>
                <a:latin typeface="Arial"/>
                <a:ea typeface="Arial"/>
                <a:cs typeface="Arial"/>
              </a:defRPr>
            </a:lvl9pPr>
          </a:lstStyle>
          <a:p xmlns:a="http://schemas.openxmlformats.org/drawingml/2006/main">
            <a:pPr algn="l">
              <a:defRPr sz="1875" b="1">
                <a:solidFill>
                  <a:srgbClr val="14261A"/>
                </a:solidFill>
                <a:latin typeface="Arial"/>
                <a:ea typeface="Arial"/>
                <a:cs typeface="Arial"/>
              </a:defRPr>
            </a:pPr>
            <a:r>
              <a:rPr sz="1875" b="1">
                <a:solidFill>
                  <a:srgbClr val="14261A"/>
                </a:solidFill>
                <a:latin typeface="Arial"/>
                <a:ea typeface="Arial"/>
                <a:cs typeface="Arial"/>
                <a:hlinkClick xmlns:r="http://schemas.openxmlformats.org/officeDocument/2006/relationships" r:id="R41e0e3e24e5c4955"/>
              </a:rPr>
              <a:t>Zetaris + Meterless H-MEM</a:t>
            </a:r>
          </a:p>
        </p:txBody>
      </p:sp>
      <p:sp>
        <p:nvSpPr>
          <p:cNvPr id="17" name="text-138">
            <a:extLst xmlns:a="http://schemas.openxmlformats.org/drawingml/2006/main">
              <a:ext uri="{FF2B5EF4-FFF2-40B4-BE49-F238E27FC236}">
                <a16:creationId xmlns:a16="http://schemas.microsoft.com/office/drawing/2014/main" id="{95814742-0BE1-474B-B2D9-7EEC4B5703B0}"/>
              </a:ext>
            </a:extLst>
          </p:cNvPr>
          <p:cNvSpPr>
            <a:spLocks xmlns:a="http://schemas.openxmlformats.org/drawingml/2006/main" noGrp="1"/>
          </p:cNvSpPr>
          <p:nvPr/>
        </p:nvSpPr>
        <p:spPr>
          <a:xfrm xmlns:a="http://schemas.openxmlformats.org/drawingml/2006/main">
            <a:off x="6419850" y="2981325"/>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2645A"/>
                </a:solidFill>
                <a:latin typeface="Arial"/>
                <a:ea typeface="Arial"/>
                <a:cs typeface="Arial"/>
              </a:defRPr>
            </a:defPPr>
            <a:lvl1pPr algn="l">
              <a:defRPr sz="1425" b="0">
                <a:solidFill>
                  <a:srgbClr val="52645A"/>
                </a:solidFill>
                <a:latin typeface="Arial"/>
                <a:ea typeface="Arial"/>
                <a:cs typeface="Arial"/>
              </a:defRPr>
            </a:lvl1pPr>
            <a:lvl2pPr algn="l">
              <a:defRPr sz="1425" b="0">
                <a:solidFill>
                  <a:srgbClr val="52645A"/>
                </a:solidFill>
                <a:latin typeface="Arial"/>
                <a:ea typeface="Arial"/>
                <a:cs typeface="Arial"/>
              </a:defRPr>
            </a:lvl2pPr>
            <a:lvl3pPr algn="l">
              <a:defRPr sz="1425" b="0">
                <a:solidFill>
                  <a:srgbClr val="52645A"/>
                </a:solidFill>
                <a:latin typeface="Arial"/>
                <a:ea typeface="Arial"/>
                <a:cs typeface="Arial"/>
              </a:defRPr>
            </a:lvl3pPr>
            <a:lvl4pPr algn="l">
              <a:defRPr sz="1425" b="0">
                <a:solidFill>
                  <a:srgbClr val="52645A"/>
                </a:solidFill>
                <a:latin typeface="Arial"/>
                <a:ea typeface="Arial"/>
                <a:cs typeface="Arial"/>
              </a:defRPr>
            </a:lvl4pPr>
            <a:lvl5pPr algn="l">
              <a:defRPr sz="1425" b="0">
                <a:solidFill>
                  <a:srgbClr val="52645A"/>
                </a:solidFill>
                <a:latin typeface="Arial"/>
                <a:ea typeface="Arial"/>
                <a:cs typeface="Arial"/>
              </a:defRPr>
            </a:lvl5pPr>
            <a:lvl6pPr algn="l">
              <a:defRPr sz="1425" b="0">
                <a:solidFill>
                  <a:srgbClr val="52645A"/>
                </a:solidFill>
                <a:latin typeface="Arial"/>
                <a:ea typeface="Arial"/>
                <a:cs typeface="Arial"/>
              </a:defRPr>
            </a:lvl6pPr>
            <a:lvl7pPr algn="l">
              <a:defRPr sz="1425" b="0">
                <a:solidFill>
                  <a:srgbClr val="52645A"/>
                </a:solidFill>
                <a:latin typeface="Arial"/>
                <a:ea typeface="Arial"/>
                <a:cs typeface="Arial"/>
              </a:defRPr>
            </a:lvl7pPr>
            <a:lvl8pPr algn="l">
              <a:defRPr sz="1425" b="0">
                <a:solidFill>
                  <a:srgbClr val="52645A"/>
                </a:solidFill>
                <a:latin typeface="Arial"/>
                <a:ea typeface="Arial"/>
                <a:cs typeface="Arial"/>
              </a:defRPr>
            </a:lvl8pPr>
            <a:lvl9pPr algn="l">
              <a:defRPr sz="1425" b="0">
                <a:solidFill>
                  <a:srgbClr val="52645A"/>
                </a:solidFill>
                <a:latin typeface="Arial"/>
                <a:ea typeface="Arial"/>
                <a:cs typeface="Arial"/>
              </a:defRPr>
            </a:lvl9pPr>
          </a:lstStyle>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Implementation details and test evidence</a:t>
            </a:r>
          </a:p>
        </p:txBody>
      </p:sp>
      <p:sp>
        <p:nvSpPr>
          <p:cNvPr id="18" name="text-139">
            <a:extLst xmlns:a="http://schemas.openxmlformats.org/drawingml/2006/main">
              <a:ext uri="{FF2B5EF4-FFF2-40B4-BE49-F238E27FC236}">
                <a16:creationId xmlns:a16="http://schemas.microsoft.com/office/drawing/2014/main" id="{3CD72806-8371-4D9D-8FE2-CFE17EC78AE3}"/>
              </a:ext>
            </a:extLst>
          </p:cNvPr>
          <p:cNvSpPr>
            <a:spLocks xmlns:a="http://schemas.openxmlformats.org/drawingml/2006/main" noGrp="1"/>
          </p:cNvSpPr>
          <p:nvPr/>
        </p:nvSpPr>
        <p:spPr>
          <a:xfrm xmlns:a="http://schemas.openxmlformats.org/drawingml/2006/main">
            <a:off x="6419850" y="3448050"/>
            <a:ext cx="516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05  STRUCTURE REFERENCE</a:t>
            </a:r>
          </a:p>
        </p:txBody>
      </p:sp>
      <p:sp>
        <p:nvSpPr>
          <p:cNvPr id="19" name="text-140">
            <a:extLst xmlns:a="http://schemas.openxmlformats.org/drawingml/2006/main">
              <a:ext uri="{FF2B5EF4-FFF2-40B4-BE49-F238E27FC236}">
                <a16:creationId xmlns:a16="http://schemas.microsoft.com/office/drawing/2014/main" id="{3DD4CC60-28DC-43A3-9A26-0E69F9E5A2D7}"/>
              </a:ext>
            </a:extLst>
          </p:cNvPr>
          <p:cNvSpPr>
            <a:spLocks xmlns:a="http://schemas.openxmlformats.org/drawingml/2006/main" noGrp="1"/>
          </p:cNvSpPr>
          <p:nvPr/>
        </p:nvSpPr>
        <p:spPr>
          <a:xfrm xmlns:a="http://schemas.openxmlformats.org/drawingml/2006/main">
            <a:off x="6419850" y="380047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4261A"/>
                </a:solidFill>
                <a:latin typeface="Arial"/>
                <a:ea typeface="Arial"/>
                <a:cs typeface="Arial"/>
              </a:defRPr>
            </a:defPPr>
            <a:lvl1pPr algn="l">
              <a:defRPr sz="1875" b="1">
                <a:solidFill>
                  <a:srgbClr val="14261A"/>
                </a:solidFill>
                <a:latin typeface="Arial"/>
                <a:ea typeface="Arial"/>
                <a:cs typeface="Arial"/>
              </a:defRPr>
            </a:lvl1pPr>
            <a:lvl2pPr algn="l">
              <a:defRPr sz="1875" b="1">
                <a:solidFill>
                  <a:srgbClr val="14261A"/>
                </a:solidFill>
                <a:latin typeface="Arial"/>
                <a:ea typeface="Arial"/>
                <a:cs typeface="Arial"/>
              </a:defRPr>
            </a:lvl2pPr>
            <a:lvl3pPr algn="l">
              <a:defRPr sz="1875" b="1">
                <a:solidFill>
                  <a:srgbClr val="14261A"/>
                </a:solidFill>
                <a:latin typeface="Arial"/>
                <a:ea typeface="Arial"/>
                <a:cs typeface="Arial"/>
              </a:defRPr>
            </a:lvl3pPr>
            <a:lvl4pPr algn="l">
              <a:defRPr sz="1875" b="1">
                <a:solidFill>
                  <a:srgbClr val="14261A"/>
                </a:solidFill>
                <a:latin typeface="Arial"/>
                <a:ea typeface="Arial"/>
                <a:cs typeface="Arial"/>
              </a:defRPr>
            </a:lvl4pPr>
            <a:lvl5pPr algn="l">
              <a:defRPr sz="1875" b="1">
                <a:solidFill>
                  <a:srgbClr val="14261A"/>
                </a:solidFill>
                <a:latin typeface="Arial"/>
                <a:ea typeface="Arial"/>
                <a:cs typeface="Arial"/>
              </a:defRPr>
            </a:lvl5pPr>
            <a:lvl6pPr algn="l">
              <a:defRPr sz="1875" b="1">
                <a:solidFill>
                  <a:srgbClr val="14261A"/>
                </a:solidFill>
                <a:latin typeface="Arial"/>
                <a:ea typeface="Arial"/>
                <a:cs typeface="Arial"/>
              </a:defRPr>
            </a:lvl6pPr>
            <a:lvl7pPr algn="l">
              <a:defRPr sz="1875" b="1">
                <a:solidFill>
                  <a:srgbClr val="14261A"/>
                </a:solidFill>
                <a:latin typeface="Arial"/>
                <a:ea typeface="Arial"/>
                <a:cs typeface="Arial"/>
              </a:defRPr>
            </a:lvl7pPr>
            <a:lvl8pPr algn="l">
              <a:defRPr sz="1875" b="1">
                <a:solidFill>
                  <a:srgbClr val="14261A"/>
                </a:solidFill>
                <a:latin typeface="Arial"/>
                <a:ea typeface="Arial"/>
                <a:cs typeface="Arial"/>
              </a:defRPr>
            </a:lvl8pPr>
            <a:lvl9pPr algn="l">
              <a:defRPr sz="1875" b="1">
                <a:solidFill>
                  <a:srgbClr val="14261A"/>
                </a:solidFill>
                <a:latin typeface="Arial"/>
                <a:ea typeface="Arial"/>
                <a:cs typeface="Arial"/>
              </a:defRPr>
            </a:lvl9pPr>
          </a:lstStyle>
          <a:p xmlns:a="http://schemas.openxmlformats.org/drawingml/2006/main">
            <a:pPr algn="l">
              <a:defRPr sz="1875" b="1">
                <a:solidFill>
                  <a:srgbClr val="14261A"/>
                </a:solidFill>
                <a:latin typeface="Arial"/>
                <a:ea typeface="Arial"/>
                <a:cs typeface="Arial"/>
              </a:defRPr>
            </a:pPr>
            <a:r>
              <a:rPr sz="1875" b="1">
                <a:solidFill>
                  <a:srgbClr val="14261A"/>
                </a:solidFill>
                <a:latin typeface="Arial"/>
                <a:ea typeface="Arial"/>
                <a:cs typeface="Arial"/>
                <a:hlinkClick xmlns:r="http://schemas.openxmlformats.org/officeDocument/2006/relationships" r:id="R6651d7a04e894f34"/>
              </a:rPr>
              <a:t>Airbnb’s original pitch deck</a:t>
            </a:r>
          </a:p>
        </p:txBody>
      </p:sp>
      <p:sp>
        <p:nvSpPr>
          <p:cNvPr id="20" name="text-141">
            <a:extLst xmlns:a="http://schemas.openxmlformats.org/drawingml/2006/main">
              <a:ext uri="{FF2B5EF4-FFF2-40B4-BE49-F238E27FC236}">
                <a16:creationId xmlns:a16="http://schemas.microsoft.com/office/drawing/2014/main" id="{642C0B07-1770-421E-87F4-9F5F2E1D3673}"/>
              </a:ext>
            </a:extLst>
          </p:cNvPr>
          <p:cNvSpPr>
            <a:spLocks xmlns:a="http://schemas.openxmlformats.org/drawingml/2006/main" noGrp="1"/>
          </p:cNvSpPr>
          <p:nvPr/>
        </p:nvSpPr>
        <p:spPr>
          <a:xfrm xmlns:a="http://schemas.openxmlformats.org/drawingml/2006/main">
            <a:off x="6419850" y="4238625"/>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2645A"/>
                </a:solidFill>
                <a:latin typeface="Arial"/>
                <a:ea typeface="Arial"/>
                <a:cs typeface="Arial"/>
              </a:defRPr>
            </a:defPPr>
            <a:lvl1pPr algn="l">
              <a:defRPr sz="1425" b="0">
                <a:solidFill>
                  <a:srgbClr val="52645A"/>
                </a:solidFill>
                <a:latin typeface="Arial"/>
                <a:ea typeface="Arial"/>
                <a:cs typeface="Arial"/>
              </a:defRPr>
            </a:lvl1pPr>
            <a:lvl2pPr algn="l">
              <a:defRPr sz="1425" b="0">
                <a:solidFill>
                  <a:srgbClr val="52645A"/>
                </a:solidFill>
                <a:latin typeface="Arial"/>
                <a:ea typeface="Arial"/>
                <a:cs typeface="Arial"/>
              </a:defRPr>
            </a:lvl2pPr>
            <a:lvl3pPr algn="l">
              <a:defRPr sz="1425" b="0">
                <a:solidFill>
                  <a:srgbClr val="52645A"/>
                </a:solidFill>
                <a:latin typeface="Arial"/>
                <a:ea typeface="Arial"/>
                <a:cs typeface="Arial"/>
              </a:defRPr>
            </a:lvl3pPr>
            <a:lvl4pPr algn="l">
              <a:defRPr sz="1425" b="0">
                <a:solidFill>
                  <a:srgbClr val="52645A"/>
                </a:solidFill>
                <a:latin typeface="Arial"/>
                <a:ea typeface="Arial"/>
                <a:cs typeface="Arial"/>
              </a:defRPr>
            </a:lvl4pPr>
            <a:lvl5pPr algn="l">
              <a:defRPr sz="1425" b="0">
                <a:solidFill>
                  <a:srgbClr val="52645A"/>
                </a:solidFill>
                <a:latin typeface="Arial"/>
                <a:ea typeface="Arial"/>
                <a:cs typeface="Arial"/>
              </a:defRPr>
            </a:lvl5pPr>
            <a:lvl6pPr algn="l">
              <a:defRPr sz="1425" b="0">
                <a:solidFill>
                  <a:srgbClr val="52645A"/>
                </a:solidFill>
                <a:latin typeface="Arial"/>
                <a:ea typeface="Arial"/>
                <a:cs typeface="Arial"/>
              </a:defRPr>
            </a:lvl6pPr>
            <a:lvl7pPr algn="l">
              <a:defRPr sz="1425" b="0">
                <a:solidFill>
                  <a:srgbClr val="52645A"/>
                </a:solidFill>
                <a:latin typeface="Arial"/>
                <a:ea typeface="Arial"/>
                <a:cs typeface="Arial"/>
              </a:defRPr>
            </a:lvl7pPr>
            <a:lvl8pPr algn="l">
              <a:defRPr sz="1425" b="0">
                <a:solidFill>
                  <a:srgbClr val="52645A"/>
                </a:solidFill>
                <a:latin typeface="Arial"/>
                <a:ea typeface="Arial"/>
                <a:cs typeface="Arial"/>
              </a:defRPr>
            </a:lvl8pPr>
            <a:lvl9pPr algn="l">
              <a:defRPr sz="1425" b="0">
                <a:solidFill>
                  <a:srgbClr val="52645A"/>
                </a:solidFill>
                <a:latin typeface="Arial"/>
                <a:ea typeface="Arial"/>
                <a:cs typeface="Arial"/>
              </a:defRPr>
            </a:lvl9pPr>
          </a:lstStyle>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A plain problem → solution → product story</a:t>
            </a:r>
          </a:p>
        </p:txBody>
      </p:sp>
      <p:sp>
        <p:nvSpPr>
          <p:cNvPr id="21" name="text-142">
            <a:extLst xmlns:a="http://schemas.openxmlformats.org/drawingml/2006/main">
              <a:ext uri="{FF2B5EF4-FFF2-40B4-BE49-F238E27FC236}">
                <a16:creationId xmlns:a16="http://schemas.microsoft.com/office/drawing/2014/main" id="{7226E12B-8239-4C67-8743-2A0EA27B57C0}"/>
              </a:ext>
            </a:extLst>
          </p:cNvPr>
          <p:cNvSpPr>
            <a:spLocks xmlns:a="http://schemas.openxmlformats.org/drawingml/2006/main" noGrp="1"/>
          </p:cNvSpPr>
          <p:nvPr/>
        </p:nvSpPr>
        <p:spPr>
          <a:xfrm xmlns:a="http://schemas.openxmlformats.org/drawingml/2006/main">
            <a:off x="6419850" y="4705350"/>
            <a:ext cx="5162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B5E20"/>
                </a:solidFill>
                <a:latin typeface="Arial"/>
                <a:ea typeface="Arial"/>
                <a:cs typeface="Arial"/>
              </a:defRPr>
            </a:defPPr>
            <a:lvl1pPr algn="l">
              <a:defRPr sz="1050" b="1">
                <a:solidFill>
                  <a:srgbClr val="1B5E20"/>
                </a:solidFill>
                <a:latin typeface="Arial"/>
                <a:ea typeface="Arial"/>
                <a:cs typeface="Arial"/>
              </a:defRPr>
            </a:lvl1pPr>
            <a:lvl2pPr algn="l">
              <a:defRPr sz="1050" b="1">
                <a:solidFill>
                  <a:srgbClr val="1B5E20"/>
                </a:solidFill>
                <a:latin typeface="Arial"/>
                <a:ea typeface="Arial"/>
                <a:cs typeface="Arial"/>
              </a:defRPr>
            </a:lvl2pPr>
            <a:lvl3pPr algn="l">
              <a:defRPr sz="1050" b="1">
                <a:solidFill>
                  <a:srgbClr val="1B5E20"/>
                </a:solidFill>
                <a:latin typeface="Arial"/>
                <a:ea typeface="Arial"/>
                <a:cs typeface="Arial"/>
              </a:defRPr>
            </a:lvl3pPr>
            <a:lvl4pPr algn="l">
              <a:defRPr sz="1050" b="1">
                <a:solidFill>
                  <a:srgbClr val="1B5E20"/>
                </a:solidFill>
                <a:latin typeface="Arial"/>
                <a:ea typeface="Arial"/>
                <a:cs typeface="Arial"/>
              </a:defRPr>
            </a:lvl4pPr>
            <a:lvl5pPr algn="l">
              <a:defRPr sz="1050" b="1">
                <a:solidFill>
                  <a:srgbClr val="1B5E20"/>
                </a:solidFill>
                <a:latin typeface="Arial"/>
                <a:ea typeface="Arial"/>
                <a:cs typeface="Arial"/>
              </a:defRPr>
            </a:lvl5pPr>
            <a:lvl6pPr algn="l">
              <a:defRPr sz="1050" b="1">
                <a:solidFill>
                  <a:srgbClr val="1B5E20"/>
                </a:solidFill>
                <a:latin typeface="Arial"/>
                <a:ea typeface="Arial"/>
                <a:cs typeface="Arial"/>
              </a:defRPr>
            </a:lvl6pPr>
            <a:lvl7pPr algn="l">
              <a:defRPr sz="1050" b="1">
                <a:solidFill>
                  <a:srgbClr val="1B5E20"/>
                </a:solidFill>
                <a:latin typeface="Arial"/>
                <a:ea typeface="Arial"/>
                <a:cs typeface="Arial"/>
              </a:defRPr>
            </a:lvl7pPr>
            <a:lvl8pPr algn="l">
              <a:defRPr sz="1050" b="1">
                <a:solidFill>
                  <a:srgbClr val="1B5E20"/>
                </a:solidFill>
                <a:latin typeface="Arial"/>
                <a:ea typeface="Arial"/>
                <a:cs typeface="Arial"/>
              </a:defRPr>
            </a:lvl8pPr>
            <a:lvl9pPr algn="l">
              <a:defRPr sz="1050" b="1">
                <a:solidFill>
                  <a:srgbClr val="1B5E20"/>
                </a:solidFill>
                <a:latin typeface="Arial"/>
                <a:ea typeface="Arial"/>
                <a:cs typeface="Arial"/>
              </a:defRPr>
            </a:lvl9pPr>
          </a:lstStyle>
          <a:p xmlns:a="http://schemas.openxmlformats.org/drawingml/2006/main">
            <a:pPr algn="l">
              <a:defRPr sz="1050" b="1">
                <a:solidFill>
                  <a:srgbClr val="1B5E20"/>
                </a:solidFill>
                <a:latin typeface="Arial"/>
                <a:ea typeface="Arial"/>
                <a:cs typeface="Arial"/>
              </a:defRPr>
            </a:pPr>
            <a:r>
              <a:rPr sz="1050" b="1">
                <a:solidFill>
                  <a:srgbClr val="1B5E20"/>
                </a:solidFill>
                <a:latin typeface="Arial"/>
                <a:ea typeface="Arial"/>
                <a:cs typeface="Arial"/>
              </a:rPr>
              <a:t>06  PROOF REFERENCE</a:t>
            </a:r>
          </a:p>
        </p:txBody>
      </p:sp>
      <p:sp>
        <p:nvSpPr>
          <p:cNvPr id="22" name="text-143">
            <a:extLst xmlns:a="http://schemas.openxmlformats.org/drawingml/2006/main">
              <a:ext uri="{FF2B5EF4-FFF2-40B4-BE49-F238E27FC236}">
                <a16:creationId xmlns:a16="http://schemas.microsoft.com/office/drawing/2014/main" id="{F9A50B41-A0AB-4146-ADE6-BF31D9F61130}"/>
              </a:ext>
            </a:extLst>
          </p:cNvPr>
          <p:cNvSpPr>
            <a:spLocks xmlns:a="http://schemas.openxmlformats.org/drawingml/2006/main" noGrp="1"/>
          </p:cNvSpPr>
          <p:nvPr/>
        </p:nvSpPr>
        <p:spPr>
          <a:xfrm xmlns:a="http://schemas.openxmlformats.org/drawingml/2006/main">
            <a:off x="6419850" y="505777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4261A"/>
                </a:solidFill>
                <a:latin typeface="Arial"/>
                <a:ea typeface="Arial"/>
                <a:cs typeface="Arial"/>
              </a:defRPr>
            </a:defPPr>
            <a:lvl1pPr algn="l">
              <a:defRPr sz="1875" b="1">
                <a:solidFill>
                  <a:srgbClr val="14261A"/>
                </a:solidFill>
                <a:latin typeface="Arial"/>
                <a:ea typeface="Arial"/>
                <a:cs typeface="Arial"/>
              </a:defRPr>
            </a:lvl1pPr>
            <a:lvl2pPr algn="l">
              <a:defRPr sz="1875" b="1">
                <a:solidFill>
                  <a:srgbClr val="14261A"/>
                </a:solidFill>
                <a:latin typeface="Arial"/>
                <a:ea typeface="Arial"/>
                <a:cs typeface="Arial"/>
              </a:defRPr>
            </a:lvl2pPr>
            <a:lvl3pPr algn="l">
              <a:defRPr sz="1875" b="1">
                <a:solidFill>
                  <a:srgbClr val="14261A"/>
                </a:solidFill>
                <a:latin typeface="Arial"/>
                <a:ea typeface="Arial"/>
                <a:cs typeface="Arial"/>
              </a:defRPr>
            </a:lvl3pPr>
            <a:lvl4pPr algn="l">
              <a:defRPr sz="1875" b="1">
                <a:solidFill>
                  <a:srgbClr val="14261A"/>
                </a:solidFill>
                <a:latin typeface="Arial"/>
                <a:ea typeface="Arial"/>
                <a:cs typeface="Arial"/>
              </a:defRPr>
            </a:lvl4pPr>
            <a:lvl5pPr algn="l">
              <a:defRPr sz="1875" b="1">
                <a:solidFill>
                  <a:srgbClr val="14261A"/>
                </a:solidFill>
                <a:latin typeface="Arial"/>
                <a:ea typeface="Arial"/>
                <a:cs typeface="Arial"/>
              </a:defRPr>
            </a:lvl5pPr>
            <a:lvl6pPr algn="l">
              <a:defRPr sz="1875" b="1">
                <a:solidFill>
                  <a:srgbClr val="14261A"/>
                </a:solidFill>
                <a:latin typeface="Arial"/>
                <a:ea typeface="Arial"/>
                <a:cs typeface="Arial"/>
              </a:defRPr>
            </a:lvl6pPr>
            <a:lvl7pPr algn="l">
              <a:defRPr sz="1875" b="1">
                <a:solidFill>
                  <a:srgbClr val="14261A"/>
                </a:solidFill>
                <a:latin typeface="Arial"/>
                <a:ea typeface="Arial"/>
                <a:cs typeface="Arial"/>
              </a:defRPr>
            </a:lvl7pPr>
            <a:lvl8pPr algn="l">
              <a:defRPr sz="1875" b="1">
                <a:solidFill>
                  <a:srgbClr val="14261A"/>
                </a:solidFill>
                <a:latin typeface="Arial"/>
                <a:ea typeface="Arial"/>
                <a:cs typeface="Arial"/>
              </a:defRPr>
            </a:lvl8pPr>
            <a:lvl9pPr algn="l">
              <a:defRPr sz="1875" b="1">
                <a:solidFill>
                  <a:srgbClr val="14261A"/>
                </a:solidFill>
                <a:latin typeface="Arial"/>
                <a:ea typeface="Arial"/>
                <a:cs typeface="Arial"/>
              </a:defRPr>
            </a:lvl9pPr>
          </a:lstStyle>
          <a:p xmlns:a="http://schemas.openxmlformats.org/drawingml/2006/main">
            <a:pPr algn="l">
              <a:defRPr sz="1875" b="1">
                <a:solidFill>
                  <a:srgbClr val="14261A"/>
                </a:solidFill>
                <a:latin typeface="Arial"/>
                <a:ea typeface="Arial"/>
                <a:cs typeface="Arial"/>
              </a:defRPr>
            </a:pPr>
            <a:r>
              <a:rPr sz="1875" b="1">
                <a:solidFill>
                  <a:srgbClr val="14261A"/>
                </a:solidFill>
                <a:latin typeface="Arial"/>
                <a:ea typeface="Arial"/>
                <a:cs typeface="Arial"/>
                <a:hlinkClick xmlns:r="http://schemas.openxmlformats.org/officeDocument/2006/relationships" r:id="R534397a18efa49bd"/>
              </a:rPr>
              <a:t>Buffer’s original 2011 pitch deck</a:t>
            </a:r>
          </a:p>
        </p:txBody>
      </p:sp>
      <p:sp>
        <p:nvSpPr>
          <p:cNvPr id="23" name="text-144">
            <a:extLst xmlns:a="http://schemas.openxmlformats.org/drawingml/2006/main">
              <a:ext uri="{FF2B5EF4-FFF2-40B4-BE49-F238E27FC236}">
                <a16:creationId xmlns:a16="http://schemas.microsoft.com/office/drawing/2014/main" id="{15ACF5A6-1FD0-40BA-9D32-0FF8B20F260E}"/>
              </a:ext>
            </a:extLst>
          </p:cNvPr>
          <p:cNvSpPr>
            <a:spLocks xmlns:a="http://schemas.openxmlformats.org/drawingml/2006/main" noGrp="1"/>
          </p:cNvSpPr>
          <p:nvPr/>
        </p:nvSpPr>
        <p:spPr>
          <a:xfrm xmlns:a="http://schemas.openxmlformats.org/drawingml/2006/main">
            <a:off x="6419850" y="5495925"/>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2645A"/>
                </a:solidFill>
                <a:latin typeface="Arial"/>
                <a:ea typeface="Arial"/>
                <a:cs typeface="Arial"/>
              </a:defRPr>
            </a:defPPr>
            <a:lvl1pPr algn="l">
              <a:defRPr sz="1425" b="0">
                <a:solidFill>
                  <a:srgbClr val="52645A"/>
                </a:solidFill>
                <a:latin typeface="Arial"/>
                <a:ea typeface="Arial"/>
                <a:cs typeface="Arial"/>
              </a:defRPr>
            </a:lvl1pPr>
            <a:lvl2pPr algn="l">
              <a:defRPr sz="1425" b="0">
                <a:solidFill>
                  <a:srgbClr val="52645A"/>
                </a:solidFill>
                <a:latin typeface="Arial"/>
                <a:ea typeface="Arial"/>
                <a:cs typeface="Arial"/>
              </a:defRPr>
            </a:lvl2pPr>
            <a:lvl3pPr algn="l">
              <a:defRPr sz="1425" b="0">
                <a:solidFill>
                  <a:srgbClr val="52645A"/>
                </a:solidFill>
                <a:latin typeface="Arial"/>
                <a:ea typeface="Arial"/>
                <a:cs typeface="Arial"/>
              </a:defRPr>
            </a:lvl3pPr>
            <a:lvl4pPr algn="l">
              <a:defRPr sz="1425" b="0">
                <a:solidFill>
                  <a:srgbClr val="52645A"/>
                </a:solidFill>
                <a:latin typeface="Arial"/>
                <a:ea typeface="Arial"/>
                <a:cs typeface="Arial"/>
              </a:defRPr>
            </a:lvl4pPr>
            <a:lvl5pPr algn="l">
              <a:defRPr sz="1425" b="0">
                <a:solidFill>
                  <a:srgbClr val="52645A"/>
                </a:solidFill>
                <a:latin typeface="Arial"/>
                <a:ea typeface="Arial"/>
                <a:cs typeface="Arial"/>
              </a:defRPr>
            </a:lvl5pPr>
            <a:lvl6pPr algn="l">
              <a:defRPr sz="1425" b="0">
                <a:solidFill>
                  <a:srgbClr val="52645A"/>
                </a:solidFill>
                <a:latin typeface="Arial"/>
                <a:ea typeface="Arial"/>
                <a:cs typeface="Arial"/>
              </a:defRPr>
            </a:lvl6pPr>
            <a:lvl7pPr algn="l">
              <a:defRPr sz="1425" b="0">
                <a:solidFill>
                  <a:srgbClr val="52645A"/>
                </a:solidFill>
                <a:latin typeface="Arial"/>
                <a:ea typeface="Arial"/>
                <a:cs typeface="Arial"/>
              </a:defRPr>
            </a:lvl7pPr>
            <a:lvl8pPr algn="l">
              <a:defRPr sz="1425" b="0">
                <a:solidFill>
                  <a:srgbClr val="52645A"/>
                </a:solidFill>
                <a:latin typeface="Arial"/>
                <a:ea typeface="Arial"/>
                <a:cs typeface="Arial"/>
              </a:defRPr>
            </a:lvl8pPr>
            <a:lvl9pPr algn="l">
              <a:defRPr sz="1425" b="0">
                <a:solidFill>
                  <a:srgbClr val="52645A"/>
                </a:solidFill>
                <a:latin typeface="Arial"/>
                <a:ea typeface="Arial"/>
                <a:cs typeface="Arial"/>
              </a:defRPr>
            </a:lvl9pPr>
          </a:lstStyle>
          <a:p xmlns:a="http://schemas.openxmlformats.org/drawingml/2006/main">
            <a:pPr algn="l">
              <a:defRPr sz="1425" b="0">
                <a:solidFill>
                  <a:srgbClr val="52645A"/>
                </a:solidFill>
                <a:latin typeface="Arial"/>
                <a:ea typeface="Arial"/>
                <a:cs typeface="Arial"/>
              </a:defRPr>
            </a:pPr>
            <a:r>
              <a:rPr sz="1425" b="0">
                <a:solidFill>
                  <a:srgbClr val="52645A"/>
                </a:solidFill>
                <a:latin typeface="Arial"/>
                <a:ea typeface="Arial"/>
                <a:cs typeface="Arial"/>
              </a:rPr>
              <a:t>Concrete evidence, with little text</a:t>
            </a:r>
          </a:p>
        </p:txBody>
      </p:sp>
    </p:spTree>
    <p:extLst>
      <p:ext uri="{BB962C8B-B14F-4D97-AF65-F5344CB8AC3E}">
        <p14:creationId xmlns:p14="http://schemas.microsoft.com/office/powerpoint/2010/main" val="5982219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2026-10-25T20:30:31.3730000Z</dcterms:created>
  <dcterms:modified xsi:type="dcterms:W3CDTF">2026-10-25T20:30:31.3730000Z</dcterms:modified>
</coreProperties>
</file>