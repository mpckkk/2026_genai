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0514a0459b8470f" /><Relationship Type="http://schemas.openxmlformats.org/officeDocument/2006/relationships/extended-properties" Target="/docProps/app.xml" Id="Rf354aef71f4e4009" /><Relationship Type="http://schemas.openxmlformats.org/officeDocument/2006/relationships/officeDocument" Target="/ppt/presentation.xml" Id="R0084d40a57194107" /></Relationships>
</file>

<file path=ppt/presentation.xml><?xml version="1.0" encoding="utf-8"?>
<p:presentation xmlns:p="http://schemas.openxmlformats.org/presentationml/2006/main">
  <p:sldMasterIdLst>
    <p:sldMasterId xmlns:r="http://schemas.openxmlformats.org/officeDocument/2006/relationships" id="2147483648" r:id="R322cecabf34747a2"/>
  </p:sldMasterIdLst>
  <p:notesMasterIdLst>
    <p:notesMasterId xmlns:r="http://schemas.openxmlformats.org/officeDocument/2006/relationships" r:id="R456f493ba7df4c93"/>
  </p:notesMasterIdLst>
  <p:sldIdLst>
    <p:sldId xmlns:r="http://schemas.openxmlformats.org/officeDocument/2006/relationships" id="256" r:id="Rb0f9405300e94537"/>
    <p:sldId xmlns:r="http://schemas.openxmlformats.org/officeDocument/2006/relationships" id="257" r:id="Rad2852674d904561"/>
    <p:sldId xmlns:r="http://schemas.openxmlformats.org/officeDocument/2006/relationships" id="258" r:id="R1150b92e97134187"/>
    <p:sldId xmlns:r="http://schemas.openxmlformats.org/officeDocument/2006/relationships" id="259" r:id="Rff8f7f7f5d384024"/>
    <p:sldId xmlns:r="http://schemas.openxmlformats.org/officeDocument/2006/relationships" id="260" r:id="Rc26fb9662b7e432b"/>
    <p:sldId xmlns:r="http://schemas.openxmlformats.org/officeDocument/2006/relationships" id="261" r:id="R2c6d44ebe25940d7"/>
    <p:sldId xmlns:r="http://schemas.openxmlformats.org/officeDocument/2006/relationships" id="262" r:id="R818b7afefb214d96"/>
    <p:sldId xmlns:r="http://schemas.openxmlformats.org/officeDocument/2006/relationships" id="263" r:id="R476754368d4b4b3b"/>
    <p:sldId xmlns:r="http://schemas.openxmlformats.org/officeDocument/2006/relationships" id="264" r:id="R05f2245699b64dc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961d779996a401a" /><Relationship Type="http://schemas.openxmlformats.org/officeDocument/2006/relationships/slideMaster" Target="/ppt/slideMasters/slideMaster1.xml" Id="R322cecabf34747a2" /><Relationship Type="http://schemas.openxmlformats.org/officeDocument/2006/relationships/notesMaster" Target="/ppt/notesMasters/notesMaster1.xml" Id="R456f493ba7df4c93" /><Relationship Type="http://schemas.openxmlformats.org/officeDocument/2006/relationships/presProps" Target="/ppt/presProps.xml" Id="Rd6075276d58e42bd" /><Relationship Type="http://schemas.openxmlformats.org/officeDocument/2006/relationships/tableStyles" Target="/ppt/tableStyles.xml" Id="R9fdd9bd92afe455c" /><Relationship Type="http://schemas.openxmlformats.org/officeDocument/2006/relationships/slide" Target="/ppt/slides/slide1.xml" Id="Rb0f9405300e94537" /><Relationship Type="http://schemas.openxmlformats.org/officeDocument/2006/relationships/slide" Target="/ppt/slides/slide2.xml" Id="Rad2852674d904561" /><Relationship Type="http://schemas.openxmlformats.org/officeDocument/2006/relationships/slide" Target="/ppt/slides/slide3.xml" Id="R1150b92e97134187" /><Relationship Type="http://schemas.openxmlformats.org/officeDocument/2006/relationships/slide" Target="/ppt/slides/slide4.xml" Id="Rff8f7f7f5d384024" /><Relationship Type="http://schemas.openxmlformats.org/officeDocument/2006/relationships/slide" Target="/ppt/slides/slide5.xml" Id="Rc26fb9662b7e432b" /><Relationship Type="http://schemas.openxmlformats.org/officeDocument/2006/relationships/slide" Target="/ppt/slides/slide6.xml" Id="R2c6d44ebe25940d7" /><Relationship Type="http://schemas.openxmlformats.org/officeDocument/2006/relationships/slide" Target="/ppt/slides/slide7.xml" Id="R818b7afefb214d96" /><Relationship Type="http://schemas.openxmlformats.org/officeDocument/2006/relationships/slide" Target="/ppt/slides/slide8.xml" Id="R476754368d4b4b3b" /><Relationship Type="http://schemas.openxmlformats.org/officeDocument/2006/relationships/slide" Target="/ppt/slides/slide9.xml" Id="R05f2245699b64dc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a001736e1bb408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2aa223c8815425f" /><Relationship Type="http://schemas.openxmlformats.org/officeDocument/2006/relationships/notesMaster" Target="/ppt/notesMasters/notesMaster1.xml" Id="R7fc5ba5601d84f3f" /></Relationships>
</file>

<file path=ppt/notesSlides/_rels/notesSlide2.xml.rels>&#65279;<?xml version="1.0" encoding="utf-8"?><Relationships xmlns="http://schemas.openxmlformats.org/package/2006/relationships"><Relationship Type="http://schemas.openxmlformats.org/officeDocument/2006/relationships/slide" Target="/ppt/slides/slide2.xml" Id="Rb30b3deb2bc844ac" /><Relationship Type="http://schemas.openxmlformats.org/officeDocument/2006/relationships/notesMaster" Target="/ppt/notesMasters/notesMaster1.xml" Id="R7ac67c82e6544de3" /></Relationships>
</file>

<file path=ppt/notesSlides/_rels/notesSlide3.xml.rels>&#65279;<?xml version="1.0" encoding="utf-8"?><Relationships xmlns="http://schemas.openxmlformats.org/package/2006/relationships"><Relationship Type="http://schemas.openxmlformats.org/officeDocument/2006/relationships/slide" Target="/ppt/slides/slide3.xml" Id="R617f7661f89a46a1" /><Relationship Type="http://schemas.openxmlformats.org/officeDocument/2006/relationships/notesMaster" Target="/ppt/notesMasters/notesMaster1.xml" Id="R0f94a297e76947fa" /></Relationships>
</file>

<file path=ppt/notesSlides/_rels/notesSlide4.xml.rels>&#65279;<?xml version="1.0" encoding="utf-8"?><Relationships xmlns="http://schemas.openxmlformats.org/package/2006/relationships"><Relationship Type="http://schemas.openxmlformats.org/officeDocument/2006/relationships/slide" Target="/ppt/slides/slide4.xml" Id="R71c0a4d164514300" /><Relationship Type="http://schemas.openxmlformats.org/officeDocument/2006/relationships/notesMaster" Target="/ppt/notesMasters/notesMaster1.xml" Id="R1fbd0d67d66442e4" /></Relationships>
</file>

<file path=ppt/notesSlides/_rels/notesSlide5.xml.rels>&#65279;<?xml version="1.0" encoding="utf-8"?><Relationships xmlns="http://schemas.openxmlformats.org/package/2006/relationships"><Relationship Type="http://schemas.openxmlformats.org/officeDocument/2006/relationships/slide" Target="/ppt/slides/slide5.xml" Id="Red79c96a29614466" /><Relationship Type="http://schemas.openxmlformats.org/officeDocument/2006/relationships/notesMaster" Target="/ppt/notesMasters/notesMaster1.xml" Id="Rff3e85a23e6d47b6" /></Relationships>
</file>

<file path=ppt/notesSlides/_rels/notesSlide6.xml.rels>&#65279;<?xml version="1.0" encoding="utf-8"?><Relationships xmlns="http://schemas.openxmlformats.org/package/2006/relationships"><Relationship Type="http://schemas.openxmlformats.org/officeDocument/2006/relationships/slide" Target="/ppt/slides/slide6.xml" Id="R70d959a658db4d80" /><Relationship Type="http://schemas.openxmlformats.org/officeDocument/2006/relationships/notesMaster" Target="/ppt/notesMasters/notesMaster1.xml" Id="R10ed5a82d98446d6" /></Relationships>
</file>

<file path=ppt/notesSlides/_rels/notesSlide7.xml.rels>&#65279;<?xml version="1.0" encoding="utf-8"?><Relationships xmlns="http://schemas.openxmlformats.org/package/2006/relationships"><Relationship Type="http://schemas.openxmlformats.org/officeDocument/2006/relationships/slide" Target="/ppt/slides/slide7.xml" Id="R8f941e8124bf4c2f" /><Relationship Type="http://schemas.openxmlformats.org/officeDocument/2006/relationships/notesMaster" Target="/ppt/notesMasters/notesMaster1.xml" Id="Rb36ade3da86e47db" /></Relationships>
</file>

<file path=ppt/notesSlides/_rels/notesSlide8.xml.rels>&#65279;<?xml version="1.0" encoding="utf-8"?><Relationships xmlns="http://schemas.openxmlformats.org/package/2006/relationships"><Relationship Type="http://schemas.openxmlformats.org/officeDocument/2006/relationships/slide" Target="/ppt/slides/slide8.xml" Id="R84001393d96449dc" /><Relationship Type="http://schemas.openxmlformats.org/officeDocument/2006/relationships/notesMaster" Target="/ppt/notesMasters/notesMaster1.xml" Id="R24437c7800d449ef" /></Relationships>
</file>

<file path=ppt/notesSlides/_rels/notesSlide9.xml.rels>&#65279;<?xml version="1.0" encoding="utf-8"?><Relationships xmlns="http://schemas.openxmlformats.org/package/2006/relationships"><Relationship Type="http://schemas.openxmlformats.org/officeDocument/2006/relationships/slide" Target="/ppt/slides/slide9.xml" Id="R824aa1fec41645b8" /><Relationship Type="http://schemas.openxmlformats.org/officeDocument/2006/relationships/notesMaster" Target="/ppt/notesMasters/notesMaster1.xml" Id="R2380abd5c88844b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 authenticates through Keycloak. PostgreSQL stores owner-scoped jobs. The worker runs the server-side OpenShell/Codex agent, validates typed tool requests and saves canonical results. Scientific tools retrieve the reference through Zetaris and measure the count matrix outside the model. H-MEM supplies reviewed decisions as context at turn start. The model explains and recommends, and returns typed card/result IDs. The browser resolves only completed owned results. The diagram groups services by responsibility; it does not imply H-MEM is an external server or Zetaris runs the count matrix.</a:t>
            </a:r>
          </a:p>
          <a:p xmlns:a="http://schemas.openxmlformats.org/drawingml/2006/main">
            <a:r>
              <a:t/>
            </a:r>
          </a:p>
          <a:p xmlns:a="http://schemas.openxmlformats.org/drawingml/2006/main">
            <a:r>
              <a:t>Sources:</a:t>
            </a:r>
          </a:p>
          <a:p xmlns:a="http://schemas.openxmlformats.org/drawingml/2006/main">
            <a:r>
              <a:t>https://github.com/mpckkk/2026_GenAI/blob/celloras.com/infra/agent/worker.mjs</a:t>
            </a:r>
          </a:p>
          <a:p xmlns:a="http://schemas.openxmlformats.org/drawingml/2006/main">
            <a:r>
              <a:t>https://github.com/mpckkk/2026_GenAI/blob/celloras.com/app/services/analysis-tools.mjs</a:t>
            </a:r>
          </a:p>
          <a:p xmlns:a="http://schemas.openxmlformats.org/drawingml/2006/main">
            <a:r>
              <a:t>https://github.com/mpckkk/2026_GenAI/blob/celloras.com/app/services/agent-response.mjs</a:t>
            </a:r>
          </a:p>
          <a:p xmlns:a="http://schemas.openxmlformats.org/drawingml/2006/main">
            <a:r>
              <a:t>https://github.com/mpckkk/2026_GenAI/blob/celloras.com/docs/architecture.md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actual authenticated agent conversation captured from celloras.com on 26 October 2026. No reply text, analysis result or map was fabricated. The agent was asked to show the saved annotation card and briefly explain it. It uses the existing React annotation card with computed cell-type suggestions and unresolved groups. Captured content is a cropped viewport of that actual turn. The underlying annotation was completed on 25 October. The screenshot shows the product interaction, not a fresh independent accuracy evaluation.</a:t>
            </a:r>
          </a:p>
          <a:p xmlns:a="http://schemas.openxmlformats.org/drawingml/2006/main">
            <a:r>
              <a:t/>
            </a:r>
          </a:p>
          <a:p xmlns:a="http://schemas.openxmlformats.org/drawingml/2006/main">
            <a:r>
              <a:t>Sources:</a:t>
            </a:r>
          </a:p>
          <a:p xmlns:a="http://schemas.openxmlformats.org/drawingml/2006/main">
            <a:r>
              <a:t>https://github.com/mpckkk/2026_GenAI/blob/celloras.com/docs/demo.md</a:t>
            </a:r>
          </a:p>
          <a:p xmlns:a="http://schemas.openxmlformats.org/drawingml/2006/main">
            <a:r>
              <a:t>https://github.com/mpckkk/2026_GenAI/blob/celloras.com/app/(workspace)/app/annotation-card.tsx</a:t>
            </a:r>
          </a:p>
          <a:p xmlns:a="http://schemas.openxmlformats.org/drawingml/2006/main">
            <a:r>
              <a:t>https://github.com/mpckkk/2026_GenAI/blob/celloras.com/app/core/agent-response.schema.json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separates measured data, marker associations, literature context and researcher interpretation. GSE270392 and soybean-atlas.com describe the same underlying published atlas and are not independent confirmation. The numeric panel includes associations originally supported by Arabidopsis orthology, with that provenance retained, but Celloras does not currently perform live ortholog mapping. The root/nodule paper is in the literature collection; its gene build is not automatically transferred to the Wm82v4 panel. Guide ingestion is abstract-only. H5AD uploads now enter an owned inspection/import queue and retain the original counts and UMAP. The public uploaded-file workflow passed on 26 October. SoyBase and broader nodule annotation remain planned, not active reference adapters. All count-matrix data stays numeric rather than being embedded as text.</a:t>
            </a:r>
          </a:p>
          <a:p xmlns:a="http://schemas.openxmlformats.org/drawingml/2006/main">
            <a:r>
              <a:t/>
            </a:r>
          </a:p>
          <a:p xmlns:a="http://schemas.openxmlformats.org/drawingml/2006/main">
            <a:r>
              <a:t>Sources:</a:t>
            </a:r>
          </a:p>
          <a:p xmlns:a="http://schemas.openxmlformats.org/drawingml/2006/main">
            <a:r>
              <a:t>https://github.com/mpckkk/2026_GenAI/blob/celloras.com/data/datasets/gse270392-root-rna-v1.json</a:t>
            </a:r>
          </a:p>
          <a:p xmlns:a="http://schemas.openxmlformats.org/drawingml/2006/main">
            <a:r>
              <a:t>https://github.com/mpckkk/2026_GenAI/blob/celloras.com/data/references/soybean-annotation-v1.json</a:t>
            </a:r>
          </a:p>
          <a:p xmlns:a="http://schemas.openxmlformats.org/drawingml/2006/main">
            <a:r>
              <a:t>https://github.com/mpckkk/2026_GenAI/blob/celloras.com/data/literature/soybean-v1.json</a:t>
            </a:r>
          </a:p>
          <a:p xmlns:a="http://schemas.openxmlformats.org/drawingml/2006/main">
            <a:r>
              <a:t>https://github.com/mpckkk/2026_GenAI/blob/celloras.com/docs/literature.md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Zetaris hackathon self-hosted stack 2.4.3.1 runs on the Linux server in a separate Compose project. The app uses a dedicated SELECT-only account and private network API. CELLORAS.marker_reference_v1 is a Lightning filestore table over a mounted JSON array. The actual adapter runs fixed operator-owned SQL through /api/v1.0/query/sql/start, validates the pinned full canonical content SHA, closes the query cursor and saves a non-secret delivery receipt. The model cannot supply SQL. One pinned table is demonstrated, not multi-source federation or matrix ingestion. Public annotation run af2c9005-6be1-4f7c-baf4-dede8d06155c has query receipt f7fbb611-05df-4f96-83c8-efe2e60e8d32. SQL on the slide uses an explanatory placeholder for the pinned reference id.</a:t>
            </a:r>
          </a:p>
          <a:p xmlns:a="http://schemas.openxmlformats.org/drawingml/2006/main">
            <a:r>
              <a:t/>
            </a:r>
          </a:p>
          <a:p xmlns:a="http://schemas.openxmlformats.org/drawingml/2006/main">
            <a:r>
              <a:t>Sources:</a:t>
            </a:r>
          </a:p>
          <a:p xmlns:a="http://schemas.openxmlformats.org/drawingml/2006/main">
            <a:r>
              <a:t>https://github.com/mpckkk/2026_GenAI/blob/celloras.com/app/adapters/zetaris-reference.mjs</a:t>
            </a:r>
          </a:p>
          <a:p xmlns:a="http://schemas.openxmlformats.org/drawingml/2006/main">
            <a:r>
              <a:t>https://github.com/mpckkk/2026_GenAI/blob/celloras.com/docs/sponsor-explanation.md</a:t>
            </a:r>
          </a:p>
          <a:p xmlns:a="http://schemas.openxmlformats.org/drawingml/2006/main">
            <a:r>
              <a:t>https://github.com/mpckkk/2026_GenAI/blob/celloras.com/docs/configuration.md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deterministic engine consumes compatible species, tissue and Wm82v4 data, never source cell labels. Means include zeros. It calculates across-group gene z-scores and divides the sum for available genes by each cell type reference gene count. Supporting genes must meet detection &gt;=0.1, cluster-rest mean log delta &gt;=0.1, and z&gt;=0.5. A candidate requires at least two supporting genes, &gt;=50% reference availability and score&gt;=0.5. A competitor within 0.25 makes the result ambiguous. Group 6 is supported by Glyma.01G224900 and Glyma.17G030700. 2,952 independent base-R numerical comparisons passed within 1e-10. This checks implementation arithmetic, not general biological accuracy. The source-label comparison uses the same study; no independent benchmark has been demonstrated. The 25-nucleus group 8_2 disagreement remains visible. The dot plot is an actual stored analysis.</a:t>
            </a:r>
          </a:p>
          <a:p xmlns:a="http://schemas.openxmlformats.org/drawingml/2006/main">
            <a:r>
              <a:t/>
            </a:r>
          </a:p>
          <a:p xmlns:a="http://schemas.openxmlformats.org/drawingml/2006/main">
            <a:r>
              <a:t>Sources:</a:t>
            </a:r>
          </a:p>
          <a:p xmlns:a="http://schemas.openxmlformats.org/drawingml/2006/main">
            <a:r>
              <a:t>https://github.com/mpckkk/2026_GenAI/blob/celloras.com/docs/annotation-method.md</a:t>
            </a:r>
          </a:p>
          <a:p xmlns:a="http://schemas.openxmlformats.org/drawingml/2006/main">
            <a:r>
              <a:t>https://github.com/mpckkk/2026_GenAI/blob/celloras.com/app/adapters/annotation-engine.mjs</a:t>
            </a:r>
          </a:p>
          <a:p xmlns:a="http://schemas.openxmlformats.org/drawingml/2006/main">
            <a:r>
              <a:t>https://github.com/mpckkk/2026_GenAI/blob/celloras.com/app/adapters/scientific-data.mjs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Meterless official H-MEM reference revision 1742dec56a66e58eef9dda2d2b865823758ca8cd is vendored with its license and reproducible runtime. On an owned turn, Celloras synchronises explicit saved reviews, superseding only the same annotation-run/cluster or marker-entry target. The reference hashed embeddings and hybrid retrieval rank relevant records; exact named-group selection is application logic. Up to five memories reach the model with canonical source links. PostgreSQL retains the engine snapshot and append-only ledger. Memory is not paper retrieval or biological validation. Automatic mining, dreaming and semantic conflict resolution are disabled. All 13 upstream conformance checks passed; a real public review beyond 31 newer notes was recalled, and correction/account-isolation checks passed. Screenshot records the 25 October demonstration correction.</a:t>
            </a:r>
          </a:p>
          <a:p xmlns:a="http://schemas.openxmlformats.org/drawingml/2006/main">
            <a:r>
              <a:t/>
            </a:r>
          </a:p>
          <a:p xmlns:a="http://schemas.openxmlformats.org/drawingml/2006/main">
            <a:r>
              <a:t>Sources:</a:t>
            </a:r>
          </a:p>
          <a:p xmlns:a="http://schemas.openxmlformats.org/drawingml/2006/main">
            <a:r>
              <a:t>https://github.com/mpckkk/2026_GenAI/blob/celloras.com/app/adapters/research-memory.mjs</a:t>
            </a:r>
          </a:p>
          <a:p xmlns:a="http://schemas.openxmlformats.org/drawingml/2006/main">
            <a:r>
              <a:t>https://github.com/mpckkk/2026_GenAI/blob/celloras.com/third_party/meterless-hmem/README.md</a:t>
            </a:r>
          </a:p>
          <a:p xmlns:a="http://schemas.openxmlformats.org/drawingml/2006/main">
            <a:r>
              <a:t>https://github.com/mpckkk/2026_GenAI/blob/celloras.com/docs/sponsor-explanation.md</a:t>
            </a:r>
          </a:p>
          <a:p xmlns:a="http://schemas.openxmlformats.org/drawingml/2006/main">
            <a:r>
              <a:t>https://github.com/mpckkk/2026_GenAI/blob/celloras.com/docs/verification.md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Keycloak handles login and credentials. The app enforces ownership before project/data/model/memory operations. Agent output must satisfy a JSON schema; cards reference canonical owned records, never arbitrary model-written HTML or fabricated chart payloads. The worker limits scientific tools to four per turn and saves JSON activity events with run identifiers. Failed/cancelled turns cannot expose completed result endpoints. H5AD uploads use checksummed 8 MiB chunks, PostgreSQL queue state and a bounded Python importer. The imported bundle is immutable and private to the owned experiment; the app and agent mount it read-only. The count matrix stays in numeric files, not a vector database. Curated literature currently uses lexical search, while H-MEM uses its reference hashed-embedding retrieval only for explicit reviews. NeMo Files and an NVIDIA observability dashboard are not active.</a:t>
            </a:r>
          </a:p>
          <a:p xmlns:a="http://schemas.openxmlformats.org/drawingml/2006/main">
            <a:r>
              <a:t/>
            </a:r>
          </a:p>
          <a:p xmlns:a="http://schemas.openxmlformats.org/drawingml/2006/main">
            <a:r>
              <a:t>Sources:</a:t>
            </a:r>
          </a:p>
          <a:p xmlns:a="http://schemas.openxmlformats.org/drawingml/2006/main">
            <a:r>
              <a:t>https://github.com/mpckkk/2026_GenAI/blob/celloras.com/app/services/analysis-tools.mjs</a:t>
            </a:r>
          </a:p>
          <a:p xmlns:a="http://schemas.openxmlformats.org/drawingml/2006/main">
            <a:r>
              <a:t>https://github.com/mpckkk/2026_GenAI/blob/celloras.com/app/services/agent-response.mjs</a:t>
            </a:r>
          </a:p>
          <a:p xmlns:a="http://schemas.openxmlformats.org/drawingml/2006/main">
            <a:r>
              <a:t>https://github.com/mpckkk/2026_GenAI/blob/celloras.com/app/core/agent-response.schema.json</a:t>
            </a:r>
          </a:p>
          <a:p xmlns:a="http://schemas.openxmlformats.org/drawingml/2006/main">
            <a:r>
              <a:t>https://github.com/mpckkk/2026_GenAI/blob/celloras.com/infra/agent/worker.mjs</a:t>
            </a:r>
          </a:p>
          <a:p xmlns:a="http://schemas.openxmlformats.org/drawingml/2006/main">
            <a:r>
              <a:t>https://github.com/mpckkk/2026_GenAI/blob/celloras.com/app/adapters/research-memory.mjs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points are copied from the user-provided judging screenshot: Demo 15, Product &amp; UX 10, Sponsor Tech 10. These are rubric weights, not awarded scores or an inferred complete rubric. The user supplied updated submission instructions requiring only Zetaris and a Meterless Engine in a working feature, with Cursor and NVIDIA optional. Celloras uses Zetaris, Meterless H-MEM and NVIDIA OpenShell. It does not claim Cursor usage, a working Nemotron call or an NVIDIA observability dashboard. The 26 October uploaded-file acceptance used the same project for H5AD upload, annotation, a real reference receipt, supporting gene plot, an illustrative saved review and H-MEM recall. The separate 25 October prepared workflow also proved correction recall. The current video is still to be recorded. The prepared workflow script resumes saved verified turns; replay is not a new benchmark or fresh inference for every step.</a:t>
            </a:r>
          </a:p>
          <a:p xmlns:a="http://schemas.openxmlformats.org/drawingml/2006/main">
            <a:r>
              <a:t/>
            </a:r>
          </a:p>
          <a:p xmlns:a="http://schemas.openxmlformats.org/drawingml/2006/main">
            <a:r>
              <a:t>Sources:</a:t>
            </a:r>
          </a:p>
          <a:p xmlns:a="http://schemas.openxmlformats.org/drawingml/2006/main">
            <a:r>
              <a:t>https://github.com/mpckkk/2026_GenAI/blob/celloras.com/docs/demo.md</a:t>
            </a:r>
          </a:p>
          <a:p xmlns:a="http://schemas.openxmlformats.org/drawingml/2006/main">
            <a:r>
              <a:t>https://github.com/mpckkk/2026_GenAI/blob/celloras.com/docs/sponsor-explanation.md</a:t>
            </a:r>
          </a:p>
          <a:p xmlns:a="http://schemas.openxmlformats.org/drawingml/2006/main">
            <a:r>
              <a:t>https://github.com/mpckkk/2026_GenAI/blob/celloras.com/docs/verification.md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Public upload workflow accepted on 26 October 2026, source release e153cf8. The real browser downloaded the verified 28,919,346-byte sample, uploaded and inspected it, explicitly selected raw counts/groups/UMAP and imported all 7,496 nuclei and 40,127 genes. The OpenShell/Codex agent annotated the owned dataset, returned its 7,496-cell map, compared two measured genes, and recalled a saved illustrative review through Meterless H-MEM. Annotation run f21b6943-c980-454b-8870-643773341ae9 retains Zetaris request e37392b3-f96d-4ee6-82e9-73fe75b301a2. The sample is a transparent lossless H5AD conversion of the published GSE270392 root RDS, not an author-deposited H5AD or raw sequencing reads. Native SOTA Root.scRNA.h5ad has normalized noninteger values and SoyZH13 IDs and is unsuitable for this Wm82v4 raw-count workflow. Limits include existing groups/UMAP and compatible soybean-root reference identifiers; no FASTQ processing, QC, new clustering, new embedding, automatic cross-build mapping or independent biological accuracy benchmark is claimed. The 4 GiB upload ceiling has not been load-tested. Broader local MicroVM freeform tests have shown intermittent execution failures, separate from this passing public Linux workflow. The video remains to be recorded.</a:t>
            </a:r>
          </a:p>
          <a:p xmlns:a="http://schemas.openxmlformats.org/drawingml/2006/main">
            <a:r>
              <a:t/>
            </a:r>
          </a:p>
          <a:p xmlns:a="http://schemas.openxmlformats.org/drawingml/2006/main">
            <a:r>
              <a:t>Sources:</a:t>
            </a:r>
          </a:p>
          <a:p xmlns:a="http://schemas.openxmlformats.org/drawingml/2006/main">
            <a:r>
              <a:t>https://github.com/mpckkk/2026_GenAI/blob/celloras.com/docs/verification.md</a:t>
            </a:r>
          </a:p>
          <a:p xmlns:a="http://schemas.openxmlformats.org/drawingml/2006/main">
            <a:r>
              <a:t>https://github.com/mpckkk/2026_GenAI/blob/celloras.com/docs/h5ad-source.md</a:t>
            </a:r>
          </a:p>
          <a:p xmlns:a="http://schemas.openxmlformats.org/drawingml/2006/main">
            <a:r>
              <a:t>https://github.com/mpckkk/2026_GenAI/blob/celloras.com/docs/configuration.md</a:t>
            </a:r>
          </a:p>
          <a:p xmlns:a="http://schemas.openxmlformats.org/drawingml/2006/main">
            <a:r>
              <a:t>https://celloras.com/app/projects/fd21eefc-6a63-4c06-89fd-007ed138c77f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b4f6460d98a4ab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fe35f9b6e52439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8be01a18b3d405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265a75888c2450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fddcf4d768d484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1e17cd751c945e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DB5B5F4-3A18-444A-9ED0-C923549FE9F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7F2B1A1-E603-411F-827D-C656A904D5A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29D8781-CA77-4634-A040-5FFDC380148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2959A06-F808-4468-9357-C13338B34DA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4ADD1EE-689C-4D0E-9ABE-B52678FEFC7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A551A0A-8F95-4592-A270-35EB75EDC6D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2529F10-CBA6-4A7D-AFA0-047100A9136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8D40DB3-7514-4353-B24D-59BF6E12B40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03DB455-8B3A-4923-A848-F19C1B84E24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135F7F5-4E56-4C42-8BEE-7A20935CC2A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55ee6b318ae4663" /><Relationship Type="http://schemas.openxmlformats.org/officeDocument/2006/relationships/slideLayout" Target="/ppt/slideLayouts/slideLayout1.xml" Id="R15d95d88e4794a16" /><Relationship Type="http://schemas.openxmlformats.org/officeDocument/2006/relationships/slideLayout" Target="/ppt/slideLayouts/slideLayout2.xml" Id="Rd64eb4163c1940fd" /><Relationship Type="http://schemas.openxmlformats.org/officeDocument/2006/relationships/slideLayout" Target="/ppt/slideLayouts/slideLayout3.xml" Id="Rfb443a0035b24960" /><Relationship Type="http://schemas.openxmlformats.org/officeDocument/2006/relationships/slideLayout" Target="/ppt/slideLayouts/slideLayout4.xml" Id="Rc0127b9e3f734c3b" /><Relationship Type="http://schemas.openxmlformats.org/officeDocument/2006/relationships/slideLayout" Target="/ppt/slideLayouts/slideLayout5.xml" Id="R1f4833f177064b9e" /><Relationship Type="http://schemas.openxmlformats.org/officeDocument/2006/relationships/slideLayout" Target="/ppt/slideLayouts/slideLayout6.xml" Id="Rf9ca7aca3c824b6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5d95d88e4794a16"/>
    <p:sldLayoutId xmlns:r="http://schemas.openxmlformats.org/officeDocument/2006/relationships" id="2147483650" r:id="Rd64eb4163c1940fd"/>
    <p:sldLayoutId xmlns:r="http://schemas.openxmlformats.org/officeDocument/2006/relationships" id="2147483651" r:id="Rfb443a0035b24960"/>
    <p:sldLayoutId xmlns:r="http://schemas.openxmlformats.org/officeDocument/2006/relationships" id="2147483652" r:id="Rc0127b9e3f734c3b"/>
    <p:sldLayoutId xmlns:r="http://schemas.openxmlformats.org/officeDocument/2006/relationships" id="2147483653" r:id="R1f4833f177064b9e"/>
    <p:sldLayoutId xmlns:r="http://schemas.openxmlformats.org/officeDocument/2006/relationships" id="2147483654" r:id="Rf9ca7aca3c824b6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a438349f1774062" /><Relationship Type="http://schemas.openxmlformats.org/officeDocument/2006/relationships/notesSlide" Target="/ppt/notesSlides/notesSlide1.xml" Id="R47868812ec444c5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f919188e4734236" /><Relationship Type="http://schemas.openxmlformats.org/officeDocument/2006/relationships/image" Target="/ppt/media/image.png" Id="R04c0798af9fa42f0" /><Relationship Type="http://schemas.openxmlformats.org/officeDocument/2006/relationships/notesSlide" Target="/ppt/notesSlides/notesSlide2.xml" Id="Rbaf23783f2a042c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fa10d4bcc3f436d" /><Relationship Type="http://schemas.openxmlformats.org/officeDocument/2006/relationships/notesSlide" Target="/ppt/notesSlides/notesSlide3.xml" Id="R79c794f7e30643b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1a8c24170374004" /><Relationship Type="http://schemas.openxmlformats.org/officeDocument/2006/relationships/image" Target="/ppt/media/image2.png" Id="R7430127c3ab64649" /><Relationship Type="http://schemas.openxmlformats.org/officeDocument/2006/relationships/notesSlide" Target="/ppt/notesSlides/notesSlide4.xml" Id="R263097d15a054ca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7df339551ab4952" /><Relationship Type="http://schemas.openxmlformats.org/officeDocument/2006/relationships/image" Target="/ppt/media/image3.png" Id="Rf866231911a54fec" /><Relationship Type="http://schemas.openxmlformats.org/officeDocument/2006/relationships/notesSlide" Target="/ppt/notesSlides/notesSlide5.xml" Id="Rf25f7377918c47a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58ff6a12ca041bb" /><Relationship Type="http://schemas.openxmlformats.org/officeDocument/2006/relationships/image" Target="/ppt/media/image4.png" Id="R47d4c79e42794e43" /><Relationship Type="http://schemas.openxmlformats.org/officeDocument/2006/relationships/notesSlide" Target="/ppt/notesSlides/notesSlide6.xml" Id="R1c34110e249142b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87bf644d02f4cc1" /><Relationship Type="http://schemas.openxmlformats.org/officeDocument/2006/relationships/notesSlide" Target="/ppt/notesSlides/notesSlide7.xml" Id="R7979fd366d6c419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3c222f424114c32" /><Relationship Type="http://schemas.openxmlformats.org/officeDocument/2006/relationships/notesSlide" Target="/ppt/notesSlides/notesSlide8.xml" Id="R62ad43f765ec498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871cca309ae4aac" /><Relationship Type="http://schemas.openxmlformats.org/officeDocument/2006/relationships/notesSlide" Target="/ppt/notesSlides/notesSlide9.xml" Id="Rdc38bcdc1cfe42c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8" name="">
            <a:extLst xmlns:a="http://schemas.openxmlformats.org/drawingml/2006/main">
              <a:ext uri="{FF2B5EF4-FFF2-40B4-BE49-F238E27FC236}">
                <a16:creationId xmlns:a16="http://schemas.microsoft.com/office/drawing/2014/main" id="{6D8F5982-F3DD-48A0-A181-3EC4BF77CA57}"/>
              </a:ext>
            </a:extLst>
          </p:cNvPr>
          <p:cNvCxnSpPr>
            <a:stCxn xmlns:a="http://schemas.openxmlformats.org/drawingml/2006/main" id="22" idx="3"/>
            <a:endCxn xmlns:a="http://schemas.openxmlformats.org/drawingml/2006/main" id="8" idx="1"/>
          </p:cNvCxnSpPr>
          <p:nvPr/>
        </p:nvCxnSpPr>
        <p:spPr>
          <a:xfrm xmlns:a="http://schemas.openxmlformats.org/drawingml/2006/main" flipV="1">
            <a:off x="3028950" y="2628900"/>
            <a:ext cx="1123950" cy="1928813"/>
          </a:xfrm>
          <a:prstGeom xmlns:a="http://schemas.openxmlformats.org/drawingml/2006/main" prst="straightConnector1">
            <a:avLst/>
          </a:prstGeom>
          <a:ln xmlns:a="http://schemas.openxmlformats.org/drawingml/2006/main" w="19050">
            <a:solidFill>
              <a:srgbClr val="1B5E20"/>
            </a:solidFill>
            <a:tailEnd type="triangle" w="med" len="med"/>
          </a:ln>
        </p:spPr>
      </p:cxnSp>
      <p:sp>
        <p:nvSpPr>
          <p:cNvPr id="34" name="text-1">
            <a:extLst xmlns:a="http://schemas.openxmlformats.org/drawingml/2006/main">
              <a:ext uri="{FF2B5EF4-FFF2-40B4-BE49-F238E27FC236}">
                <a16:creationId xmlns:a16="http://schemas.microsoft.com/office/drawing/2014/main" id="{968311FE-AA88-4E7F-AD33-00F7589B7D56}"/>
              </a:ext>
            </a:extLst>
          </p:cNvPr>
          <p:cNvSpPr>
            <a:spLocks xmlns:a="http://schemas.openxmlformats.org/drawingml/2006/main" noGrp="1"/>
          </p:cNvSpPr>
          <p:nvPr/>
        </p:nvSpPr>
        <p:spPr>
          <a:xfrm xmlns:a="http://schemas.openxmlformats.org/drawingml/2006/main">
            <a:off x="533400" y="285750"/>
            <a:ext cx="11125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1B5E20"/>
                </a:solidFill>
                <a:latin typeface="Inter"/>
                <a:ea typeface="Inter"/>
                <a:cs typeface="Inter"/>
              </a:defRPr>
            </a:defPPr>
            <a:lvl1pPr>
              <a:defRPr sz="1275" b="1">
                <a:solidFill>
                  <a:srgbClr val="1B5E20"/>
                </a:solidFill>
                <a:latin typeface="Inter"/>
                <a:ea typeface="Inter"/>
                <a:cs typeface="Inter"/>
              </a:defRPr>
            </a:lvl1pPr>
            <a:lvl2pPr>
              <a:defRPr sz="1275" b="1">
                <a:solidFill>
                  <a:srgbClr val="1B5E20"/>
                </a:solidFill>
                <a:latin typeface="Inter"/>
                <a:ea typeface="Inter"/>
                <a:cs typeface="Inter"/>
              </a:defRPr>
            </a:lvl2pPr>
            <a:lvl3pPr>
              <a:defRPr sz="1275" b="1">
                <a:solidFill>
                  <a:srgbClr val="1B5E20"/>
                </a:solidFill>
                <a:latin typeface="Inter"/>
                <a:ea typeface="Inter"/>
                <a:cs typeface="Inter"/>
              </a:defRPr>
            </a:lvl3pPr>
            <a:lvl4pPr>
              <a:defRPr sz="1275" b="1">
                <a:solidFill>
                  <a:srgbClr val="1B5E20"/>
                </a:solidFill>
                <a:latin typeface="Inter"/>
                <a:ea typeface="Inter"/>
                <a:cs typeface="Inter"/>
              </a:defRPr>
            </a:lvl4pPr>
            <a:lvl5pPr>
              <a:defRPr sz="1275" b="1">
                <a:solidFill>
                  <a:srgbClr val="1B5E20"/>
                </a:solidFill>
                <a:latin typeface="Inter"/>
                <a:ea typeface="Inter"/>
                <a:cs typeface="Inter"/>
              </a:defRPr>
            </a:lvl5pPr>
            <a:lvl6pPr>
              <a:defRPr sz="1275" b="1">
                <a:solidFill>
                  <a:srgbClr val="1B5E20"/>
                </a:solidFill>
                <a:latin typeface="Inter"/>
                <a:ea typeface="Inter"/>
                <a:cs typeface="Inter"/>
              </a:defRPr>
            </a:lvl6pPr>
            <a:lvl7pPr>
              <a:defRPr sz="1275" b="1">
                <a:solidFill>
                  <a:srgbClr val="1B5E20"/>
                </a:solidFill>
                <a:latin typeface="Inter"/>
                <a:ea typeface="Inter"/>
                <a:cs typeface="Inter"/>
              </a:defRPr>
            </a:lvl7pPr>
            <a:lvl8pPr>
              <a:defRPr sz="1275" b="1">
                <a:solidFill>
                  <a:srgbClr val="1B5E20"/>
                </a:solidFill>
                <a:latin typeface="Inter"/>
                <a:ea typeface="Inter"/>
                <a:cs typeface="Inter"/>
              </a:defRPr>
            </a:lvl8pPr>
            <a:lvl9pPr>
              <a:defRPr sz="1275" b="1">
                <a:solidFill>
                  <a:srgbClr val="1B5E20"/>
                </a:solidFill>
                <a:latin typeface="Inter"/>
                <a:ea typeface="Inter"/>
                <a:cs typeface="Inter"/>
              </a:defRPr>
            </a:lvl9pPr>
          </a:lstStyle>
          <a:p xmlns:a="http://schemas.openxmlformats.org/drawingml/2006/main">
            <a:pPr>
              <a:defRPr sz="1275" b="1">
                <a:solidFill>
                  <a:srgbClr val="1B5E20"/>
                </a:solidFill>
                <a:latin typeface="Inter"/>
                <a:ea typeface="Inter"/>
                <a:cs typeface="Inter"/>
              </a:defRPr>
            </a:pPr>
            <a:r>
              <a:rPr sz="1275" b="1">
                <a:solidFill>
                  <a:srgbClr val="1B5E20"/>
                </a:solidFill>
                <a:latin typeface="Inter"/>
                <a:ea typeface="Inter"/>
                <a:cs typeface="Inter"/>
              </a:rPr>
              <a:t>01 / ARCHITECTURE</a:t>
            </a:r>
          </a:p>
        </p:txBody>
      </p:sp>
      <p:sp>
        <p:nvSpPr>
          <p:cNvPr id="2" name="text-2">
            <a:extLst xmlns:a="http://schemas.openxmlformats.org/drawingml/2006/main">
              <a:ext uri="{FF2B5EF4-FFF2-40B4-BE49-F238E27FC236}">
                <a16:creationId xmlns:a16="http://schemas.microsoft.com/office/drawing/2014/main" id="{EF7140B7-6ACF-4F3F-B1CC-524E5F5F3E10}"/>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4221A"/>
                </a:solidFill>
                <a:latin typeface="Inter"/>
                <a:ea typeface="Inter"/>
                <a:cs typeface="Inter"/>
              </a:defRPr>
            </a:defPPr>
            <a:lvl1pPr>
              <a:defRPr sz="3225" b="1">
                <a:solidFill>
                  <a:srgbClr val="14221A"/>
                </a:solidFill>
                <a:latin typeface="Inter"/>
                <a:ea typeface="Inter"/>
                <a:cs typeface="Inter"/>
              </a:defRPr>
            </a:lvl1pPr>
            <a:lvl2pPr>
              <a:defRPr sz="3225" b="1">
                <a:solidFill>
                  <a:srgbClr val="14221A"/>
                </a:solidFill>
                <a:latin typeface="Inter"/>
                <a:ea typeface="Inter"/>
                <a:cs typeface="Inter"/>
              </a:defRPr>
            </a:lvl2pPr>
            <a:lvl3pPr>
              <a:defRPr sz="3225" b="1">
                <a:solidFill>
                  <a:srgbClr val="14221A"/>
                </a:solidFill>
                <a:latin typeface="Inter"/>
                <a:ea typeface="Inter"/>
                <a:cs typeface="Inter"/>
              </a:defRPr>
            </a:lvl3pPr>
            <a:lvl4pPr>
              <a:defRPr sz="3225" b="1">
                <a:solidFill>
                  <a:srgbClr val="14221A"/>
                </a:solidFill>
                <a:latin typeface="Inter"/>
                <a:ea typeface="Inter"/>
                <a:cs typeface="Inter"/>
              </a:defRPr>
            </a:lvl4pPr>
            <a:lvl5pPr>
              <a:defRPr sz="3225" b="1">
                <a:solidFill>
                  <a:srgbClr val="14221A"/>
                </a:solidFill>
                <a:latin typeface="Inter"/>
                <a:ea typeface="Inter"/>
                <a:cs typeface="Inter"/>
              </a:defRPr>
            </a:lvl5pPr>
            <a:lvl6pPr>
              <a:defRPr sz="3225" b="1">
                <a:solidFill>
                  <a:srgbClr val="14221A"/>
                </a:solidFill>
                <a:latin typeface="Inter"/>
                <a:ea typeface="Inter"/>
                <a:cs typeface="Inter"/>
              </a:defRPr>
            </a:lvl6pPr>
            <a:lvl7pPr>
              <a:defRPr sz="3225" b="1">
                <a:solidFill>
                  <a:srgbClr val="14221A"/>
                </a:solidFill>
                <a:latin typeface="Inter"/>
                <a:ea typeface="Inter"/>
                <a:cs typeface="Inter"/>
              </a:defRPr>
            </a:lvl7pPr>
            <a:lvl8pPr>
              <a:defRPr sz="3225" b="1">
                <a:solidFill>
                  <a:srgbClr val="14221A"/>
                </a:solidFill>
                <a:latin typeface="Inter"/>
                <a:ea typeface="Inter"/>
                <a:cs typeface="Inter"/>
              </a:defRPr>
            </a:lvl8pPr>
            <a:lvl9pPr>
              <a:defRPr sz="3225" b="1">
                <a:solidFill>
                  <a:srgbClr val="14221A"/>
                </a:solidFill>
                <a:latin typeface="Inter"/>
                <a:ea typeface="Inter"/>
                <a:cs typeface="Inter"/>
              </a:defRPr>
            </a:lvl9pPr>
          </a:lstStyle>
          <a:p xmlns:a="http://schemas.openxmlformats.org/drawingml/2006/main">
            <a:pPr>
              <a:defRPr sz="3225" b="1">
                <a:solidFill>
                  <a:srgbClr val="14221A"/>
                </a:solidFill>
                <a:latin typeface="Inter"/>
                <a:ea typeface="Inter"/>
                <a:cs typeface="Inter"/>
              </a:defRPr>
            </a:pPr>
            <a:r>
              <a:rPr sz="3225" b="1">
                <a:solidFill>
                  <a:srgbClr val="14221A"/>
                </a:solidFill>
                <a:latin typeface="Inter"/>
                <a:ea typeface="Inter"/>
                <a:cs typeface="Inter"/>
              </a:rPr>
              <a:t>An agent connects the tools to the conversation.</a:t>
            </a:r>
          </a:p>
        </p:txBody>
      </p:sp>
      <p:sp>
        <p:nvSpPr>
          <p:cNvPr id="3" name="text-3">
            <a:extLst xmlns:a="http://schemas.openxmlformats.org/drawingml/2006/main">
              <a:ext uri="{FF2B5EF4-FFF2-40B4-BE49-F238E27FC236}">
                <a16:creationId xmlns:a16="http://schemas.microsoft.com/office/drawing/2014/main" id="{97B2D6CD-E48F-4393-AC36-9C2B29EEBC92}"/>
              </a:ext>
            </a:extLst>
          </p:cNvPr>
          <p:cNvSpPr>
            <a:spLocks xmlns:a="http://schemas.openxmlformats.org/drawingml/2006/main" noGrp="1"/>
          </p:cNvSpPr>
          <p:nvPr/>
        </p:nvSpPr>
        <p:spPr>
          <a:xfrm xmlns:a="http://schemas.openxmlformats.org/drawingml/2006/main">
            <a:off x="552450" y="6496050"/>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657167"/>
                </a:solidFill>
                <a:latin typeface="Inter"/>
                <a:ea typeface="Inter"/>
                <a:cs typeface="Inter"/>
              </a:defRPr>
            </a:defPPr>
            <a:lvl1pPr>
              <a:defRPr sz="1050" b="0">
                <a:solidFill>
                  <a:srgbClr val="657167"/>
                </a:solidFill>
                <a:latin typeface="Inter"/>
                <a:ea typeface="Inter"/>
                <a:cs typeface="Inter"/>
              </a:defRPr>
            </a:lvl1pPr>
            <a:lvl2pPr>
              <a:defRPr sz="1050" b="0">
                <a:solidFill>
                  <a:srgbClr val="657167"/>
                </a:solidFill>
                <a:latin typeface="Inter"/>
                <a:ea typeface="Inter"/>
                <a:cs typeface="Inter"/>
              </a:defRPr>
            </a:lvl2pPr>
            <a:lvl3pPr>
              <a:defRPr sz="1050" b="0">
                <a:solidFill>
                  <a:srgbClr val="657167"/>
                </a:solidFill>
                <a:latin typeface="Inter"/>
                <a:ea typeface="Inter"/>
                <a:cs typeface="Inter"/>
              </a:defRPr>
            </a:lvl3pPr>
            <a:lvl4pPr>
              <a:defRPr sz="1050" b="0">
                <a:solidFill>
                  <a:srgbClr val="657167"/>
                </a:solidFill>
                <a:latin typeface="Inter"/>
                <a:ea typeface="Inter"/>
                <a:cs typeface="Inter"/>
              </a:defRPr>
            </a:lvl4pPr>
            <a:lvl5pPr>
              <a:defRPr sz="1050" b="0">
                <a:solidFill>
                  <a:srgbClr val="657167"/>
                </a:solidFill>
                <a:latin typeface="Inter"/>
                <a:ea typeface="Inter"/>
                <a:cs typeface="Inter"/>
              </a:defRPr>
            </a:lvl5pPr>
            <a:lvl6pPr>
              <a:defRPr sz="1050" b="0">
                <a:solidFill>
                  <a:srgbClr val="657167"/>
                </a:solidFill>
                <a:latin typeface="Inter"/>
                <a:ea typeface="Inter"/>
                <a:cs typeface="Inter"/>
              </a:defRPr>
            </a:lvl6pPr>
            <a:lvl7pPr>
              <a:defRPr sz="1050" b="0">
                <a:solidFill>
                  <a:srgbClr val="657167"/>
                </a:solidFill>
                <a:latin typeface="Inter"/>
                <a:ea typeface="Inter"/>
                <a:cs typeface="Inter"/>
              </a:defRPr>
            </a:lvl7pPr>
            <a:lvl8pPr>
              <a:defRPr sz="1050" b="0">
                <a:solidFill>
                  <a:srgbClr val="657167"/>
                </a:solidFill>
                <a:latin typeface="Inter"/>
                <a:ea typeface="Inter"/>
                <a:cs typeface="Inter"/>
              </a:defRPr>
            </a:lvl8pPr>
            <a:lvl9pPr>
              <a:defRPr sz="1050" b="0">
                <a:solidFill>
                  <a:srgbClr val="657167"/>
                </a:solidFill>
                <a:latin typeface="Inter"/>
                <a:ea typeface="Inter"/>
                <a:cs typeface="Inter"/>
              </a:defRPr>
            </a:lvl9pPr>
          </a:lstStyle>
          <a:p xmlns:a="http://schemas.openxmlformats.org/drawingml/2006/main">
            <a:pPr>
              <a:defRPr sz="1050" b="0">
                <a:solidFill>
                  <a:srgbClr val="657167"/>
                </a:solidFill>
                <a:latin typeface="Inter"/>
                <a:ea typeface="Inter"/>
                <a:cs typeface="Inter"/>
              </a:defRPr>
            </a:pPr>
            <a:r>
              <a:rPr sz="1050" b="0">
                <a:solidFill>
                  <a:srgbClr val="657167"/>
                </a:solidFill>
                <a:latin typeface="Inter"/>
                <a:ea typeface="Inter"/>
                <a:cs typeface="Inter"/>
              </a:rPr>
              <a:t>CELLORAS / TECHNICAL COMPANION</a:t>
            </a:r>
          </a:p>
        </p:txBody>
      </p:sp>
      <p:sp>
        <p:nvSpPr>
          <p:cNvPr id="4" name="text-4">
            <a:extLst xmlns:a="http://schemas.openxmlformats.org/drawingml/2006/main">
              <a:ext uri="{FF2B5EF4-FFF2-40B4-BE49-F238E27FC236}">
                <a16:creationId xmlns:a16="http://schemas.microsoft.com/office/drawing/2014/main" id="{C4D49CCD-C6E5-498D-B9D0-1BC0E5D70055}"/>
              </a:ext>
            </a:extLst>
          </p:cNvPr>
          <p:cNvSpPr>
            <a:spLocks xmlns:a="http://schemas.openxmlformats.org/drawingml/2006/main" noGrp="1"/>
          </p:cNvSpPr>
          <p:nvPr/>
        </p:nvSpPr>
        <p:spPr>
          <a:xfrm xmlns:a="http://schemas.openxmlformats.org/drawingml/2006/main">
            <a:off x="11239500" y="6467475"/>
            <a:ext cx="419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1B5E20"/>
                </a:solidFill>
                <a:latin typeface="Inter"/>
                <a:ea typeface="Inter"/>
                <a:cs typeface="Inter"/>
              </a:defRPr>
            </a:defPPr>
            <a:lvl1pPr>
              <a:defRPr sz="1275" b="1">
                <a:solidFill>
                  <a:srgbClr val="1B5E20"/>
                </a:solidFill>
                <a:latin typeface="Inter"/>
                <a:ea typeface="Inter"/>
                <a:cs typeface="Inter"/>
              </a:defRPr>
            </a:lvl1pPr>
            <a:lvl2pPr>
              <a:defRPr sz="1275" b="1">
                <a:solidFill>
                  <a:srgbClr val="1B5E20"/>
                </a:solidFill>
                <a:latin typeface="Inter"/>
                <a:ea typeface="Inter"/>
                <a:cs typeface="Inter"/>
              </a:defRPr>
            </a:lvl2pPr>
            <a:lvl3pPr>
              <a:defRPr sz="1275" b="1">
                <a:solidFill>
                  <a:srgbClr val="1B5E20"/>
                </a:solidFill>
                <a:latin typeface="Inter"/>
                <a:ea typeface="Inter"/>
                <a:cs typeface="Inter"/>
              </a:defRPr>
            </a:lvl3pPr>
            <a:lvl4pPr>
              <a:defRPr sz="1275" b="1">
                <a:solidFill>
                  <a:srgbClr val="1B5E20"/>
                </a:solidFill>
                <a:latin typeface="Inter"/>
                <a:ea typeface="Inter"/>
                <a:cs typeface="Inter"/>
              </a:defRPr>
            </a:lvl4pPr>
            <a:lvl5pPr>
              <a:defRPr sz="1275" b="1">
                <a:solidFill>
                  <a:srgbClr val="1B5E20"/>
                </a:solidFill>
                <a:latin typeface="Inter"/>
                <a:ea typeface="Inter"/>
                <a:cs typeface="Inter"/>
              </a:defRPr>
            </a:lvl5pPr>
            <a:lvl6pPr>
              <a:defRPr sz="1275" b="1">
                <a:solidFill>
                  <a:srgbClr val="1B5E20"/>
                </a:solidFill>
                <a:latin typeface="Inter"/>
                <a:ea typeface="Inter"/>
                <a:cs typeface="Inter"/>
              </a:defRPr>
            </a:lvl6pPr>
            <a:lvl7pPr>
              <a:defRPr sz="1275" b="1">
                <a:solidFill>
                  <a:srgbClr val="1B5E20"/>
                </a:solidFill>
                <a:latin typeface="Inter"/>
                <a:ea typeface="Inter"/>
                <a:cs typeface="Inter"/>
              </a:defRPr>
            </a:lvl7pPr>
            <a:lvl8pPr>
              <a:defRPr sz="1275" b="1">
                <a:solidFill>
                  <a:srgbClr val="1B5E20"/>
                </a:solidFill>
                <a:latin typeface="Inter"/>
                <a:ea typeface="Inter"/>
                <a:cs typeface="Inter"/>
              </a:defRPr>
            </a:lvl8pPr>
            <a:lvl9pPr>
              <a:defRPr sz="1275" b="1">
                <a:solidFill>
                  <a:srgbClr val="1B5E20"/>
                </a:solidFill>
                <a:latin typeface="Inter"/>
                <a:ea typeface="Inter"/>
                <a:cs typeface="Inter"/>
              </a:defRPr>
            </a:lvl9pPr>
          </a:lstStyle>
          <a:p xmlns:a="http://schemas.openxmlformats.org/drawingml/2006/main">
            <a:pPr>
              <a:defRPr sz="1275" b="1">
                <a:solidFill>
                  <a:srgbClr val="1B5E20"/>
                </a:solidFill>
                <a:latin typeface="Inter"/>
                <a:ea typeface="Inter"/>
                <a:cs typeface="Inter"/>
              </a:defRPr>
            </a:pPr>
            <a:r>
              <a:rPr sz="1275" b="1">
                <a:solidFill>
                  <a:srgbClr val="1B5E20"/>
                </a:solidFill>
                <a:latin typeface="Inter"/>
                <a:ea typeface="Inter"/>
                <a:cs typeface="Inter"/>
              </a:rPr>
              <a:t>01</a:t>
            </a:r>
          </a:p>
        </p:txBody>
      </p:sp>
      <p:sp>
        <p:nvSpPr>
          <p:cNvPr id="5" name="box-5">
            <a:extLst xmlns:a="http://schemas.openxmlformats.org/drawingml/2006/main">
              <a:ext uri="{FF2B5EF4-FFF2-40B4-BE49-F238E27FC236}">
                <a16:creationId xmlns:a16="http://schemas.microsoft.com/office/drawing/2014/main" id="{26C31C80-C207-4252-B8C3-A78621E12B8E}"/>
              </a:ext>
            </a:extLst>
          </p:cNvPr>
          <p:cNvSpPr>
            <a:spLocks xmlns:a="http://schemas.openxmlformats.org/drawingml/2006/main" noGrp="1"/>
          </p:cNvSpPr>
          <p:nvPr/>
        </p:nvSpPr>
        <p:spPr>
          <a:xfrm xmlns:a="http://schemas.openxmlformats.org/drawingml/2006/main">
            <a:off x="552450" y="2095500"/>
            <a:ext cx="2476500" cy="1066800"/>
          </a:xfrm>
          <a:prstGeom xmlns:a="http://schemas.openxmlformats.org/drawingml/2006/main" prst="rect">
            <a:avLst/>
          </a:prstGeom>
          <a:solidFill xmlns:a="http://schemas.openxmlformats.org/drawingml/2006/main">
            <a:srgbClr val="F0F5ED"/>
          </a:solidFill>
          <a:ln xmlns:a="http://schemas.openxmlformats.org/drawingml/2006/main" w="0">
            <a:noFill/>
          </a:ln>
        </p:spPr>
      </p:sp>
      <p:sp>
        <p:nvSpPr>
          <p:cNvPr id="6" name="text-6">
            <a:extLst xmlns:a="http://schemas.openxmlformats.org/drawingml/2006/main">
              <a:ext uri="{FF2B5EF4-FFF2-40B4-BE49-F238E27FC236}">
                <a16:creationId xmlns:a16="http://schemas.microsoft.com/office/drawing/2014/main" id="{63EA4D3B-0F0B-4A75-AA4F-A5CFCB71DDD9}"/>
              </a:ext>
            </a:extLst>
          </p:cNvPr>
          <p:cNvSpPr>
            <a:spLocks xmlns:a="http://schemas.openxmlformats.org/drawingml/2006/main" noGrp="1"/>
          </p:cNvSpPr>
          <p:nvPr/>
        </p:nvSpPr>
        <p:spPr>
          <a:xfrm xmlns:a="http://schemas.openxmlformats.org/drawingml/2006/main">
            <a:off x="742950" y="2305050"/>
            <a:ext cx="2095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14221A"/>
                </a:solidFill>
                <a:latin typeface="Inter"/>
                <a:ea typeface="Inter"/>
                <a:cs typeface="Inter"/>
              </a:defRPr>
            </a:defPPr>
            <a:lvl1pPr>
              <a:defRPr sz="2100" b="1">
                <a:solidFill>
                  <a:srgbClr val="14221A"/>
                </a:solidFill>
                <a:latin typeface="Inter"/>
                <a:ea typeface="Inter"/>
                <a:cs typeface="Inter"/>
              </a:defRPr>
            </a:lvl1pPr>
            <a:lvl2pPr>
              <a:defRPr sz="2100" b="1">
                <a:solidFill>
                  <a:srgbClr val="14221A"/>
                </a:solidFill>
                <a:latin typeface="Inter"/>
                <a:ea typeface="Inter"/>
                <a:cs typeface="Inter"/>
              </a:defRPr>
            </a:lvl2pPr>
            <a:lvl3pPr>
              <a:defRPr sz="2100" b="1">
                <a:solidFill>
                  <a:srgbClr val="14221A"/>
                </a:solidFill>
                <a:latin typeface="Inter"/>
                <a:ea typeface="Inter"/>
                <a:cs typeface="Inter"/>
              </a:defRPr>
            </a:lvl3pPr>
            <a:lvl4pPr>
              <a:defRPr sz="2100" b="1">
                <a:solidFill>
                  <a:srgbClr val="14221A"/>
                </a:solidFill>
                <a:latin typeface="Inter"/>
                <a:ea typeface="Inter"/>
                <a:cs typeface="Inter"/>
              </a:defRPr>
            </a:lvl4pPr>
            <a:lvl5pPr>
              <a:defRPr sz="2100" b="1">
                <a:solidFill>
                  <a:srgbClr val="14221A"/>
                </a:solidFill>
                <a:latin typeface="Inter"/>
                <a:ea typeface="Inter"/>
                <a:cs typeface="Inter"/>
              </a:defRPr>
            </a:lvl5pPr>
            <a:lvl6pPr>
              <a:defRPr sz="2100" b="1">
                <a:solidFill>
                  <a:srgbClr val="14221A"/>
                </a:solidFill>
                <a:latin typeface="Inter"/>
                <a:ea typeface="Inter"/>
                <a:cs typeface="Inter"/>
              </a:defRPr>
            </a:lvl6pPr>
            <a:lvl7pPr>
              <a:defRPr sz="2100" b="1">
                <a:solidFill>
                  <a:srgbClr val="14221A"/>
                </a:solidFill>
                <a:latin typeface="Inter"/>
                <a:ea typeface="Inter"/>
                <a:cs typeface="Inter"/>
              </a:defRPr>
            </a:lvl7pPr>
            <a:lvl8pPr>
              <a:defRPr sz="2100" b="1">
                <a:solidFill>
                  <a:srgbClr val="14221A"/>
                </a:solidFill>
                <a:latin typeface="Inter"/>
                <a:ea typeface="Inter"/>
                <a:cs typeface="Inter"/>
              </a:defRPr>
            </a:lvl8pPr>
            <a:lvl9pPr>
              <a:defRPr sz="2100" b="1">
                <a:solidFill>
                  <a:srgbClr val="14221A"/>
                </a:solidFill>
                <a:latin typeface="Inter"/>
                <a:ea typeface="Inter"/>
                <a:cs typeface="Inter"/>
              </a:defRPr>
            </a:lvl9pPr>
          </a:lstStyle>
          <a:p xmlns:a="http://schemas.openxmlformats.org/drawingml/2006/main">
            <a:pPr>
              <a:defRPr sz="2100" b="1">
                <a:solidFill>
                  <a:srgbClr val="14221A"/>
                </a:solidFill>
                <a:latin typeface="Inter"/>
                <a:ea typeface="Inter"/>
                <a:cs typeface="Inter"/>
              </a:defRPr>
            </a:pPr>
            <a:r>
              <a:rPr sz="2100" b="1">
                <a:solidFill>
                  <a:srgbClr val="14221A"/>
                </a:solidFill>
                <a:latin typeface="Inter"/>
                <a:ea typeface="Inter"/>
                <a:cs typeface="Inter"/>
              </a:rPr>
              <a:t>Researcher</a:t>
            </a:r>
          </a:p>
        </p:txBody>
      </p:sp>
      <p:sp>
        <p:nvSpPr>
          <p:cNvPr id="7" name="text-7">
            <a:extLst xmlns:a="http://schemas.openxmlformats.org/drawingml/2006/main">
              <a:ext uri="{FF2B5EF4-FFF2-40B4-BE49-F238E27FC236}">
                <a16:creationId xmlns:a16="http://schemas.microsoft.com/office/drawing/2014/main" id="{44E5EBA6-F2E7-48DE-966C-EE49D70D0680}"/>
              </a:ext>
            </a:extLst>
          </p:cNvPr>
          <p:cNvSpPr>
            <a:spLocks xmlns:a="http://schemas.openxmlformats.org/drawingml/2006/main" noGrp="1"/>
          </p:cNvSpPr>
          <p:nvPr/>
        </p:nvSpPr>
        <p:spPr>
          <a:xfrm xmlns:a="http://schemas.openxmlformats.org/drawingml/2006/main">
            <a:off x="742950" y="27622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657167"/>
                </a:solidFill>
                <a:latin typeface="Inter"/>
                <a:ea typeface="Inter"/>
                <a:cs typeface="Inter"/>
              </a:defRPr>
            </a:defPPr>
            <a:lvl1pPr>
              <a:defRPr sz="1500" b="0">
                <a:solidFill>
                  <a:srgbClr val="657167"/>
                </a:solidFill>
                <a:latin typeface="Inter"/>
                <a:ea typeface="Inter"/>
                <a:cs typeface="Inter"/>
              </a:defRPr>
            </a:lvl1pPr>
            <a:lvl2pPr>
              <a:defRPr sz="1500" b="0">
                <a:solidFill>
                  <a:srgbClr val="657167"/>
                </a:solidFill>
                <a:latin typeface="Inter"/>
                <a:ea typeface="Inter"/>
                <a:cs typeface="Inter"/>
              </a:defRPr>
            </a:lvl2pPr>
            <a:lvl3pPr>
              <a:defRPr sz="1500" b="0">
                <a:solidFill>
                  <a:srgbClr val="657167"/>
                </a:solidFill>
                <a:latin typeface="Inter"/>
                <a:ea typeface="Inter"/>
                <a:cs typeface="Inter"/>
              </a:defRPr>
            </a:lvl3pPr>
            <a:lvl4pPr>
              <a:defRPr sz="1500" b="0">
                <a:solidFill>
                  <a:srgbClr val="657167"/>
                </a:solidFill>
                <a:latin typeface="Inter"/>
                <a:ea typeface="Inter"/>
                <a:cs typeface="Inter"/>
              </a:defRPr>
            </a:lvl4pPr>
            <a:lvl5pPr>
              <a:defRPr sz="1500" b="0">
                <a:solidFill>
                  <a:srgbClr val="657167"/>
                </a:solidFill>
                <a:latin typeface="Inter"/>
                <a:ea typeface="Inter"/>
                <a:cs typeface="Inter"/>
              </a:defRPr>
            </a:lvl5pPr>
            <a:lvl6pPr>
              <a:defRPr sz="1500" b="0">
                <a:solidFill>
                  <a:srgbClr val="657167"/>
                </a:solidFill>
                <a:latin typeface="Inter"/>
                <a:ea typeface="Inter"/>
                <a:cs typeface="Inter"/>
              </a:defRPr>
            </a:lvl6pPr>
            <a:lvl7pPr>
              <a:defRPr sz="1500" b="0">
                <a:solidFill>
                  <a:srgbClr val="657167"/>
                </a:solidFill>
                <a:latin typeface="Inter"/>
                <a:ea typeface="Inter"/>
                <a:cs typeface="Inter"/>
              </a:defRPr>
            </a:lvl7pPr>
            <a:lvl8pPr>
              <a:defRPr sz="1500" b="0">
                <a:solidFill>
                  <a:srgbClr val="657167"/>
                </a:solidFill>
                <a:latin typeface="Inter"/>
                <a:ea typeface="Inter"/>
                <a:cs typeface="Inter"/>
              </a:defRPr>
            </a:lvl8pPr>
            <a:lvl9pPr>
              <a:defRPr sz="1500" b="0">
                <a:solidFill>
                  <a:srgbClr val="657167"/>
                </a:solidFill>
                <a:latin typeface="Inter"/>
                <a:ea typeface="Inter"/>
                <a:cs typeface="Inter"/>
              </a:defRPr>
            </a:lvl9pPr>
          </a:lstStyle>
          <a:p xmlns:a="http://schemas.openxmlformats.org/drawingml/2006/main">
            <a:pPr>
              <a:defRPr sz="1500" b="0">
                <a:solidFill>
                  <a:srgbClr val="657167"/>
                </a:solidFill>
                <a:latin typeface="Inter"/>
                <a:ea typeface="Inter"/>
                <a:cs typeface="Inter"/>
              </a:defRPr>
            </a:pPr>
            <a:r>
              <a:rPr sz="1500" b="0">
                <a:solidFill>
                  <a:srgbClr val="657167"/>
                </a:solidFill>
                <a:latin typeface="Inter"/>
                <a:ea typeface="Inter"/>
                <a:cs typeface="Inter"/>
              </a:rPr>
              <a:t>Next.js + Keycloak</a:t>
            </a:r>
          </a:p>
        </p:txBody>
      </p:sp>
      <p:sp>
        <p:nvSpPr>
          <p:cNvPr id="8" name="box-8">
            <a:extLst xmlns:a="http://schemas.openxmlformats.org/drawingml/2006/main">
              <a:ext uri="{FF2B5EF4-FFF2-40B4-BE49-F238E27FC236}">
                <a16:creationId xmlns:a16="http://schemas.microsoft.com/office/drawing/2014/main" id="{382E7CBA-6734-4568-B8F1-BF6360723598}"/>
              </a:ext>
            </a:extLst>
          </p:cNvPr>
          <p:cNvSpPr>
            <a:spLocks xmlns:a="http://schemas.openxmlformats.org/drawingml/2006/main" noGrp="1"/>
          </p:cNvSpPr>
          <p:nvPr/>
        </p:nvSpPr>
        <p:spPr>
          <a:xfrm xmlns:a="http://schemas.openxmlformats.org/drawingml/2006/main">
            <a:off x="4152900" y="2095500"/>
            <a:ext cx="3524250" cy="1066800"/>
          </a:xfrm>
          <a:prstGeom xmlns:a="http://schemas.openxmlformats.org/drawingml/2006/main" prst="rect">
            <a:avLst/>
          </a:prstGeom>
          <a:solidFill xmlns:a="http://schemas.openxmlformats.org/drawingml/2006/main">
            <a:srgbClr val="F0F5ED"/>
          </a:solidFill>
          <a:ln xmlns:a="http://schemas.openxmlformats.org/drawingml/2006/main" w="0">
            <a:noFill/>
          </a:ln>
        </p:spPr>
      </p:sp>
      <p:sp>
        <p:nvSpPr>
          <p:cNvPr id="9" name="text-9">
            <a:extLst xmlns:a="http://schemas.openxmlformats.org/drawingml/2006/main">
              <a:ext uri="{FF2B5EF4-FFF2-40B4-BE49-F238E27FC236}">
                <a16:creationId xmlns:a16="http://schemas.microsoft.com/office/drawing/2014/main" id="{D06CE4E6-9420-49D2-8727-CD4E839B9EBF}"/>
              </a:ext>
            </a:extLst>
          </p:cNvPr>
          <p:cNvSpPr>
            <a:spLocks xmlns:a="http://schemas.openxmlformats.org/drawingml/2006/main" noGrp="1"/>
          </p:cNvSpPr>
          <p:nvPr/>
        </p:nvSpPr>
        <p:spPr>
          <a:xfrm xmlns:a="http://schemas.openxmlformats.org/drawingml/2006/main">
            <a:off x="4343400" y="2305050"/>
            <a:ext cx="314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14221A"/>
                </a:solidFill>
                <a:latin typeface="Inter"/>
                <a:ea typeface="Inter"/>
                <a:cs typeface="Inter"/>
              </a:defRPr>
            </a:defPPr>
            <a:lvl1pPr>
              <a:defRPr sz="2100" b="1">
                <a:solidFill>
                  <a:srgbClr val="14221A"/>
                </a:solidFill>
                <a:latin typeface="Inter"/>
                <a:ea typeface="Inter"/>
                <a:cs typeface="Inter"/>
              </a:defRPr>
            </a:lvl1pPr>
            <a:lvl2pPr>
              <a:defRPr sz="2100" b="1">
                <a:solidFill>
                  <a:srgbClr val="14221A"/>
                </a:solidFill>
                <a:latin typeface="Inter"/>
                <a:ea typeface="Inter"/>
                <a:cs typeface="Inter"/>
              </a:defRPr>
            </a:lvl2pPr>
            <a:lvl3pPr>
              <a:defRPr sz="2100" b="1">
                <a:solidFill>
                  <a:srgbClr val="14221A"/>
                </a:solidFill>
                <a:latin typeface="Inter"/>
                <a:ea typeface="Inter"/>
                <a:cs typeface="Inter"/>
              </a:defRPr>
            </a:lvl3pPr>
            <a:lvl4pPr>
              <a:defRPr sz="2100" b="1">
                <a:solidFill>
                  <a:srgbClr val="14221A"/>
                </a:solidFill>
                <a:latin typeface="Inter"/>
                <a:ea typeface="Inter"/>
                <a:cs typeface="Inter"/>
              </a:defRPr>
            </a:lvl4pPr>
            <a:lvl5pPr>
              <a:defRPr sz="2100" b="1">
                <a:solidFill>
                  <a:srgbClr val="14221A"/>
                </a:solidFill>
                <a:latin typeface="Inter"/>
                <a:ea typeface="Inter"/>
                <a:cs typeface="Inter"/>
              </a:defRPr>
            </a:lvl5pPr>
            <a:lvl6pPr>
              <a:defRPr sz="2100" b="1">
                <a:solidFill>
                  <a:srgbClr val="14221A"/>
                </a:solidFill>
                <a:latin typeface="Inter"/>
                <a:ea typeface="Inter"/>
                <a:cs typeface="Inter"/>
              </a:defRPr>
            </a:lvl6pPr>
            <a:lvl7pPr>
              <a:defRPr sz="2100" b="1">
                <a:solidFill>
                  <a:srgbClr val="14221A"/>
                </a:solidFill>
                <a:latin typeface="Inter"/>
                <a:ea typeface="Inter"/>
                <a:cs typeface="Inter"/>
              </a:defRPr>
            </a:lvl7pPr>
            <a:lvl8pPr>
              <a:defRPr sz="2100" b="1">
                <a:solidFill>
                  <a:srgbClr val="14221A"/>
                </a:solidFill>
                <a:latin typeface="Inter"/>
                <a:ea typeface="Inter"/>
                <a:cs typeface="Inter"/>
              </a:defRPr>
            </a:lvl8pPr>
            <a:lvl9pPr>
              <a:defRPr sz="2100" b="1">
                <a:solidFill>
                  <a:srgbClr val="14221A"/>
                </a:solidFill>
                <a:latin typeface="Inter"/>
                <a:ea typeface="Inter"/>
                <a:cs typeface="Inter"/>
              </a:defRPr>
            </a:lvl9pPr>
          </a:lstStyle>
          <a:p xmlns:a="http://schemas.openxmlformats.org/drawingml/2006/main">
            <a:pPr>
              <a:defRPr sz="2100" b="1">
                <a:solidFill>
                  <a:srgbClr val="14221A"/>
                </a:solidFill>
                <a:latin typeface="Inter"/>
                <a:ea typeface="Inter"/>
                <a:cs typeface="Inter"/>
              </a:defRPr>
            </a:pPr>
            <a:r>
              <a:rPr sz="2100" b="1">
                <a:solidFill>
                  <a:srgbClr val="14221A"/>
                </a:solidFill>
                <a:latin typeface="Inter"/>
                <a:ea typeface="Inter"/>
                <a:cs typeface="Inter"/>
              </a:rPr>
              <a:t>Agent worker</a:t>
            </a:r>
          </a:p>
        </p:txBody>
      </p:sp>
      <p:sp>
        <p:nvSpPr>
          <p:cNvPr id="10" name="text-10">
            <a:extLst xmlns:a="http://schemas.openxmlformats.org/drawingml/2006/main">
              <a:ext uri="{FF2B5EF4-FFF2-40B4-BE49-F238E27FC236}">
                <a16:creationId xmlns:a16="http://schemas.microsoft.com/office/drawing/2014/main" id="{B59CE2A2-B3BE-4D37-8EFB-CC035B6510D3}"/>
              </a:ext>
            </a:extLst>
          </p:cNvPr>
          <p:cNvSpPr>
            <a:spLocks xmlns:a="http://schemas.openxmlformats.org/drawingml/2006/main" noGrp="1"/>
          </p:cNvSpPr>
          <p:nvPr/>
        </p:nvSpPr>
        <p:spPr>
          <a:xfrm xmlns:a="http://schemas.openxmlformats.org/drawingml/2006/main">
            <a:off x="4343400" y="276225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657167"/>
                </a:solidFill>
                <a:latin typeface="Inter"/>
                <a:ea typeface="Inter"/>
                <a:cs typeface="Inter"/>
              </a:defRPr>
            </a:defPPr>
            <a:lvl1pPr>
              <a:defRPr sz="1500" b="0">
                <a:solidFill>
                  <a:srgbClr val="657167"/>
                </a:solidFill>
                <a:latin typeface="Inter"/>
                <a:ea typeface="Inter"/>
                <a:cs typeface="Inter"/>
              </a:defRPr>
            </a:lvl1pPr>
            <a:lvl2pPr>
              <a:defRPr sz="1500" b="0">
                <a:solidFill>
                  <a:srgbClr val="657167"/>
                </a:solidFill>
                <a:latin typeface="Inter"/>
                <a:ea typeface="Inter"/>
                <a:cs typeface="Inter"/>
              </a:defRPr>
            </a:lvl2pPr>
            <a:lvl3pPr>
              <a:defRPr sz="1500" b="0">
                <a:solidFill>
                  <a:srgbClr val="657167"/>
                </a:solidFill>
                <a:latin typeface="Inter"/>
                <a:ea typeface="Inter"/>
                <a:cs typeface="Inter"/>
              </a:defRPr>
            </a:lvl3pPr>
            <a:lvl4pPr>
              <a:defRPr sz="1500" b="0">
                <a:solidFill>
                  <a:srgbClr val="657167"/>
                </a:solidFill>
                <a:latin typeface="Inter"/>
                <a:ea typeface="Inter"/>
                <a:cs typeface="Inter"/>
              </a:defRPr>
            </a:lvl4pPr>
            <a:lvl5pPr>
              <a:defRPr sz="1500" b="0">
                <a:solidFill>
                  <a:srgbClr val="657167"/>
                </a:solidFill>
                <a:latin typeface="Inter"/>
                <a:ea typeface="Inter"/>
                <a:cs typeface="Inter"/>
              </a:defRPr>
            </a:lvl5pPr>
            <a:lvl6pPr>
              <a:defRPr sz="1500" b="0">
                <a:solidFill>
                  <a:srgbClr val="657167"/>
                </a:solidFill>
                <a:latin typeface="Inter"/>
                <a:ea typeface="Inter"/>
                <a:cs typeface="Inter"/>
              </a:defRPr>
            </a:lvl6pPr>
            <a:lvl7pPr>
              <a:defRPr sz="1500" b="0">
                <a:solidFill>
                  <a:srgbClr val="657167"/>
                </a:solidFill>
                <a:latin typeface="Inter"/>
                <a:ea typeface="Inter"/>
                <a:cs typeface="Inter"/>
              </a:defRPr>
            </a:lvl7pPr>
            <a:lvl8pPr>
              <a:defRPr sz="1500" b="0">
                <a:solidFill>
                  <a:srgbClr val="657167"/>
                </a:solidFill>
                <a:latin typeface="Inter"/>
                <a:ea typeface="Inter"/>
                <a:cs typeface="Inter"/>
              </a:defRPr>
            </a:lvl8pPr>
            <a:lvl9pPr>
              <a:defRPr sz="1500" b="0">
                <a:solidFill>
                  <a:srgbClr val="657167"/>
                </a:solidFill>
                <a:latin typeface="Inter"/>
                <a:ea typeface="Inter"/>
                <a:cs typeface="Inter"/>
              </a:defRPr>
            </a:lvl9pPr>
          </a:lstStyle>
          <a:p xmlns:a="http://schemas.openxmlformats.org/drawingml/2006/main">
            <a:pPr>
              <a:defRPr sz="1500" b="0">
                <a:solidFill>
                  <a:srgbClr val="657167"/>
                </a:solidFill>
                <a:latin typeface="Inter"/>
                <a:ea typeface="Inter"/>
                <a:cs typeface="Inter"/>
              </a:defRPr>
            </a:pPr>
            <a:r>
              <a:rPr sz="1500" b="0">
                <a:solidFill>
                  <a:srgbClr val="657167"/>
                </a:solidFill>
                <a:latin typeface="Inter"/>
                <a:ea typeface="Inter"/>
                <a:cs typeface="Inter"/>
              </a:rPr>
              <a:t>OpenShell / Codex CLI</a:t>
            </a:r>
          </a:p>
        </p:txBody>
      </p:sp>
      <p:sp>
        <p:nvSpPr>
          <p:cNvPr id="11" name="box-11">
            <a:extLst xmlns:a="http://schemas.openxmlformats.org/drawingml/2006/main">
              <a:ext uri="{FF2B5EF4-FFF2-40B4-BE49-F238E27FC236}">
                <a16:creationId xmlns:a16="http://schemas.microsoft.com/office/drawing/2014/main" id="{7B0F355B-31C6-4687-9102-5C44B327F4F3}"/>
              </a:ext>
            </a:extLst>
          </p:cNvPr>
          <p:cNvSpPr>
            <a:spLocks xmlns:a="http://schemas.openxmlformats.org/drawingml/2006/main" noGrp="1"/>
          </p:cNvSpPr>
          <p:nvPr/>
        </p:nvSpPr>
        <p:spPr>
          <a:xfrm xmlns:a="http://schemas.openxmlformats.org/drawingml/2006/main">
            <a:off x="8801100" y="2095500"/>
            <a:ext cx="2857500" cy="1066800"/>
          </a:xfrm>
          <a:prstGeom xmlns:a="http://schemas.openxmlformats.org/drawingml/2006/main" prst="rect">
            <a:avLst/>
          </a:prstGeom>
          <a:solidFill xmlns:a="http://schemas.openxmlformats.org/drawingml/2006/main">
            <a:srgbClr val="F0F5ED"/>
          </a:solidFill>
          <a:ln xmlns:a="http://schemas.openxmlformats.org/drawingml/2006/main" w="0">
            <a:noFill/>
          </a:ln>
        </p:spPr>
      </p:sp>
      <p:sp>
        <p:nvSpPr>
          <p:cNvPr id="12" name="text-12">
            <a:extLst xmlns:a="http://schemas.openxmlformats.org/drawingml/2006/main">
              <a:ext uri="{FF2B5EF4-FFF2-40B4-BE49-F238E27FC236}">
                <a16:creationId xmlns:a16="http://schemas.microsoft.com/office/drawing/2014/main" id="{FF1360D9-32F1-45A2-9AA8-EC98ED894AD1}"/>
              </a:ext>
            </a:extLst>
          </p:cNvPr>
          <p:cNvSpPr>
            <a:spLocks xmlns:a="http://schemas.openxmlformats.org/drawingml/2006/main" noGrp="1"/>
          </p:cNvSpPr>
          <p:nvPr/>
        </p:nvSpPr>
        <p:spPr>
          <a:xfrm xmlns:a="http://schemas.openxmlformats.org/drawingml/2006/main">
            <a:off x="8991600" y="2305050"/>
            <a:ext cx="2476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1">
                <a:solidFill>
                  <a:srgbClr val="14221A"/>
                </a:solidFill>
                <a:latin typeface="Inter"/>
                <a:ea typeface="Inter"/>
                <a:cs typeface="Inter"/>
              </a:defRPr>
            </a:defPPr>
            <a:lvl1pPr>
              <a:defRPr sz="2100" b="1">
                <a:solidFill>
                  <a:srgbClr val="14221A"/>
                </a:solidFill>
                <a:latin typeface="Inter"/>
                <a:ea typeface="Inter"/>
                <a:cs typeface="Inter"/>
              </a:defRPr>
            </a:lvl1pPr>
            <a:lvl2pPr>
              <a:defRPr sz="2100" b="1">
                <a:solidFill>
                  <a:srgbClr val="14221A"/>
                </a:solidFill>
                <a:latin typeface="Inter"/>
                <a:ea typeface="Inter"/>
                <a:cs typeface="Inter"/>
              </a:defRPr>
            </a:lvl2pPr>
            <a:lvl3pPr>
              <a:defRPr sz="2100" b="1">
                <a:solidFill>
                  <a:srgbClr val="14221A"/>
                </a:solidFill>
                <a:latin typeface="Inter"/>
                <a:ea typeface="Inter"/>
                <a:cs typeface="Inter"/>
              </a:defRPr>
            </a:lvl3pPr>
            <a:lvl4pPr>
              <a:defRPr sz="2100" b="1">
                <a:solidFill>
                  <a:srgbClr val="14221A"/>
                </a:solidFill>
                <a:latin typeface="Inter"/>
                <a:ea typeface="Inter"/>
                <a:cs typeface="Inter"/>
              </a:defRPr>
            </a:lvl4pPr>
            <a:lvl5pPr>
              <a:defRPr sz="2100" b="1">
                <a:solidFill>
                  <a:srgbClr val="14221A"/>
                </a:solidFill>
                <a:latin typeface="Inter"/>
                <a:ea typeface="Inter"/>
                <a:cs typeface="Inter"/>
              </a:defRPr>
            </a:lvl5pPr>
            <a:lvl6pPr>
              <a:defRPr sz="2100" b="1">
                <a:solidFill>
                  <a:srgbClr val="14221A"/>
                </a:solidFill>
                <a:latin typeface="Inter"/>
                <a:ea typeface="Inter"/>
                <a:cs typeface="Inter"/>
              </a:defRPr>
            </a:lvl6pPr>
            <a:lvl7pPr>
              <a:defRPr sz="2100" b="1">
                <a:solidFill>
                  <a:srgbClr val="14221A"/>
                </a:solidFill>
                <a:latin typeface="Inter"/>
                <a:ea typeface="Inter"/>
                <a:cs typeface="Inter"/>
              </a:defRPr>
            </a:lvl7pPr>
            <a:lvl8pPr>
              <a:defRPr sz="2100" b="1">
                <a:solidFill>
                  <a:srgbClr val="14221A"/>
                </a:solidFill>
                <a:latin typeface="Inter"/>
                <a:ea typeface="Inter"/>
                <a:cs typeface="Inter"/>
              </a:defRPr>
            </a:lvl8pPr>
            <a:lvl9pPr>
              <a:defRPr sz="2100" b="1">
                <a:solidFill>
                  <a:srgbClr val="14221A"/>
                </a:solidFill>
                <a:latin typeface="Inter"/>
                <a:ea typeface="Inter"/>
                <a:cs typeface="Inter"/>
              </a:defRPr>
            </a:lvl9pPr>
          </a:lstStyle>
          <a:p xmlns:a="http://schemas.openxmlformats.org/drawingml/2006/main">
            <a:pPr>
              <a:defRPr sz="2100" b="1">
                <a:solidFill>
                  <a:srgbClr val="14221A"/>
                </a:solidFill>
                <a:latin typeface="Inter"/>
                <a:ea typeface="Inter"/>
                <a:cs typeface="Inter"/>
              </a:defRPr>
            </a:pPr>
            <a:r>
              <a:rPr sz="2100" b="1">
                <a:solidFill>
                  <a:srgbClr val="14221A"/>
                </a:solidFill>
                <a:latin typeface="Inter"/>
                <a:ea typeface="Inter"/>
                <a:cs typeface="Inter"/>
              </a:rPr>
              <a:t>Visual reply</a:t>
            </a:r>
          </a:p>
        </p:txBody>
      </p:sp>
      <p:sp>
        <p:nvSpPr>
          <p:cNvPr id="13" name="text-13">
            <a:extLst xmlns:a="http://schemas.openxmlformats.org/drawingml/2006/main">
              <a:ext uri="{FF2B5EF4-FFF2-40B4-BE49-F238E27FC236}">
                <a16:creationId xmlns:a16="http://schemas.microsoft.com/office/drawing/2014/main" id="{B0B5FD28-71A4-43C5-A5F1-4422C76FEAF7}"/>
              </a:ext>
            </a:extLst>
          </p:cNvPr>
          <p:cNvSpPr>
            <a:spLocks xmlns:a="http://schemas.openxmlformats.org/drawingml/2006/main" noGrp="1"/>
          </p:cNvSpPr>
          <p:nvPr/>
        </p:nvSpPr>
        <p:spPr>
          <a:xfrm xmlns:a="http://schemas.openxmlformats.org/drawingml/2006/main">
            <a:off x="8991600" y="27622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657167"/>
                </a:solidFill>
                <a:latin typeface="Inter"/>
                <a:ea typeface="Inter"/>
                <a:cs typeface="Inter"/>
              </a:defRPr>
            </a:defPPr>
            <a:lvl1pPr>
              <a:defRPr sz="1500" b="0">
                <a:solidFill>
                  <a:srgbClr val="657167"/>
                </a:solidFill>
                <a:latin typeface="Inter"/>
                <a:ea typeface="Inter"/>
                <a:cs typeface="Inter"/>
              </a:defRPr>
            </a:lvl1pPr>
            <a:lvl2pPr>
              <a:defRPr sz="1500" b="0">
                <a:solidFill>
                  <a:srgbClr val="657167"/>
                </a:solidFill>
                <a:latin typeface="Inter"/>
                <a:ea typeface="Inter"/>
                <a:cs typeface="Inter"/>
              </a:defRPr>
            </a:lvl2pPr>
            <a:lvl3pPr>
              <a:defRPr sz="1500" b="0">
                <a:solidFill>
                  <a:srgbClr val="657167"/>
                </a:solidFill>
                <a:latin typeface="Inter"/>
                <a:ea typeface="Inter"/>
                <a:cs typeface="Inter"/>
              </a:defRPr>
            </a:lvl3pPr>
            <a:lvl4pPr>
              <a:defRPr sz="1500" b="0">
                <a:solidFill>
                  <a:srgbClr val="657167"/>
                </a:solidFill>
                <a:latin typeface="Inter"/>
                <a:ea typeface="Inter"/>
                <a:cs typeface="Inter"/>
              </a:defRPr>
            </a:lvl4pPr>
            <a:lvl5pPr>
              <a:defRPr sz="1500" b="0">
                <a:solidFill>
                  <a:srgbClr val="657167"/>
                </a:solidFill>
                <a:latin typeface="Inter"/>
                <a:ea typeface="Inter"/>
                <a:cs typeface="Inter"/>
              </a:defRPr>
            </a:lvl5pPr>
            <a:lvl6pPr>
              <a:defRPr sz="1500" b="0">
                <a:solidFill>
                  <a:srgbClr val="657167"/>
                </a:solidFill>
                <a:latin typeface="Inter"/>
                <a:ea typeface="Inter"/>
                <a:cs typeface="Inter"/>
              </a:defRPr>
            </a:lvl6pPr>
            <a:lvl7pPr>
              <a:defRPr sz="1500" b="0">
                <a:solidFill>
                  <a:srgbClr val="657167"/>
                </a:solidFill>
                <a:latin typeface="Inter"/>
                <a:ea typeface="Inter"/>
                <a:cs typeface="Inter"/>
              </a:defRPr>
            </a:lvl7pPr>
            <a:lvl8pPr>
              <a:defRPr sz="1500" b="0">
                <a:solidFill>
                  <a:srgbClr val="657167"/>
                </a:solidFill>
                <a:latin typeface="Inter"/>
                <a:ea typeface="Inter"/>
                <a:cs typeface="Inter"/>
              </a:defRPr>
            </a:lvl8pPr>
            <a:lvl9pPr>
              <a:defRPr sz="1500" b="0">
                <a:solidFill>
                  <a:srgbClr val="657167"/>
                </a:solidFill>
                <a:latin typeface="Inter"/>
                <a:ea typeface="Inter"/>
                <a:cs typeface="Inter"/>
              </a:defRPr>
            </a:lvl9pPr>
          </a:lstStyle>
          <a:p xmlns:a="http://schemas.openxmlformats.org/drawingml/2006/main">
            <a:pPr>
              <a:defRPr sz="1500" b="0">
                <a:solidFill>
                  <a:srgbClr val="657167"/>
                </a:solidFill>
                <a:latin typeface="Inter"/>
                <a:ea typeface="Inter"/>
                <a:cs typeface="Inter"/>
              </a:defRPr>
            </a:pPr>
            <a:r>
              <a:rPr sz="1500" b="0">
                <a:solidFill>
                  <a:srgbClr val="657167"/>
                </a:solidFill>
                <a:latin typeface="Inter"/>
                <a:ea typeface="Inter"/>
                <a:cs typeface="Inter"/>
              </a:rPr>
              <a:t>Saved, typed React cards</a:t>
            </a:r>
          </a:p>
        </p:txBody>
      </p:sp>
      <p:sp>
        <p:nvSpPr>
          <p:cNvPr id="14" name="flow-14">
            <a:extLst xmlns:a="http://schemas.openxmlformats.org/drawingml/2006/main">
              <a:ext uri="{FF2B5EF4-FFF2-40B4-BE49-F238E27FC236}">
                <a16:creationId xmlns:a16="http://schemas.microsoft.com/office/drawing/2014/main" id="{B0006399-AE20-434A-B91C-EBBAE450509D}"/>
              </a:ext>
            </a:extLst>
          </p:cNvPr>
          <p:cNvSpPr>
            <a:spLocks xmlns:a="http://schemas.openxmlformats.org/drawingml/2006/main" noGrp="1"/>
          </p:cNvSpPr>
          <p:nvPr/>
        </p:nvSpPr>
        <p:spPr>
          <a:xfrm xmlns:a="http://schemas.openxmlformats.org/drawingml/2006/main">
            <a:off x="3333750" y="2486025"/>
            <a:ext cx="495300" cy="171450"/>
          </a:xfrm>
          <a:prstGeom xmlns:a="http://schemas.openxmlformats.org/drawingml/2006/main" prst="rightArrow">
            <a:avLst/>
          </a:prstGeom>
          <a:solidFill xmlns:a="http://schemas.openxmlformats.org/drawingml/2006/main">
            <a:srgbClr val="1B5E20"/>
          </a:solidFill>
          <a:ln xmlns:a="http://schemas.openxmlformats.org/drawingml/2006/main" w="0">
            <a:noFill/>
          </a:ln>
        </p:spPr>
      </p:sp>
      <p:sp>
        <p:nvSpPr>
          <p:cNvPr id="15" name="flow-15">
            <a:extLst xmlns:a="http://schemas.openxmlformats.org/drawingml/2006/main">
              <a:ext uri="{FF2B5EF4-FFF2-40B4-BE49-F238E27FC236}">
                <a16:creationId xmlns:a16="http://schemas.microsoft.com/office/drawing/2014/main" id="{EEBAF2F4-F2F0-4023-9376-5301363CA6E8}"/>
              </a:ext>
            </a:extLst>
          </p:cNvPr>
          <p:cNvSpPr>
            <a:spLocks xmlns:a="http://schemas.openxmlformats.org/drawingml/2006/main" noGrp="1"/>
          </p:cNvSpPr>
          <p:nvPr/>
        </p:nvSpPr>
        <p:spPr>
          <a:xfrm xmlns:a="http://schemas.openxmlformats.org/drawingml/2006/main">
            <a:off x="7981950" y="2486025"/>
            <a:ext cx="495300" cy="171450"/>
          </a:xfrm>
          <a:prstGeom xmlns:a="http://schemas.openxmlformats.org/drawingml/2006/main" prst="rightArrow">
            <a:avLst/>
          </a:prstGeom>
          <a:solidFill xmlns:a="http://schemas.openxmlformats.org/drawingml/2006/main">
            <a:srgbClr val="1B5E20"/>
          </a:solidFill>
          <a:ln xmlns:a="http://schemas.openxmlformats.org/drawingml/2006/main" w="0">
            <a:noFill/>
          </a:ln>
        </p:spPr>
      </p:sp>
      <p:sp>
        <p:nvSpPr>
          <p:cNvPr id="16" name="text-16">
            <a:extLst xmlns:a="http://schemas.openxmlformats.org/drawingml/2006/main">
              <a:ext uri="{FF2B5EF4-FFF2-40B4-BE49-F238E27FC236}">
                <a16:creationId xmlns:a16="http://schemas.microsoft.com/office/drawing/2014/main" id="{71A8EA71-9E7E-4454-806A-B8EC8F2383CA}"/>
              </a:ext>
            </a:extLst>
          </p:cNvPr>
          <p:cNvSpPr>
            <a:spLocks xmlns:a="http://schemas.openxmlformats.org/drawingml/2006/main" noGrp="1"/>
          </p:cNvSpPr>
          <p:nvPr/>
        </p:nvSpPr>
        <p:spPr>
          <a:xfrm xmlns:a="http://schemas.openxmlformats.org/drawingml/2006/main">
            <a:off x="3219450" y="2143125"/>
            <a:ext cx="85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657167"/>
                </a:solidFill>
                <a:latin typeface="Inter"/>
                <a:ea typeface="Inter"/>
                <a:cs typeface="Inter"/>
              </a:defRPr>
            </a:defPPr>
            <a:lvl1pPr>
              <a:defRPr sz="1125" b="0">
                <a:solidFill>
                  <a:srgbClr val="657167"/>
                </a:solidFill>
                <a:latin typeface="Inter"/>
                <a:ea typeface="Inter"/>
                <a:cs typeface="Inter"/>
              </a:defRPr>
            </a:lvl1pPr>
            <a:lvl2pPr>
              <a:defRPr sz="1125" b="0">
                <a:solidFill>
                  <a:srgbClr val="657167"/>
                </a:solidFill>
                <a:latin typeface="Inter"/>
                <a:ea typeface="Inter"/>
                <a:cs typeface="Inter"/>
              </a:defRPr>
            </a:lvl2pPr>
            <a:lvl3pPr>
              <a:defRPr sz="1125" b="0">
                <a:solidFill>
                  <a:srgbClr val="657167"/>
                </a:solidFill>
                <a:latin typeface="Inter"/>
                <a:ea typeface="Inter"/>
                <a:cs typeface="Inter"/>
              </a:defRPr>
            </a:lvl3pPr>
            <a:lvl4pPr>
              <a:defRPr sz="1125" b="0">
                <a:solidFill>
                  <a:srgbClr val="657167"/>
                </a:solidFill>
                <a:latin typeface="Inter"/>
                <a:ea typeface="Inter"/>
                <a:cs typeface="Inter"/>
              </a:defRPr>
            </a:lvl4pPr>
            <a:lvl5pPr>
              <a:defRPr sz="1125" b="0">
                <a:solidFill>
                  <a:srgbClr val="657167"/>
                </a:solidFill>
                <a:latin typeface="Inter"/>
                <a:ea typeface="Inter"/>
                <a:cs typeface="Inter"/>
              </a:defRPr>
            </a:lvl5pPr>
            <a:lvl6pPr>
              <a:defRPr sz="1125" b="0">
                <a:solidFill>
                  <a:srgbClr val="657167"/>
                </a:solidFill>
                <a:latin typeface="Inter"/>
                <a:ea typeface="Inter"/>
                <a:cs typeface="Inter"/>
              </a:defRPr>
            </a:lvl6pPr>
            <a:lvl7pPr>
              <a:defRPr sz="1125" b="0">
                <a:solidFill>
                  <a:srgbClr val="657167"/>
                </a:solidFill>
                <a:latin typeface="Inter"/>
                <a:ea typeface="Inter"/>
                <a:cs typeface="Inter"/>
              </a:defRPr>
            </a:lvl7pPr>
            <a:lvl8pPr>
              <a:defRPr sz="1125" b="0">
                <a:solidFill>
                  <a:srgbClr val="657167"/>
                </a:solidFill>
                <a:latin typeface="Inter"/>
                <a:ea typeface="Inter"/>
                <a:cs typeface="Inter"/>
              </a:defRPr>
            </a:lvl8pPr>
            <a:lvl9pPr>
              <a:defRPr sz="1125" b="0">
                <a:solidFill>
                  <a:srgbClr val="657167"/>
                </a:solidFill>
                <a:latin typeface="Inter"/>
                <a:ea typeface="Inter"/>
                <a:cs typeface="Inter"/>
              </a:defRPr>
            </a:lvl9pPr>
          </a:lstStyle>
          <a:p xmlns:a="http://schemas.openxmlformats.org/drawingml/2006/main">
            <a:pPr>
              <a:defRPr sz="1125" b="0">
                <a:solidFill>
                  <a:srgbClr val="657167"/>
                </a:solidFill>
                <a:latin typeface="Inter"/>
                <a:ea typeface="Inter"/>
                <a:cs typeface="Inter"/>
              </a:defRPr>
            </a:pPr>
            <a:r>
              <a:rPr sz="1125" b="0">
                <a:solidFill>
                  <a:srgbClr val="657167"/>
                </a:solidFill>
                <a:latin typeface="Inter"/>
                <a:ea typeface="Inter"/>
                <a:cs typeface="Inter"/>
              </a:rPr>
              <a:t>Owned job</a:t>
            </a:r>
          </a:p>
        </p:txBody>
      </p:sp>
      <p:sp>
        <p:nvSpPr>
          <p:cNvPr id="17" name="text-17">
            <a:extLst xmlns:a="http://schemas.openxmlformats.org/drawingml/2006/main">
              <a:ext uri="{FF2B5EF4-FFF2-40B4-BE49-F238E27FC236}">
                <a16:creationId xmlns:a16="http://schemas.microsoft.com/office/drawing/2014/main" id="{B8808D42-A02A-4E9C-B8B6-451B8F8C7B38}"/>
              </a:ext>
            </a:extLst>
          </p:cNvPr>
          <p:cNvSpPr>
            <a:spLocks xmlns:a="http://schemas.openxmlformats.org/drawingml/2006/main" noGrp="1"/>
          </p:cNvSpPr>
          <p:nvPr/>
        </p:nvSpPr>
        <p:spPr>
          <a:xfrm xmlns:a="http://schemas.openxmlformats.org/drawingml/2006/main">
            <a:off x="7915275" y="2143125"/>
            <a:ext cx="9334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125" b="0">
                <a:solidFill>
                  <a:srgbClr val="657167"/>
                </a:solidFill>
                <a:latin typeface="Inter"/>
                <a:ea typeface="Inter"/>
                <a:cs typeface="Inter"/>
              </a:defRPr>
            </a:defPPr>
            <a:lvl1pPr>
              <a:defRPr sz="1125" b="0">
                <a:solidFill>
                  <a:srgbClr val="657167"/>
                </a:solidFill>
                <a:latin typeface="Inter"/>
                <a:ea typeface="Inter"/>
                <a:cs typeface="Inter"/>
              </a:defRPr>
            </a:lvl1pPr>
            <a:lvl2pPr>
              <a:defRPr sz="1125" b="0">
                <a:solidFill>
                  <a:srgbClr val="657167"/>
                </a:solidFill>
                <a:latin typeface="Inter"/>
                <a:ea typeface="Inter"/>
                <a:cs typeface="Inter"/>
              </a:defRPr>
            </a:lvl2pPr>
            <a:lvl3pPr>
              <a:defRPr sz="1125" b="0">
                <a:solidFill>
                  <a:srgbClr val="657167"/>
                </a:solidFill>
                <a:latin typeface="Inter"/>
                <a:ea typeface="Inter"/>
                <a:cs typeface="Inter"/>
              </a:defRPr>
            </a:lvl3pPr>
            <a:lvl4pPr>
              <a:defRPr sz="1125" b="0">
                <a:solidFill>
                  <a:srgbClr val="657167"/>
                </a:solidFill>
                <a:latin typeface="Inter"/>
                <a:ea typeface="Inter"/>
                <a:cs typeface="Inter"/>
              </a:defRPr>
            </a:lvl4pPr>
            <a:lvl5pPr>
              <a:defRPr sz="1125" b="0">
                <a:solidFill>
                  <a:srgbClr val="657167"/>
                </a:solidFill>
                <a:latin typeface="Inter"/>
                <a:ea typeface="Inter"/>
                <a:cs typeface="Inter"/>
              </a:defRPr>
            </a:lvl5pPr>
            <a:lvl6pPr>
              <a:defRPr sz="1125" b="0">
                <a:solidFill>
                  <a:srgbClr val="657167"/>
                </a:solidFill>
                <a:latin typeface="Inter"/>
                <a:ea typeface="Inter"/>
                <a:cs typeface="Inter"/>
              </a:defRPr>
            </a:lvl6pPr>
            <a:lvl7pPr>
              <a:defRPr sz="1125" b="0">
                <a:solidFill>
                  <a:srgbClr val="657167"/>
                </a:solidFill>
                <a:latin typeface="Inter"/>
                <a:ea typeface="Inter"/>
                <a:cs typeface="Inter"/>
              </a:defRPr>
            </a:lvl7pPr>
            <a:lvl8pPr>
              <a:defRPr sz="1125" b="0">
                <a:solidFill>
                  <a:srgbClr val="657167"/>
                </a:solidFill>
                <a:latin typeface="Inter"/>
                <a:ea typeface="Inter"/>
                <a:cs typeface="Inter"/>
              </a:defRPr>
            </a:lvl8pPr>
            <a:lvl9pPr>
              <a:defRPr sz="1125" b="0">
                <a:solidFill>
                  <a:srgbClr val="657167"/>
                </a:solidFill>
                <a:latin typeface="Inter"/>
                <a:ea typeface="Inter"/>
                <a:cs typeface="Inter"/>
              </a:defRPr>
            </a:lvl9pPr>
          </a:lstStyle>
          <a:p xmlns:a="http://schemas.openxmlformats.org/drawingml/2006/main">
            <a:pPr>
              <a:defRPr sz="1125" b="0">
                <a:solidFill>
                  <a:srgbClr val="657167"/>
                </a:solidFill>
                <a:latin typeface="Inter"/>
                <a:ea typeface="Inter"/>
                <a:cs typeface="Inter"/>
              </a:defRPr>
            </a:pPr>
            <a:r>
              <a:rPr sz="1125" b="0">
                <a:solidFill>
                  <a:srgbClr val="657167"/>
                </a:solidFill>
                <a:latin typeface="Inter"/>
                <a:ea typeface="Inter"/>
                <a:cs typeface="Inter"/>
              </a:rPr>
              <a:t>Result IDs</a:t>
            </a:r>
          </a:p>
        </p:txBody>
      </p:sp>
      <p:sp>
        <p:nvSpPr>
          <p:cNvPr id="18" name="flow-18">
            <a:extLst xmlns:a="http://schemas.openxmlformats.org/drawingml/2006/main">
              <a:ext uri="{FF2B5EF4-FFF2-40B4-BE49-F238E27FC236}">
                <a16:creationId xmlns:a16="http://schemas.microsoft.com/office/drawing/2014/main" id="{B2D6054F-A211-4835-9DA8-EADDCAD394EC}"/>
              </a:ext>
            </a:extLst>
          </p:cNvPr>
          <p:cNvSpPr>
            <a:spLocks xmlns:a="http://schemas.openxmlformats.org/drawingml/2006/main" noGrp="1"/>
          </p:cNvSpPr>
          <p:nvPr/>
        </p:nvSpPr>
        <p:spPr>
          <a:xfrm xmlns:a="http://schemas.openxmlformats.org/drawingml/2006/main">
            <a:off x="5753100" y="3333750"/>
            <a:ext cx="171450" cy="381000"/>
          </a:xfrm>
          <a:prstGeom xmlns:a="http://schemas.openxmlformats.org/drawingml/2006/main" prst="downArrow">
            <a:avLst/>
          </a:prstGeom>
          <a:solidFill xmlns:a="http://schemas.openxmlformats.org/drawingml/2006/main">
            <a:srgbClr val="1B5E20"/>
          </a:solidFill>
          <a:ln xmlns:a="http://schemas.openxmlformats.org/drawingml/2006/main" w="0">
            <a:noFill/>
          </a:ln>
        </p:spPr>
      </p:sp>
      <p:sp>
        <p:nvSpPr>
          <p:cNvPr id="19" name="box-19">
            <a:extLst xmlns:a="http://schemas.openxmlformats.org/drawingml/2006/main">
              <a:ext uri="{FF2B5EF4-FFF2-40B4-BE49-F238E27FC236}">
                <a16:creationId xmlns:a16="http://schemas.microsoft.com/office/drawing/2014/main" id="{6D9C0965-CAD5-4150-8FF5-AE9F7C54D1F5}"/>
              </a:ext>
            </a:extLst>
          </p:cNvPr>
          <p:cNvSpPr>
            <a:spLocks xmlns:a="http://schemas.openxmlformats.org/drawingml/2006/main" noGrp="1"/>
          </p:cNvSpPr>
          <p:nvPr/>
        </p:nvSpPr>
        <p:spPr>
          <a:xfrm xmlns:a="http://schemas.openxmlformats.org/drawingml/2006/main">
            <a:off x="4152900" y="3905250"/>
            <a:ext cx="3524250" cy="1304925"/>
          </a:xfrm>
          <a:prstGeom xmlns:a="http://schemas.openxmlformats.org/drawingml/2006/main" prst="rect">
            <a:avLst/>
          </a:prstGeom>
          <a:solidFill xmlns:a="http://schemas.openxmlformats.org/drawingml/2006/main">
            <a:srgbClr val="14221A"/>
          </a:solidFill>
          <a:ln xmlns:a="http://schemas.openxmlformats.org/drawingml/2006/main" w="0">
            <a:noFill/>
          </a:ln>
        </p:spPr>
      </p:sp>
      <p:sp>
        <p:nvSpPr>
          <p:cNvPr id="20" name="text-20">
            <a:extLst xmlns:a="http://schemas.openxmlformats.org/drawingml/2006/main">
              <a:ext uri="{FF2B5EF4-FFF2-40B4-BE49-F238E27FC236}">
                <a16:creationId xmlns:a16="http://schemas.microsoft.com/office/drawing/2014/main" id="{0E4E43D5-78AA-4165-BD8A-346367DB3A79}"/>
              </a:ext>
            </a:extLst>
          </p:cNvPr>
          <p:cNvSpPr>
            <a:spLocks xmlns:a="http://schemas.openxmlformats.org/drawingml/2006/main" noGrp="1"/>
          </p:cNvSpPr>
          <p:nvPr/>
        </p:nvSpPr>
        <p:spPr>
          <a:xfrm xmlns:a="http://schemas.openxmlformats.org/drawingml/2006/main">
            <a:off x="4343400" y="4124325"/>
            <a:ext cx="3143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FFFFFF"/>
                </a:solidFill>
                <a:latin typeface="Inter"/>
                <a:ea typeface="Inter"/>
                <a:cs typeface="Inter"/>
              </a:defRPr>
            </a:defPPr>
            <a:lvl1pPr>
              <a:defRPr sz="2175" b="1">
                <a:solidFill>
                  <a:srgbClr val="FFFFFF"/>
                </a:solidFill>
                <a:latin typeface="Inter"/>
                <a:ea typeface="Inter"/>
                <a:cs typeface="Inter"/>
              </a:defRPr>
            </a:lvl1pPr>
            <a:lvl2pPr>
              <a:defRPr sz="2175" b="1">
                <a:solidFill>
                  <a:srgbClr val="FFFFFF"/>
                </a:solidFill>
                <a:latin typeface="Inter"/>
                <a:ea typeface="Inter"/>
                <a:cs typeface="Inter"/>
              </a:defRPr>
            </a:lvl2pPr>
            <a:lvl3pPr>
              <a:defRPr sz="2175" b="1">
                <a:solidFill>
                  <a:srgbClr val="FFFFFF"/>
                </a:solidFill>
                <a:latin typeface="Inter"/>
                <a:ea typeface="Inter"/>
                <a:cs typeface="Inter"/>
              </a:defRPr>
            </a:lvl3pPr>
            <a:lvl4pPr>
              <a:defRPr sz="2175" b="1">
                <a:solidFill>
                  <a:srgbClr val="FFFFFF"/>
                </a:solidFill>
                <a:latin typeface="Inter"/>
                <a:ea typeface="Inter"/>
                <a:cs typeface="Inter"/>
              </a:defRPr>
            </a:lvl4pPr>
            <a:lvl5pPr>
              <a:defRPr sz="2175" b="1">
                <a:solidFill>
                  <a:srgbClr val="FFFFFF"/>
                </a:solidFill>
                <a:latin typeface="Inter"/>
                <a:ea typeface="Inter"/>
                <a:cs typeface="Inter"/>
              </a:defRPr>
            </a:lvl5pPr>
            <a:lvl6pPr>
              <a:defRPr sz="2175" b="1">
                <a:solidFill>
                  <a:srgbClr val="FFFFFF"/>
                </a:solidFill>
                <a:latin typeface="Inter"/>
                <a:ea typeface="Inter"/>
                <a:cs typeface="Inter"/>
              </a:defRPr>
            </a:lvl6pPr>
            <a:lvl7pPr>
              <a:defRPr sz="2175" b="1">
                <a:solidFill>
                  <a:srgbClr val="FFFFFF"/>
                </a:solidFill>
                <a:latin typeface="Inter"/>
                <a:ea typeface="Inter"/>
                <a:cs typeface="Inter"/>
              </a:defRPr>
            </a:lvl7pPr>
            <a:lvl8pPr>
              <a:defRPr sz="2175" b="1">
                <a:solidFill>
                  <a:srgbClr val="FFFFFF"/>
                </a:solidFill>
                <a:latin typeface="Inter"/>
                <a:ea typeface="Inter"/>
                <a:cs typeface="Inter"/>
              </a:defRPr>
            </a:lvl8pPr>
            <a:lvl9pPr>
              <a:defRPr sz="2175" b="1">
                <a:solidFill>
                  <a:srgbClr val="FFFFFF"/>
                </a:solidFill>
                <a:latin typeface="Inter"/>
                <a:ea typeface="Inter"/>
                <a:cs typeface="Inter"/>
              </a:defRPr>
            </a:lvl9pPr>
          </a:lstStyle>
          <a:p xmlns:a="http://schemas.openxmlformats.org/drawingml/2006/main">
            <a:pPr>
              <a:defRPr sz="2175" b="1">
                <a:solidFill>
                  <a:srgbClr val="FFFFFF"/>
                </a:solidFill>
                <a:latin typeface="Inter"/>
                <a:ea typeface="Inter"/>
                <a:cs typeface="Inter"/>
              </a:defRPr>
            </a:pPr>
            <a:r>
              <a:rPr sz="2175" b="1">
                <a:solidFill>
                  <a:srgbClr val="FFFFFF"/>
                </a:solidFill>
                <a:latin typeface="Inter"/>
                <a:ea typeface="Inter"/>
                <a:cs typeface="Inter"/>
              </a:rPr>
              <a:t>Scientific tools</a:t>
            </a:r>
          </a:p>
        </p:txBody>
      </p:sp>
      <p:sp>
        <p:nvSpPr>
          <p:cNvPr id="21" name="text-21">
            <a:extLst xmlns:a="http://schemas.openxmlformats.org/drawingml/2006/main">
              <a:ext uri="{FF2B5EF4-FFF2-40B4-BE49-F238E27FC236}">
                <a16:creationId xmlns:a16="http://schemas.microsoft.com/office/drawing/2014/main" id="{3D97BBA4-B281-43FE-87FE-DA60B78B1F3D}"/>
              </a:ext>
            </a:extLst>
          </p:cNvPr>
          <p:cNvSpPr>
            <a:spLocks xmlns:a="http://schemas.openxmlformats.org/drawingml/2006/main" noGrp="1"/>
          </p:cNvSpPr>
          <p:nvPr/>
        </p:nvSpPr>
        <p:spPr>
          <a:xfrm xmlns:a="http://schemas.openxmlformats.org/drawingml/2006/main">
            <a:off x="4343400" y="4619625"/>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E0EBDA"/>
                </a:solidFill>
                <a:latin typeface="Inter"/>
                <a:ea typeface="Inter"/>
                <a:cs typeface="Inter"/>
              </a:defRPr>
            </a:defPPr>
            <a:lvl1pPr>
              <a:defRPr sz="1725" b="0">
                <a:solidFill>
                  <a:srgbClr val="E0EBDA"/>
                </a:solidFill>
                <a:latin typeface="Inter"/>
                <a:ea typeface="Inter"/>
                <a:cs typeface="Inter"/>
              </a:defRPr>
            </a:lvl1pPr>
            <a:lvl2pPr>
              <a:defRPr sz="1725" b="0">
                <a:solidFill>
                  <a:srgbClr val="E0EBDA"/>
                </a:solidFill>
                <a:latin typeface="Inter"/>
                <a:ea typeface="Inter"/>
                <a:cs typeface="Inter"/>
              </a:defRPr>
            </a:lvl2pPr>
            <a:lvl3pPr>
              <a:defRPr sz="1725" b="0">
                <a:solidFill>
                  <a:srgbClr val="E0EBDA"/>
                </a:solidFill>
                <a:latin typeface="Inter"/>
                <a:ea typeface="Inter"/>
                <a:cs typeface="Inter"/>
              </a:defRPr>
            </a:lvl3pPr>
            <a:lvl4pPr>
              <a:defRPr sz="1725" b="0">
                <a:solidFill>
                  <a:srgbClr val="E0EBDA"/>
                </a:solidFill>
                <a:latin typeface="Inter"/>
                <a:ea typeface="Inter"/>
                <a:cs typeface="Inter"/>
              </a:defRPr>
            </a:lvl4pPr>
            <a:lvl5pPr>
              <a:defRPr sz="1725" b="0">
                <a:solidFill>
                  <a:srgbClr val="E0EBDA"/>
                </a:solidFill>
                <a:latin typeface="Inter"/>
                <a:ea typeface="Inter"/>
                <a:cs typeface="Inter"/>
              </a:defRPr>
            </a:lvl5pPr>
            <a:lvl6pPr>
              <a:defRPr sz="1725" b="0">
                <a:solidFill>
                  <a:srgbClr val="E0EBDA"/>
                </a:solidFill>
                <a:latin typeface="Inter"/>
                <a:ea typeface="Inter"/>
                <a:cs typeface="Inter"/>
              </a:defRPr>
            </a:lvl6pPr>
            <a:lvl7pPr>
              <a:defRPr sz="1725" b="0">
                <a:solidFill>
                  <a:srgbClr val="E0EBDA"/>
                </a:solidFill>
                <a:latin typeface="Inter"/>
                <a:ea typeface="Inter"/>
                <a:cs typeface="Inter"/>
              </a:defRPr>
            </a:lvl7pPr>
            <a:lvl8pPr>
              <a:defRPr sz="1725" b="0">
                <a:solidFill>
                  <a:srgbClr val="E0EBDA"/>
                </a:solidFill>
                <a:latin typeface="Inter"/>
                <a:ea typeface="Inter"/>
                <a:cs typeface="Inter"/>
              </a:defRPr>
            </a:lvl8pPr>
            <a:lvl9pPr>
              <a:defRPr sz="1725" b="0">
                <a:solidFill>
                  <a:srgbClr val="E0EBDA"/>
                </a:solidFill>
                <a:latin typeface="Inter"/>
                <a:ea typeface="Inter"/>
                <a:cs typeface="Inter"/>
              </a:defRPr>
            </a:lvl9pPr>
          </a:lstStyle>
          <a:p xmlns:a="http://schemas.openxmlformats.org/drawingml/2006/main">
            <a:pPr>
              <a:defRPr sz="1725" b="0">
                <a:solidFill>
                  <a:srgbClr val="E0EBDA"/>
                </a:solidFill>
                <a:latin typeface="Inter"/>
                <a:ea typeface="Inter"/>
                <a:cs typeface="Inter"/>
              </a:defRPr>
            </a:pPr>
            <a:r>
              <a:rPr sz="1725" b="0">
                <a:solidFill>
                  <a:srgbClr val="E0EBDA"/>
                </a:solidFill>
                <a:latin typeface="Inter"/>
                <a:ea typeface="Inter"/>
                <a:cs typeface="Inter"/>
              </a:rPr>
              <a:t>Measure expression.</a:t>
            </a:r>
          </a:p>
          <a:p xmlns:a="http://schemas.openxmlformats.org/drawingml/2006/main">
            <a:pPr>
              <a:defRPr sz="1725" b="0">
                <a:solidFill>
                  <a:srgbClr val="E0EBDA"/>
                </a:solidFill>
                <a:latin typeface="Inter"/>
                <a:ea typeface="Inter"/>
                <a:cs typeface="Inter"/>
              </a:defRPr>
            </a:pPr>
            <a:r>
              <a:rPr sz="1725" b="0">
                <a:solidFill>
                  <a:srgbClr val="E0EBDA"/>
                </a:solidFill>
                <a:latin typeface="Inter"/>
                <a:ea typeface="Inter"/>
                <a:cs typeface="Inter"/>
              </a:rPr>
              <a:t>Score cell types.</a:t>
            </a:r>
          </a:p>
        </p:txBody>
      </p:sp>
      <p:sp>
        <p:nvSpPr>
          <p:cNvPr id="22" name="box-22">
            <a:extLst xmlns:a="http://schemas.openxmlformats.org/drawingml/2006/main">
              <a:ext uri="{FF2B5EF4-FFF2-40B4-BE49-F238E27FC236}">
                <a16:creationId xmlns:a16="http://schemas.microsoft.com/office/drawing/2014/main" id="{A183DD8B-281B-4615-B764-A4081DDC7881}"/>
              </a:ext>
            </a:extLst>
          </p:cNvPr>
          <p:cNvSpPr>
            <a:spLocks xmlns:a="http://schemas.openxmlformats.org/drawingml/2006/main" noGrp="1"/>
          </p:cNvSpPr>
          <p:nvPr/>
        </p:nvSpPr>
        <p:spPr>
          <a:xfrm xmlns:a="http://schemas.openxmlformats.org/drawingml/2006/main">
            <a:off x="552450" y="3905250"/>
            <a:ext cx="2476500" cy="1304925"/>
          </a:xfrm>
          <a:prstGeom xmlns:a="http://schemas.openxmlformats.org/drawingml/2006/main" prst="rect">
            <a:avLst/>
          </a:prstGeom>
          <a:solidFill xmlns:a="http://schemas.openxmlformats.org/drawingml/2006/main">
            <a:srgbClr val="F0F5ED"/>
          </a:solidFill>
          <a:ln xmlns:a="http://schemas.openxmlformats.org/drawingml/2006/main" w="0">
            <a:noFill/>
          </a:ln>
        </p:spPr>
      </p:sp>
      <p:sp>
        <p:nvSpPr>
          <p:cNvPr id="23" name="text-23">
            <a:extLst xmlns:a="http://schemas.openxmlformats.org/drawingml/2006/main">
              <a:ext uri="{FF2B5EF4-FFF2-40B4-BE49-F238E27FC236}">
                <a16:creationId xmlns:a16="http://schemas.microsoft.com/office/drawing/2014/main" id="{312E5F99-75E2-422E-9BF2-28E4F5D3491A}"/>
              </a:ext>
            </a:extLst>
          </p:cNvPr>
          <p:cNvSpPr>
            <a:spLocks xmlns:a="http://schemas.openxmlformats.org/drawingml/2006/main" noGrp="1"/>
          </p:cNvSpPr>
          <p:nvPr/>
        </p:nvSpPr>
        <p:spPr>
          <a:xfrm xmlns:a="http://schemas.openxmlformats.org/drawingml/2006/main">
            <a:off x="742950" y="4124325"/>
            <a:ext cx="2095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1B5E20"/>
                </a:solidFill>
                <a:latin typeface="Inter"/>
                <a:ea typeface="Inter"/>
                <a:cs typeface="Inter"/>
              </a:defRPr>
            </a:defPPr>
            <a:lvl1pPr>
              <a:defRPr sz="1725" b="1">
                <a:solidFill>
                  <a:srgbClr val="1B5E20"/>
                </a:solidFill>
                <a:latin typeface="Inter"/>
                <a:ea typeface="Inter"/>
                <a:cs typeface="Inter"/>
              </a:defRPr>
            </a:lvl1pPr>
            <a:lvl2pPr>
              <a:defRPr sz="1725" b="1">
                <a:solidFill>
                  <a:srgbClr val="1B5E20"/>
                </a:solidFill>
                <a:latin typeface="Inter"/>
                <a:ea typeface="Inter"/>
                <a:cs typeface="Inter"/>
              </a:defRPr>
            </a:lvl2pPr>
            <a:lvl3pPr>
              <a:defRPr sz="1725" b="1">
                <a:solidFill>
                  <a:srgbClr val="1B5E20"/>
                </a:solidFill>
                <a:latin typeface="Inter"/>
                <a:ea typeface="Inter"/>
                <a:cs typeface="Inter"/>
              </a:defRPr>
            </a:lvl3pPr>
            <a:lvl4pPr>
              <a:defRPr sz="1725" b="1">
                <a:solidFill>
                  <a:srgbClr val="1B5E20"/>
                </a:solidFill>
                <a:latin typeface="Inter"/>
                <a:ea typeface="Inter"/>
                <a:cs typeface="Inter"/>
              </a:defRPr>
            </a:lvl4pPr>
            <a:lvl5pPr>
              <a:defRPr sz="1725" b="1">
                <a:solidFill>
                  <a:srgbClr val="1B5E20"/>
                </a:solidFill>
                <a:latin typeface="Inter"/>
                <a:ea typeface="Inter"/>
                <a:cs typeface="Inter"/>
              </a:defRPr>
            </a:lvl5pPr>
            <a:lvl6pPr>
              <a:defRPr sz="1725" b="1">
                <a:solidFill>
                  <a:srgbClr val="1B5E20"/>
                </a:solidFill>
                <a:latin typeface="Inter"/>
                <a:ea typeface="Inter"/>
                <a:cs typeface="Inter"/>
              </a:defRPr>
            </a:lvl6pPr>
            <a:lvl7pPr>
              <a:defRPr sz="1725" b="1">
                <a:solidFill>
                  <a:srgbClr val="1B5E20"/>
                </a:solidFill>
                <a:latin typeface="Inter"/>
                <a:ea typeface="Inter"/>
                <a:cs typeface="Inter"/>
              </a:defRPr>
            </a:lvl7pPr>
            <a:lvl8pPr>
              <a:defRPr sz="1725" b="1">
                <a:solidFill>
                  <a:srgbClr val="1B5E20"/>
                </a:solidFill>
                <a:latin typeface="Inter"/>
                <a:ea typeface="Inter"/>
                <a:cs typeface="Inter"/>
              </a:defRPr>
            </a:lvl8pPr>
            <a:lvl9pPr>
              <a:defRPr sz="1725" b="1">
                <a:solidFill>
                  <a:srgbClr val="1B5E20"/>
                </a:solidFill>
                <a:latin typeface="Inter"/>
                <a:ea typeface="Inter"/>
                <a:cs typeface="Inter"/>
              </a:defRPr>
            </a:lvl9pPr>
          </a:lstStyle>
          <a:p xmlns:a="http://schemas.openxmlformats.org/drawingml/2006/main">
            <a:pPr>
              <a:defRPr sz="1725" b="1">
                <a:solidFill>
                  <a:srgbClr val="1B5E20"/>
                </a:solidFill>
                <a:latin typeface="Inter"/>
                <a:ea typeface="Inter"/>
                <a:cs typeface="Inter"/>
              </a:defRPr>
            </a:pPr>
            <a:r>
              <a:rPr sz="1725" b="1">
                <a:solidFill>
                  <a:srgbClr val="1B5E20"/>
                </a:solidFill>
                <a:latin typeface="Inter"/>
                <a:ea typeface="Inter"/>
                <a:cs typeface="Inter"/>
              </a:rPr>
              <a:t>Meterless H-MEM</a:t>
            </a:r>
          </a:p>
        </p:txBody>
      </p:sp>
      <p:sp>
        <p:nvSpPr>
          <p:cNvPr id="24" name="text-24">
            <a:extLst xmlns:a="http://schemas.openxmlformats.org/drawingml/2006/main">
              <a:ext uri="{FF2B5EF4-FFF2-40B4-BE49-F238E27FC236}">
                <a16:creationId xmlns:a16="http://schemas.microsoft.com/office/drawing/2014/main" id="{D97097DF-5700-4659-A4EE-8FDD2831DEF5}"/>
              </a:ext>
            </a:extLst>
          </p:cNvPr>
          <p:cNvSpPr>
            <a:spLocks xmlns:a="http://schemas.openxmlformats.org/drawingml/2006/main" noGrp="1"/>
          </p:cNvSpPr>
          <p:nvPr/>
        </p:nvSpPr>
        <p:spPr>
          <a:xfrm xmlns:a="http://schemas.openxmlformats.org/drawingml/2006/main">
            <a:off x="742950" y="4591050"/>
            <a:ext cx="209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14221A"/>
                </a:solidFill>
                <a:latin typeface="Inter"/>
                <a:ea typeface="Inter"/>
                <a:cs typeface="Inter"/>
              </a:defRPr>
            </a:defPPr>
            <a:lvl1pPr>
              <a:defRPr sz="1575" b="0">
                <a:solidFill>
                  <a:srgbClr val="14221A"/>
                </a:solidFill>
                <a:latin typeface="Inter"/>
                <a:ea typeface="Inter"/>
                <a:cs typeface="Inter"/>
              </a:defRPr>
            </a:lvl1pPr>
            <a:lvl2pPr>
              <a:defRPr sz="1575" b="0">
                <a:solidFill>
                  <a:srgbClr val="14221A"/>
                </a:solidFill>
                <a:latin typeface="Inter"/>
                <a:ea typeface="Inter"/>
                <a:cs typeface="Inter"/>
              </a:defRPr>
            </a:lvl2pPr>
            <a:lvl3pPr>
              <a:defRPr sz="1575" b="0">
                <a:solidFill>
                  <a:srgbClr val="14221A"/>
                </a:solidFill>
                <a:latin typeface="Inter"/>
                <a:ea typeface="Inter"/>
                <a:cs typeface="Inter"/>
              </a:defRPr>
            </a:lvl3pPr>
            <a:lvl4pPr>
              <a:defRPr sz="1575" b="0">
                <a:solidFill>
                  <a:srgbClr val="14221A"/>
                </a:solidFill>
                <a:latin typeface="Inter"/>
                <a:ea typeface="Inter"/>
                <a:cs typeface="Inter"/>
              </a:defRPr>
            </a:lvl4pPr>
            <a:lvl5pPr>
              <a:defRPr sz="1575" b="0">
                <a:solidFill>
                  <a:srgbClr val="14221A"/>
                </a:solidFill>
                <a:latin typeface="Inter"/>
                <a:ea typeface="Inter"/>
                <a:cs typeface="Inter"/>
              </a:defRPr>
            </a:lvl5pPr>
            <a:lvl6pPr>
              <a:defRPr sz="1575" b="0">
                <a:solidFill>
                  <a:srgbClr val="14221A"/>
                </a:solidFill>
                <a:latin typeface="Inter"/>
                <a:ea typeface="Inter"/>
                <a:cs typeface="Inter"/>
              </a:defRPr>
            </a:lvl6pPr>
            <a:lvl7pPr>
              <a:defRPr sz="1575" b="0">
                <a:solidFill>
                  <a:srgbClr val="14221A"/>
                </a:solidFill>
                <a:latin typeface="Inter"/>
                <a:ea typeface="Inter"/>
                <a:cs typeface="Inter"/>
              </a:defRPr>
            </a:lvl7pPr>
            <a:lvl8pPr>
              <a:defRPr sz="1575" b="0">
                <a:solidFill>
                  <a:srgbClr val="14221A"/>
                </a:solidFill>
                <a:latin typeface="Inter"/>
                <a:ea typeface="Inter"/>
                <a:cs typeface="Inter"/>
              </a:defRPr>
            </a:lvl8pPr>
            <a:lvl9pPr>
              <a:defRPr sz="1575" b="0">
                <a:solidFill>
                  <a:srgbClr val="14221A"/>
                </a:solidFill>
                <a:latin typeface="Inter"/>
                <a:ea typeface="Inter"/>
                <a:cs typeface="Inter"/>
              </a:defRPr>
            </a:lvl9pPr>
          </a:lstStyle>
          <a:p xmlns:a="http://schemas.openxmlformats.org/drawingml/2006/main">
            <a:pPr>
              <a:defRPr sz="1575" b="0">
                <a:solidFill>
                  <a:srgbClr val="14221A"/>
                </a:solidFill>
                <a:latin typeface="Inter"/>
                <a:ea typeface="Inter"/>
                <a:cs typeface="Inter"/>
              </a:defRPr>
            </a:pPr>
            <a:r>
              <a:rPr sz="1575" b="0">
                <a:solidFill>
                  <a:srgbClr val="14221A"/>
                </a:solidFill>
                <a:latin typeface="Inter"/>
                <a:ea typeface="Inter"/>
                <a:cs typeface="Inter"/>
              </a:rPr>
              <a:t>Recall saved reviews</a:t>
            </a:r>
          </a:p>
          <a:p xmlns:a="http://schemas.openxmlformats.org/drawingml/2006/main">
            <a:pPr>
              <a:defRPr sz="1575" b="0">
                <a:solidFill>
                  <a:srgbClr val="14221A"/>
                </a:solidFill>
                <a:latin typeface="Inter"/>
                <a:ea typeface="Inter"/>
                <a:cs typeface="Inter"/>
              </a:defRPr>
            </a:pPr>
            <a:r>
              <a:rPr sz="1575" b="0">
                <a:solidFill>
                  <a:srgbClr val="14221A"/>
                </a:solidFill>
                <a:latin typeface="Inter"/>
                <a:ea typeface="Inter"/>
                <a:cs typeface="Inter"/>
              </a:rPr>
              <a:t>and their sources</a:t>
            </a:r>
          </a:p>
        </p:txBody>
      </p:sp>
      <p:sp>
        <p:nvSpPr>
          <p:cNvPr id="25" name="box-25">
            <a:extLst xmlns:a="http://schemas.openxmlformats.org/drawingml/2006/main">
              <a:ext uri="{FF2B5EF4-FFF2-40B4-BE49-F238E27FC236}">
                <a16:creationId xmlns:a16="http://schemas.microsoft.com/office/drawing/2014/main" id="{8C6C4061-B011-4032-A7D7-EFE5DF7B8A11}"/>
              </a:ext>
            </a:extLst>
          </p:cNvPr>
          <p:cNvSpPr>
            <a:spLocks xmlns:a="http://schemas.openxmlformats.org/drawingml/2006/main" noGrp="1"/>
          </p:cNvSpPr>
          <p:nvPr/>
        </p:nvSpPr>
        <p:spPr>
          <a:xfrm xmlns:a="http://schemas.openxmlformats.org/drawingml/2006/main">
            <a:off x="8801100" y="3905250"/>
            <a:ext cx="2857500" cy="1304925"/>
          </a:xfrm>
          <a:prstGeom xmlns:a="http://schemas.openxmlformats.org/drawingml/2006/main" prst="rect">
            <a:avLst/>
          </a:prstGeom>
          <a:solidFill xmlns:a="http://schemas.openxmlformats.org/drawingml/2006/main">
            <a:srgbClr val="F0F5ED"/>
          </a:solidFill>
          <a:ln xmlns:a="http://schemas.openxmlformats.org/drawingml/2006/main" w="0">
            <a:noFill/>
          </a:ln>
        </p:spPr>
      </p:sp>
      <p:sp>
        <p:nvSpPr>
          <p:cNvPr id="26" name="text-26">
            <a:extLst xmlns:a="http://schemas.openxmlformats.org/drawingml/2006/main">
              <a:ext uri="{FF2B5EF4-FFF2-40B4-BE49-F238E27FC236}">
                <a16:creationId xmlns:a16="http://schemas.microsoft.com/office/drawing/2014/main" id="{8DDEEBD0-D7DF-4FF0-B841-67DFA2E32ECB}"/>
              </a:ext>
            </a:extLst>
          </p:cNvPr>
          <p:cNvSpPr>
            <a:spLocks xmlns:a="http://schemas.openxmlformats.org/drawingml/2006/main" noGrp="1"/>
          </p:cNvSpPr>
          <p:nvPr/>
        </p:nvSpPr>
        <p:spPr>
          <a:xfrm xmlns:a="http://schemas.openxmlformats.org/drawingml/2006/main">
            <a:off x="8991600" y="4124325"/>
            <a:ext cx="2476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B5E20"/>
                </a:solidFill>
                <a:latin typeface="Inter"/>
                <a:ea typeface="Inter"/>
                <a:cs typeface="Inter"/>
              </a:defRPr>
            </a:defPPr>
            <a:lvl1pPr>
              <a:defRPr sz="2175" b="1">
                <a:solidFill>
                  <a:srgbClr val="1B5E20"/>
                </a:solidFill>
                <a:latin typeface="Inter"/>
                <a:ea typeface="Inter"/>
                <a:cs typeface="Inter"/>
              </a:defRPr>
            </a:lvl1pPr>
            <a:lvl2pPr>
              <a:defRPr sz="2175" b="1">
                <a:solidFill>
                  <a:srgbClr val="1B5E20"/>
                </a:solidFill>
                <a:latin typeface="Inter"/>
                <a:ea typeface="Inter"/>
                <a:cs typeface="Inter"/>
              </a:defRPr>
            </a:lvl2pPr>
            <a:lvl3pPr>
              <a:defRPr sz="2175" b="1">
                <a:solidFill>
                  <a:srgbClr val="1B5E20"/>
                </a:solidFill>
                <a:latin typeface="Inter"/>
                <a:ea typeface="Inter"/>
                <a:cs typeface="Inter"/>
              </a:defRPr>
            </a:lvl3pPr>
            <a:lvl4pPr>
              <a:defRPr sz="2175" b="1">
                <a:solidFill>
                  <a:srgbClr val="1B5E20"/>
                </a:solidFill>
                <a:latin typeface="Inter"/>
                <a:ea typeface="Inter"/>
                <a:cs typeface="Inter"/>
              </a:defRPr>
            </a:lvl4pPr>
            <a:lvl5pPr>
              <a:defRPr sz="2175" b="1">
                <a:solidFill>
                  <a:srgbClr val="1B5E20"/>
                </a:solidFill>
                <a:latin typeface="Inter"/>
                <a:ea typeface="Inter"/>
                <a:cs typeface="Inter"/>
              </a:defRPr>
            </a:lvl5pPr>
            <a:lvl6pPr>
              <a:defRPr sz="2175" b="1">
                <a:solidFill>
                  <a:srgbClr val="1B5E20"/>
                </a:solidFill>
                <a:latin typeface="Inter"/>
                <a:ea typeface="Inter"/>
                <a:cs typeface="Inter"/>
              </a:defRPr>
            </a:lvl6pPr>
            <a:lvl7pPr>
              <a:defRPr sz="2175" b="1">
                <a:solidFill>
                  <a:srgbClr val="1B5E20"/>
                </a:solidFill>
                <a:latin typeface="Inter"/>
                <a:ea typeface="Inter"/>
                <a:cs typeface="Inter"/>
              </a:defRPr>
            </a:lvl7pPr>
            <a:lvl8pPr>
              <a:defRPr sz="2175" b="1">
                <a:solidFill>
                  <a:srgbClr val="1B5E20"/>
                </a:solidFill>
                <a:latin typeface="Inter"/>
                <a:ea typeface="Inter"/>
                <a:cs typeface="Inter"/>
              </a:defRPr>
            </a:lvl8pPr>
            <a:lvl9pPr>
              <a:defRPr sz="2175" b="1">
                <a:solidFill>
                  <a:srgbClr val="1B5E20"/>
                </a:solidFill>
                <a:latin typeface="Inter"/>
                <a:ea typeface="Inter"/>
                <a:cs typeface="Inter"/>
              </a:defRPr>
            </a:lvl9pPr>
          </a:lstStyle>
          <a:p xmlns:a="http://schemas.openxmlformats.org/drawingml/2006/main">
            <a:pPr>
              <a:defRPr sz="2175" b="1">
                <a:solidFill>
                  <a:srgbClr val="1B5E20"/>
                </a:solidFill>
                <a:latin typeface="Inter"/>
                <a:ea typeface="Inter"/>
                <a:cs typeface="Inter"/>
              </a:defRPr>
            </a:pPr>
            <a:r>
              <a:rPr sz="2175" b="1">
                <a:solidFill>
                  <a:srgbClr val="1B5E20"/>
                </a:solidFill>
                <a:latin typeface="Inter"/>
                <a:ea typeface="Inter"/>
                <a:cs typeface="Inter"/>
              </a:rPr>
              <a:t>Zetaris</a:t>
            </a:r>
          </a:p>
        </p:txBody>
      </p:sp>
      <p:sp>
        <p:nvSpPr>
          <p:cNvPr id="27" name="text-27">
            <a:extLst xmlns:a="http://schemas.openxmlformats.org/drawingml/2006/main">
              <a:ext uri="{FF2B5EF4-FFF2-40B4-BE49-F238E27FC236}">
                <a16:creationId xmlns:a16="http://schemas.microsoft.com/office/drawing/2014/main" id="{541B562C-6B34-4AEC-9634-0E8466B21349}"/>
              </a:ext>
            </a:extLst>
          </p:cNvPr>
          <p:cNvSpPr>
            <a:spLocks xmlns:a="http://schemas.openxmlformats.org/drawingml/2006/main" noGrp="1"/>
          </p:cNvSpPr>
          <p:nvPr/>
        </p:nvSpPr>
        <p:spPr>
          <a:xfrm xmlns:a="http://schemas.openxmlformats.org/drawingml/2006/main">
            <a:off x="8991600" y="4591050"/>
            <a:ext cx="247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14221A"/>
                </a:solidFill>
                <a:latin typeface="Inter"/>
                <a:ea typeface="Inter"/>
                <a:cs typeface="Inter"/>
              </a:defRPr>
            </a:defPPr>
            <a:lvl1pPr>
              <a:defRPr sz="1575" b="0">
                <a:solidFill>
                  <a:srgbClr val="14221A"/>
                </a:solidFill>
                <a:latin typeface="Inter"/>
                <a:ea typeface="Inter"/>
                <a:cs typeface="Inter"/>
              </a:defRPr>
            </a:lvl1pPr>
            <a:lvl2pPr>
              <a:defRPr sz="1575" b="0">
                <a:solidFill>
                  <a:srgbClr val="14221A"/>
                </a:solidFill>
                <a:latin typeface="Inter"/>
                <a:ea typeface="Inter"/>
                <a:cs typeface="Inter"/>
              </a:defRPr>
            </a:lvl2pPr>
            <a:lvl3pPr>
              <a:defRPr sz="1575" b="0">
                <a:solidFill>
                  <a:srgbClr val="14221A"/>
                </a:solidFill>
                <a:latin typeface="Inter"/>
                <a:ea typeface="Inter"/>
                <a:cs typeface="Inter"/>
              </a:defRPr>
            </a:lvl3pPr>
            <a:lvl4pPr>
              <a:defRPr sz="1575" b="0">
                <a:solidFill>
                  <a:srgbClr val="14221A"/>
                </a:solidFill>
                <a:latin typeface="Inter"/>
                <a:ea typeface="Inter"/>
                <a:cs typeface="Inter"/>
              </a:defRPr>
            </a:lvl4pPr>
            <a:lvl5pPr>
              <a:defRPr sz="1575" b="0">
                <a:solidFill>
                  <a:srgbClr val="14221A"/>
                </a:solidFill>
                <a:latin typeface="Inter"/>
                <a:ea typeface="Inter"/>
                <a:cs typeface="Inter"/>
              </a:defRPr>
            </a:lvl5pPr>
            <a:lvl6pPr>
              <a:defRPr sz="1575" b="0">
                <a:solidFill>
                  <a:srgbClr val="14221A"/>
                </a:solidFill>
                <a:latin typeface="Inter"/>
                <a:ea typeface="Inter"/>
                <a:cs typeface="Inter"/>
              </a:defRPr>
            </a:lvl6pPr>
            <a:lvl7pPr>
              <a:defRPr sz="1575" b="0">
                <a:solidFill>
                  <a:srgbClr val="14221A"/>
                </a:solidFill>
                <a:latin typeface="Inter"/>
                <a:ea typeface="Inter"/>
                <a:cs typeface="Inter"/>
              </a:defRPr>
            </a:lvl7pPr>
            <a:lvl8pPr>
              <a:defRPr sz="1575" b="0">
                <a:solidFill>
                  <a:srgbClr val="14221A"/>
                </a:solidFill>
                <a:latin typeface="Inter"/>
                <a:ea typeface="Inter"/>
                <a:cs typeface="Inter"/>
              </a:defRPr>
            </a:lvl8pPr>
            <a:lvl9pPr>
              <a:defRPr sz="1575" b="0">
                <a:solidFill>
                  <a:srgbClr val="14221A"/>
                </a:solidFill>
                <a:latin typeface="Inter"/>
                <a:ea typeface="Inter"/>
                <a:cs typeface="Inter"/>
              </a:defRPr>
            </a:lvl9pPr>
          </a:lstStyle>
          <a:p xmlns:a="http://schemas.openxmlformats.org/drawingml/2006/main">
            <a:pPr>
              <a:defRPr sz="1575" b="0">
                <a:solidFill>
                  <a:srgbClr val="14221A"/>
                </a:solidFill>
                <a:latin typeface="Inter"/>
                <a:ea typeface="Inter"/>
                <a:cs typeface="Inter"/>
              </a:defRPr>
            </a:pPr>
            <a:r>
              <a:rPr sz="1575" b="0">
                <a:solidFill>
                  <a:srgbClr val="14221A"/>
                </a:solidFill>
                <a:latin typeface="Inter"/>
                <a:ea typeface="Inter"/>
                <a:cs typeface="Inter"/>
              </a:rPr>
              <a:t>Retrieve the versioned</a:t>
            </a:r>
          </a:p>
          <a:p xmlns:a="http://schemas.openxmlformats.org/drawingml/2006/main">
            <a:pPr>
              <a:defRPr sz="1575" b="0">
                <a:solidFill>
                  <a:srgbClr val="14221A"/>
                </a:solidFill>
                <a:latin typeface="Inter"/>
                <a:ea typeface="Inter"/>
                <a:cs typeface="Inter"/>
              </a:defRPr>
            </a:pPr>
            <a:r>
              <a:rPr sz="1575" b="0">
                <a:solidFill>
                  <a:srgbClr val="14221A"/>
                </a:solidFill>
                <a:latin typeface="Inter"/>
                <a:ea typeface="Inter"/>
                <a:cs typeface="Inter"/>
              </a:rPr>
              <a:t>marker reference</a:t>
            </a:r>
          </a:p>
        </p:txBody>
      </p:sp>
      <p:sp>
        <p:nvSpPr>
          <p:cNvPr id="29" name="flow-28">
            <a:extLst xmlns:a="http://schemas.openxmlformats.org/drawingml/2006/main">
              <a:ext uri="{FF2B5EF4-FFF2-40B4-BE49-F238E27FC236}">
                <a16:creationId xmlns:a16="http://schemas.microsoft.com/office/drawing/2014/main" id="{F14C1139-9D81-4D14-9426-B22498488822}"/>
              </a:ext>
            </a:extLst>
          </p:cNvPr>
          <p:cNvSpPr>
            <a:spLocks xmlns:a="http://schemas.openxmlformats.org/drawingml/2006/main" noGrp="1"/>
          </p:cNvSpPr>
          <p:nvPr/>
        </p:nvSpPr>
        <p:spPr>
          <a:xfrm xmlns:a="http://schemas.openxmlformats.org/drawingml/2006/main">
            <a:off x="7981950" y="4438650"/>
            <a:ext cx="495300" cy="171450"/>
          </a:xfrm>
          <a:prstGeom xmlns:a="http://schemas.openxmlformats.org/drawingml/2006/main" prst="rightArrow">
            <a:avLst/>
          </a:prstGeom>
          <a:solidFill xmlns:a="http://schemas.openxmlformats.org/drawingml/2006/main">
            <a:srgbClr val="1B5E20"/>
          </a:solidFill>
          <a:ln xmlns:a="http://schemas.openxmlformats.org/drawingml/2006/main" w="0">
            <a:noFill/>
          </a:ln>
        </p:spPr>
      </p:sp>
      <p:sp>
        <p:nvSpPr>
          <p:cNvPr id="30" name="text-29">
            <a:extLst xmlns:a="http://schemas.openxmlformats.org/drawingml/2006/main">
              <a:ext uri="{FF2B5EF4-FFF2-40B4-BE49-F238E27FC236}">
                <a16:creationId xmlns:a16="http://schemas.microsoft.com/office/drawing/2014/main" id="{0B7038DA-7A8B-41AA-8903-1CD698995481}"/>
              </a:ext>
            </a:extLst>
          </p:cNvPr>
          <p:cNvSpPr>
            <a:spLocks xmlns:a="http://schemas.openxmlformats.org/drawingml/2006/main" noGrp="1"/>
          </p:cNvSpPr>
          <p:nvPr/>
        </p:nvSpPr>
        <p:spPr>
          <a:xfrm xmlns:a="http://schemas.openxmlformats.org/drawingml/2006/main">
            <a:off x="666750" y="3486150"/>
            <a:ext cx="2362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657167"/>
                </a:solidFill>
                <a:latin typeface="Inter"/>
                <a:ea typeface="Inter"/>
                <a:cs typeface="Inter"/>
              </a:defRPr>
            </a:defPPr>
            <a:lvl1pPr>
              <a:defRPr sz="1350" b="0">
                <a:solidFill>
                  <a:srgbClr val="657167"/>
                </a:solidFill>
                <a:latin typeface="Inter"/>
                <a:ea typeface="Inter"/>
                <a:cs typeface="Inter"/>
              </a:defRPr>
            </a:lvl1pPr>
            <a:lvl2pPr>
              <a:defRPr sz="1350" b="0">
                <a:solidFill>
                  <a:srgbClr val="657167"/>
                </a:solidFill>
                <a:latin typeface="Inter"/>
                <a:ea typeface="Inter"/>
                <a:cs typeface="Inter"/>
              </a:defRPr>
            </a:lvl2pPr>
            <a:lvl3pPr>
              <a:defRPr sz="1350" b="0">
                <a:solidFill>
                  <a:srgbClr val="657167"/>
                </a:solidFill>
                <a:latin typeface="Inter"/>
                <a:ea typeface="Inter"/>
                <a:cs typeface="Inter"/>
              </a:defRPr>
            </a:lvl3pPr>
            <a:lvl4pPr>
              <a:defRPr sz="1350" b="0">
                <a:solidFill>
                  <a:srgbClr val="657167"/>
                </a:solidFill>
                <a:latin typeface="Inter"/>
                <a:ea typeface="Inter"/>
                <a:cs typeface="Inter"/>
              </a:defRPr>
            </a:lvl4pPr>
            <a:lvl5pPr>
              <a:defRPr sz="1350" b="0">
                <a:solidFill>
                  <a:srgbClr val="657167"/>
                </a:solidFill>
                <a:latin typeface="Inter"/>
                <a:ea typeface="Inter"/>
                <a:cs typeface="Inter"/>
              </a:defRPr>
            </a:lvl5pPr>
            <a:lvl6pPr>
              <a:defRPr sz="1350" b="0">
                <a:solidFill>
                  <a:srgbClr val="657167"/>
                </a:solidFill>
                <a:latin typeface="Inter"/>
                <a:ea typeface="Inter"/>
                <a:cs typeface="Inter"/>
              </a:defRPr>
            </a:lvl6pPr>
            <a:lvl7pPr>
              <a:defRPr sz="1350" b="0">
                <a:solidFill>
                  <a:srgbClr val="657167"/>
                </a:solidFill>
                <a:latin typeface="Inter"/>
                <a:ea typeface="Inter"/>
                <a:cs typeface="Inter"/>
              </a:defRPr>
            </a:lvl7pPr>
            <a:lvl8pPr>
              <a:defRPr sz="1350" b="0">
                <a:solidFill>
                  <a:srgbClr val="657167"/>
                </a:solidFill>
                <a:latin typeface="Inter"/>
                <a:ea typeface="Inter"/>
                <a:cs typeface="Inter"/>
              </a:defRPr>
            </a:lvl8pPr>
            <a:lvl9pPr>
              <a:defRPr sz="1350" b="0">
                <a:solidFill>
                  <a:srgbClr val="657167"/>
                </a:solidFill>
                <a:latin typeface="Inter"/>
                <a:ea typeface="Inter"/>
                <a:cs typeface="Inter"/>
              </a:defRPr>
            </a:lvl9pPr>
          </a:lstStyle>
          <a:p xmlns:a="http://schemas.openxmlformats.org/drawingml/2006/main">
            <a:pPr>
              <a:defRPr sz="1350" b="0">
                <a:solidFill>
                  <a:srgbClr val="657167"/>
                </a:solidFill>
                <a:latin typeface="Inter"/>
                <a:ea typeface="Inter"/>
                <a:cs typeface="Inter"/>
              </a:defRPr>
            </a:pPr>
            <a:r>
              <a:rPr sz="1350" b="0">
                <a:solidFill>
                  <a:srgbClr val="657167"/>
                </a:solidFill>
                <a:latin typeface="Inter"/>
                <a:ea typeface="Inter"/>
                <a:cs typeface="Inter"/>
              </a:rPr>
              <a:t>Review context</a:t>
            </a:r>
          </a:p>
        </p:txBody>
      </p:sp>
      <p:sp>
        <p:nvSpPr>
          <p:cNvPr id="31" name="text-30">
            <a:extLst xmlns:a="http://schemas.openxmlformats.org/drawingml/2006/main">
              <a:ext uri="{FF2B5EF4-FFF2-40B4-BE49-F238E27FC236}">
                <a16:creationId xmlns:a16="http://schemas.microsoft.com/office/drawing/2014/main" id="{B4F132FF-A78A-42AD-A477-435333CA4440}"/>
              </a:ext>
            </a:extLst>
          </p:cNvPr>
          <p:cNvSpPr>
            <a:spLocks xmlns:a="http://schemas.openxmlformats.org/drawingml/2006/main" noGrp="1"/>
          </p:cNvSpPr>
          <p:nvPr/>
        </p:nvSpPr>
        <p:spPr>
          <a:xfrm xmlns:a="http://schemas.openxmlformats.org/drawingml/2006/main">
            <a:off x="8943975" y="3486150"/>
            <a:ext cx="257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657167"/>
                </a:solidFill>
                <a:latin typeface="Inter"/>
                <a:ea typeface="Inter"/>
                <a:cs typeface="Inter"/>
              </a:defRPr>
            </a:defPPr>
            <a:lvl1pPr>
              <a:defRPr sz="1350" b="0">
                <a:solidFill>
                  <a:srgbClr val="657167"/>
                </a:solidFill>
                <a:latin typeface="Inter"/>
                <a:ea typeface="Inter"/>
                <a:cs typeface="Inter"/>
              </a:defRPr>
            </a:lvl1pPr>
            <a:lvl2pPr>
              <a:defRPr sz="1350" b="0">
                <a:solidFill>
                  <a:srgbClr val="657167"/>
                </a:solidFill>
                <a:latin typeface="Inter"/>
                <a:ea typeface="Inter"/>
                <a:cs typeface="Inter"/>
              </a:defRPr>
            </a:lvl2pPr>
            <a:lvl3pPr>
              <a:defRPr sz="1350" b="0">
                <a:solidFill>
                  <a:srgbClr val="657167"/>
                </a:solidFill>
                <a:latin typeface="Inter"/>
                <a:ea typeface="Inter"/>
                <a:cs typeface="Inter"/>
              </a:defRPr>
            </a:lvl3pPr>
            <a:lvl4pPr>
              <a:defRPr sz="1350" b="0">
                <a:solidFill>
                  <a:srgbClr val="657167"/>
                </a:solidFill>
                <a:latin typeface="Inter"/>
                <a:ea typeface="Inter"/>
                <a:cs typeface="Inter"/>
              </a:defRPr>
            </a:lvl4pPr>
            <a:lvl5pPr>
              <a:defRPr sz="1350" b="0">
                <a:solidFill>
                  <a:srgbClr val="657167"/>
                </a:solidFill>
                <a:latin typeface="Inter"/>
                <a:ea typeface="Inter"/>
                <a:cs typeface="Inter"/>
              </a:defRPr>
            </a:lvl5pPr>
            <a:lvl6pPr>
              <a:defRPr sz="1350" b="0">
                <a:solidFill>
                  <a:srgbClr val="657167"/>
                </a:solidFill>
                <a:latin typeface="Inter"/>
                <a:ea typeface="Inter"/>
                <a:cs typeface="Inter"/>
              </a:defRPr>
            </a:lvl6pPr>
            <a:lvl7pPr>
              <a:defRPr sz="1350" b="0">
                <a:solidFill>
                  <a:srgbClr val="657167"/>
                </a:solidFill>
                <a:latin typeface="Inter"/>
                <a:ea typeface="Inter"/>
                <a:cs typeface="Inter"/>
              </a:defRPr>
            </a:lvl7pPr>
            <a:lvl8pPr>
              <a:defRPr sz="1350" b="0">
                <a:solidFill>
                  <a:srgbClr val="657167"/>
                </a:solidFill>
                <a:latin typeface="Inter"/>
                <a:ea typeface="Inter"/>
                <a:cs typeface="Inter"/>
              </a:defRPr>
            </a:lvl8pPr>
            <a:lvl9pPr>
              <a:defRPr sz="1350" b="0">
                <a:solidFill>
                  <a:srgbClr val="657167"/>
                </a:solidFill>
                <a:latin typeface="Inter"/>
                <a:ea typeface="Inter"/>
                <a:cs typeface="Inter"/>
              </a:defRPr>
            </a:lvl9pPr>
          </a:lstStyle>
          <a:p xmlns:a="http://schemas.openxmlformats.org/drawingml/2006/main">
            <a:pPr>
              <a:defRPr sz="1350" b="0">
                <a:solidFill>
                  <a:srgbClr val="657167"/>
                </a:solidFill>
                <a:latin typeface="Inter"/>
                <a:ea typeface="Inter"/>
                <a:cs typeface="Inter"/>
              </a:defRPr>
            </a:pPr>
            <a:r>
              <a:rPr sz="1350" b="0">
                <a:solidFill>
                  <a:srgbClr val="657167"/>
                </a:solidFill>
                <a:latin typeface="Inter"/>
                <a:ea typeface="Inter"/>
                <a:cs typeface="Inter"/>
              </a:rPr>
              <a:t>Reference query</a:t>
            </a:r>
          </a:p>
        </p:txBody>
      </p:sp>
      <p:sp>
        <p:nvSpPr>
          <p:cNvPr id="32" name="box-31">
            <a:extLst xmlns:a="http://schemas.openxmlformats.org/drawingml/2006/main">
              <a:ext uri="{FF2B5EF4-FFF2-40B4-BE49-F238E27FC236}">
                <a16:creationId xmlns:a16="http://schemas.microsoft.com/office/drawing/2014/main" id="{D3642EE3-185C-4AED-8D95-D7733BF41CB4}"/>
              </a:ext>
            </a:extLst>
          </p:cNvPr>
          <p:cNvSpPr>
            <a:spLocks xmlns:a="http://schemas.openxmlformats.org/drawingml/2006/main" noGrp="1"/>
          </p:cNvSpPr>
          <p:nvPr/>
        </p:nvSpPr>
        <p:spPr>
          <a:xfrm xmlns:a="http://schemas.openxmlformats.org/drawingml/2006/main">
            <a:off x="552450" y="5591175"/>
            <a:ext cx="11106150" cy="542925"/>
          </a:xfrm>
          <a:prstGeom xmlns:a="http://schemas.openxmlformats.org/drawingml/2006/main" prst="rect">
            <a:avLst/>
          </a:prstGeom>
          <a:solidFill xmlns:a="http://schemas.openxmlformats.org/drawingml/2006/main">
            <a:srgbClr val="F6F7F5"/>
          </a:solidFill>
          <a:ln xmlns:a="http://schemas.openxmlformats.org/drawingml/2006/main" w="0">
            <a:noFill/>
          </a:ln>
        </p:spPr>
      </p:sp>
      <p:sp>
        <p:nvSpPr>
          <p:cNvPr id="33" name="text-32">
            <a:extLst xmlns:a="http://schemas.openxmlformats.org/drawingml/2006/main">
              <a:ext uri="{FF2B5EF4-FFF2-40B4-BE49-F238E27FC236}">
                <a16:creationId xmlns:a16="http://schemas.microsoft.com/office/drawing/2014/main" id="{3CF85DA8-50FA-4C90-B58D-AF500C634D0F}"/>
              </a:ext>
            </a:extLst>
          </p:cNvPr>
          <p:cNvSpPr>
            <a:spLocks xmlns:a="http://schemas.openxmlformats.org/drawingml/2006/main" noGrp="1"/>
          </p:cNvSpPr>
          <p:nvPr/>
        </p:nvSpPr>
        <p:spPr>
          <a:xfrm xmlns:a="http://schemas.openxmlformats.org/drawingml/2006/main">
            <a:off x="733425" y="5743575"/>
            <a:ext cx="10744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657167"/>
                </a:solidFill>
                <a:latin typeface="Inter"/>
                <a:ea typeface="Inter"/>
                <a:cs typeface="Inter"/>
              </a:defRPr>
            </a:defPPr>
            <a:lvl1pPr>
              <a:defRPr sz="1650" b="0">
                <a:solidFill>
                  <a:srgbClr val="657167"/>
                </a:solidFill>
                <a:latin typeface="Inter"/>
                <a:ea typeface="Inter"/>
                <a:cs typeface="Inter"/>
              </a:defRPr>
            </a:lvl1pPr>
            <a:lvl2pPr>
              <a:defRPr sz="1650" b="0">
                <a:solidFill>
                  <a:srgbClr val="657167"/>
                </a:solidFill>
                <a:latin typeface="Inter"/>
                <a:ea typeface="Inter"/>
                <a:cs typeface="Inter"/>
              </a:defRPr>
            </a:lvl2pPr>
            <a:lvl3pPr>
              <a:defRPr sz="1650" b="0">
                <a:solidFill>
                  <a:srgbClr val="657167"/>
                </a:solidFill>
                <a:latin typeface="Inter"/>
                <a:ea typeface="Inter"/>
                <a:cs typeface="Inter"/>
              </a:defRPr>
            </a:lvl3pPr>
            <a:lvl4pPr>
              <a:defRPr sz="1650" b="0">
                <a:solidFill>
                  <a:srgbClr val="657167"/>
                </a:solidFill>
                <a:latin typeface="Inter"/>
                <a:ea typeface="Inter"/>
                <a:cs typeface="Inter"/>
              </a:defRPr>
            </a:lvl4pPr>
            <a:lvl5pPr>
              <a:defRPr sz="1650" b="0">
                <a:solidFill>
                  <a:srgbClr val="657167"/>
                </a:solidFill>
                <a:latin typeface="Inter"/>
                <a:ea typeface="Inter"/>
                <a:cs typeface="Inter"/>
              </a:defRPr>
            </a:lvl5pPr>
            <a:lvl6pPr>
              <a:defRPr sz="1650" b="0">
                <a:solidFill>
                  <a:srgbClr val="657167"/>
                </a:solidFill>
                <a:latin typeface="Inter"/>
                <a:ea typeface="Inter"/>
                <a:cs typeface="Inter"/>
              </a:defRPr>
            </a:lvl6pPr>
            <a:lvl7pPr>
              <a:defRPr sz="1650" b="0">
                <a:solidFill>
                  <a:srgbClr val="657167"/>
                </a:solidFill>
                <a:latin typeface="Inter"/>
                <a:ea typeface="Inter"/>
                <a:cs typeface="Inter"/>
              </a:defRPr>
            </a:lvl7pPr>
            <a:lvl8pPr>
              <a:defRPr sz="1650" b="0">
                <a:solidFill>
                  <a:srgbClr val="657167"/>
                </a:solidFill>
                <a:latin typeface="Inter"/>
                <a:ea typeface="Inter"/>
                <a:cs typeface="Inter"/>
              </a:defRPr>
            </a:lvl8pPr>
            <a:lvl9pPr>
              <a:defRPr sz="1650" b="0">
                <a:solidFill>
                  <a:srgbClr val="657167"/>
                </a:solidFill>
                <a:latin typeface="Inter"/>
                <a:ea typeface="Inter"/>
                <a:cs typeface="Inter"/>
              </a:defRPr>
            </a:lvl9pPr>
          </a:lstStyle>
          <a:p xmlns:a="http://schemas.openxmlformats.org/drawingml/2006/main">
            <a:pPr>
              <a:defRPr sz="1650" b="0">
                <a:solidFill>
                  <a:srgbClr val="657167"/>
                </a:solidFill>
                <a:latin typeface="Inter"/>
                <a:ea typeface="Inter"/>
                <a:cs typeface="Inter"/>
              </a:defRPr>
            </a:pPr>
            <a:r>
              <a:rPr sz="1650" b="0">
                <a:solidFill>
                  <a:srgbClr val="657167"/>
                </a:solidFill>
                <a:latin typeface="Inter"/>
                <a:ea typeface="Inter"/>
                <a:cs typeface="Inter"/>
              </a:rPr>
              <a:t>PostgreSQL: owned experiments, queued turns, results, reviews and memory history</a:t>
            </a:r>
          </a:p>
        </p:txBody>
      </p:sp>
    </p:spTree>
    <p:extLst>
      <p:ext uri="{BB962C8B-B14F-4D97-AF65-F5344CB8AC3E}">
        <p14:creationId xmlns:p14="http://schemas.microsoft.com/office/powerpoint/2010/main" val="76864585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33">
            <a:extLst xmlns:a="http://schemas.openxmlformats.org/drawingml/2006/main">
              <a:ext uri="{FF2B5EF4-FFF2-40B4-BE49-F238E27FC236}">
                <a16:creationId xmlns:a16="http://schemas.microsoft.com/office/drawing/2014/main" id="{A6D604BF-8EFC-47CA-8B87-69FF456CC37A}"/>
              </a:ext>
            </a:extLst>
          </p:cNvPr>
          <p:cNvSpPr>
            <a:spLocks xmlns:a="http://schemas.openxmlformats.org/drawingml/2006/main" noGrp="1"/>
          </p:cNvSpPr>
          <p:nvPr/>
        </p:nvSpPr>
        <p:spPr>
          <a:xfrm xmlns:a="http://schemas.openxmlformats.org/drawingml/2006/main">
            <a:off x="533400" y="285750"/>
            <a:ext cx="11125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1B5E20"/>
                </a:solidFill>
                <a:latin typeface="Inter"/>
                <a:ea typeface="Inter"/>
                <a:cs typeface="Inter"/>
              </a:defRPr>
            </a:defPPr>
            <a:lvl1pPr>
              <a:defRPr sz="1275" b="1">
                <a:solidFill>
                  <a:srgbClr val="1B5E20"/>
                </a:solidFill>
                <a:latin typeface="Inter"/>
                <a:ea typeface="Inter"/>
                <a:cs typeface="Inter"/>
              </a:defRPr>
            </a:lvl1pPr>
            <a:lvl2pPr>
              <a:defRPr sz="1275" b="1">
                <a:solidFill>
                  <a:srgbClr val="1B5E20"/>
                </a:solidFill>
                <a:latin typeface="Inter"/>
                <a:ea typeface="Inter"/>
                <a:cs typeface="Inter"/>
              </a:defRPr>
            </a:lvl2pPr>
            <a:lvl3pPr>
              <a:defRPr sz="1275" b="1">
                <a:solidFill>
                  <a:srgbClr val="1B5E20"/>
                </a:solidFill>
                <a:latin typeface="Inter"/>
                <a:ea typeface="Inter"/>
                <a:cs typeface="Inter"/>
              </a:defRPr>
            </a:lvl3pPr>
            <a:lvl4pPr>
              <a:defRPr sz="1275" b="1">
                <a:solidFill>
                  <a:srgbClr val="1B5E20"/>
                </a:solidFill>
                <a:latin typeface="Inter"/>
                <a:ea typeface="Inter"/>
                <a:cs typeface="Inter"/>
              </a:defRPr>
            </a:lvl4pPr>
            <a:lvl5pPr>
              <a:defRPr sz="1275" b="1">
                <a:solidFill>
                  <a:srgbClr val="1B5E20"/>
                </a:solidFill>
                <a:latin typeface="Inter"/>
                <a:ea typeface="Inter"/>
                <a:cs typeface="Inter"/>
              </a:defRPr>
            </a:lvl5pPr>
            <a:lvl6pPr>
              <a:defRPr sz="1275" b="1">
                <a:solidFill>
                  <a:srgbClr val="1B5E20"/>
                </a:solidFill>
                <a:latin typeface="Inter"/>
                <a:ea typeface="Inter"/>
                <a:cs typeface="Inter"/>
              </a:defRPr>
            </a:lvl6pPr>
            <a:lvl7pPr>
              <a:defRPr sz="1275" b="1">
                <a:solidFill>
                  <a:srgbClr val="1B5E20"/>
                </a:solidFill>
                <a:latin typeface="Inter"/>
                <a:ea typeface="Inter"/>
                <a:cs typeface="Inter"/>
              </a:defRPr>
            </a:lvl7pPr>
            <a:lvl8pPr>
              <a:defRPr sz="1275" b="1">
                <a:solidFill>
                  <a:srgbClr val="1B5E20"/>
                </a:solidFill>
                <a:latin typeface="Inter"/>
                <a:ea typeface="Inter"/>
                <a:cs typeface="Inter"/>
              </a:defRPr>
            </a:lvl8pPr>
            <a:lvl9pPr>
              <a:defRPr sz="1275" b="1">
                <a:solidFill>
                  <a:srgbClr val="1B5E20"/>
                </a:solidFill>
                <a:latin typeface="Inter"/>
                <a:ea typeface="Inter"/>
                <a:cs typeface="Inter"/>
              </a:defRPr>
            </a:lvl9pPr>
          </a:lstStyle>
          <a:p xmlns:a="http://schemas.openxmlformats.org/drawingml/2006/main">
            <a:pPr>
              <a:defRPr sz="1275" b="1">
                <a:solidFill>
                  <a:srgbClr val="1B5E20"/>
                </a:solidFill>
                <a:latin typeface="Inter"/>
                <a:ea typeface="Inter"/>
                <a:cs typeface="Inter"/>
              </a:defRPr>
            </a:pPr>
            <a:r>
              <a:rPr sz="1275" b="1">
                <a:solidFill>
                  <a:srgbClr val="1B5E20"/>
                </a:solidFill>
                <a:latin typeface="Inter"/>
                <a:ea typeface="Inter"/>
                <a:cs typeface="Inter"/>
              </a:rPr>
              <a:t>02 / THE RESEARCHER SEES THIS</a:t>
            </a:r>
          </a:p>
        </p:txBody>
      </p:sp>
      <p:sp>
        <p:nvSpPr>
          <p:cNvPr id="2" name="text-34">
            <a:extLst xmlns:a="http://schemas.openxmlformats.org/drawingml/2006/main">
              <a:ext uri="{FF2B5EF4-FFF2-40B4-BE49-F238E27FC236}">
                <a16:creationId xmlns:a16="http://schemas.microsoft.com/office/drawing/2014/main" id="{134830B2-B666-4787-B261-406310B41DED}"/>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4221A"/>
                </a:solidFill>
                <a:latin typeface="Inter"/>
                <a:ea typeface="Inter"/>
                <a:cs typeface="Inter"/>
              </a:defRPr>
            </a:defPPr>
            <a:lvl1pPr>
              <a:defRPr sz="3225" b="1">
                <a:solidFill>
                  <a:srgbClr val="14221A"/>
                </a:solidFill>
                <a:latin typeface="Inter"/>
                <a:ea typeface="Inter"/>
                <a:cs typeface="Inter"/>
              </a:defRPr>
            </a:lvl1pPr>
            <a:lvl2pPr>
              <a:defRPr sz="3225" b="1">
                <a:solidFill>
                  <a:srgbClr val="14221A"/>
                </a:solidFill>
                <a:latin typeface="Inter"/>
                <a:ea typeface="Inter"/>
                <a:cs typeface="Inter"/>
              </a:defRPr>
            </a:lvl2pPr>
            <a:lvl3pPr>
              <a:defRPr sz="3225" b="1">
                <a:solidFill>
                  <a:srgbClr val="14221A"/>
                </a:solidFill>
                <a:latin typeface="Inter"/>
                <a:ea typeface="Inter"/>
                <a:cs typeface="Inter"/>
              </a:defRPr>
            </a:lvl3pPr>
            <a:lvl4pPr>
              <a:defRPr sz="3225" b="1">
                <a:solidFill>
                  <a:srgbClr val="14221A"/>
                </a:solidFill>
                <a:latin typeface="Inter"/>
                <a:ea typeface="Inter"/>
                <a:cs typeface="Inter"/>
              </a:defRPr>
            </a:lvl4pPr>
            <a:lvl5pPr>
              <a:defRPr sz="3225" b="1">
                <a:solidFill>
                  <a:srgbClr val="14221A"/>
                </a:solidFill>
                <a:latin typeface="Inter"/>
                <a:ea typeface="Inter"/>
                <a:cs typeface="Inter"/>
              </a:defRPr>
            </a:lvl5pPr>
            <a:lvl6pPr>
              <a:defRPr sz="3225" b="1">
                <a:solidFill>
                  <a:srgbClr val="14221A"/>
                </a:solidFill>
                <a:latin typeface="Inter"/>
                <a:ea typeface="Inter"/>
                <a:cs typeface="Inter"/>
              </a:defRPr>
            </a:lvl6pPr>
            <a:lvl7pPr>
              <a:defRPr sz="3225" b="1">
                <a:solidFill>
                  <a:srgbClr val="14221A"/>
                </a:solidFill>
                <a:latin typeface="Inter"/>
                <a:ea typeface="Inter"/>
                <a:cs typeface="Inter"/>
              </a:defRPr>
            </a:lvl7pPr>
            <a:lvl8pPr>
              <a:defRPr sz="3225" b="1">
                <a:solidFill>
                  <a:srgbClr val="14221A"/>
                </a:solidFill>
                <a:latin typeface="Inter"/>
                <a:ea typeface="Inter"/>
                <a:cs typeface="Inter"/>
              </a:defRPr>
            </a:lvl8pPr>
            <a:lvl9pPr>
              <a:defRPr sz="3225" b="1">
                <a:solidFill>
                  <a:srgbClr val="14221A"/>
                </a:solidFill>
                <a:latin typeface="Inter"/>
                <a:ea typeface="Inter"/>
                <a:cs typeface="Inter"/>
              </a:defRPr>
            </a:lvl9pPr>
          </a:lstStyle>
          <a:p xmlns:a="http://schemas.openxmlformats.org/drawingml/2006/main">
            <a:pPr>
              <a:defRPr sz="3225" b="1">
                <a:solidFill>
                  <a:srgbClr val="14221A"/>
                </a:solidFill>
                <a:latin typeface="Inter"/>
                <a:ea typeface="Inter"/>
                <a:cs typeface="Inter"/>
              </a:defRPr>
            </a:pPr>
            <a:r>
              <a:rPr sz="3225" b="1">
                <a:solidFill>
                  <a:srgbClr val="14221A"/>
                </a:solidFill>
                <a:latin typeface="Inter"/>
                <a:ea typeface="Inter"/>
                <a:cs typeface="Inter"/>
              </a:rPr>
              <a:t>A visual answer, with evidence to inspect.</a:t>
            </a:r>
          </a:p>
        </p:txBody>
      </p:sp>
      <p:sp>
        <p:nvSpPr>
          <p:cNvPr id="3" name="text-35">
            <a:extLst xmlns:a="http://schemas.openxmlformats.org/drawingml/2006/main">
              <a:ext uri="{FF2B5EF4-FFF2-40B4-BE49-F238E27FC236}">
                <a16:creationId xmlns:a16="http://schemas.microsoft.com/office/drawing/2014/main" id="{69AA16B8-1FCB-41B6-BBD1-D23BE6CD0F0D}"/>
              </a:ext>
            </a:extLst>
          </p:cNvPr>
          <p:cNvSpPr>
            <a:spLocks xmlns:a="http://schemas.openxmlformats.org/drawingml/2006/main" noGrp="1"/>
          </p:cNvSpPr>
          <p:nvPr/>
        </p:nvSpPr>
        <p:spPr>
          <a:xfrm xmlns:a="http://schemas.openxmlformats.org/drawingml/2006/main">
            <a:off x="552450" y="6496050"/>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657167"/>
                </a:solidFill>
                <a:latin typeface="Inter"/>
                <a:ea typeface="Inter"/>
                <a:cs typeface="Inter"/>
              </a:defRPr>
            </a:defPPr>
            <a:lvl1pPr>
              <a:defRPr sz="1050" b="0">
                <a:solidFill>
                  <a:srgbClr val="657167"/>
                </a:solidFill>
                <a:latin typeface="Inter"/>
                <a:ea typeface="Inter"/>
                <a:cs typeface="Inter"/>
              </a:defRPr>
            </a:lvl1pPr>
            <a:lvl2pPr>
              <a:defRPr sz="1050" b="0">
                <a:solidFill>
                  <a:srgbClr val="657167"/>
                </a:solidFill>
                <a:latin typeface="Inter"/>
                <a:ea typeface="Inter"/>
                <a:cs typeface="Inter"/>
              </a:defRPr>
            </a:lvl2pPr>
            <a:lvl3pPr>
              <a:defRPr sz="1050" b="0">
                <a:solidFill>
                  <a:srgbClr val="657167"/>
                </a:solidFill>
                <a:latin typeface="Inter"/>
                <a:ea typeface="Inter"/>
                <a:cs typeface="Inter"/>
              </a:defRPr>
            </a:lvl3pPr>
            <a:lvl4pPr>
              <a:defRPr sz="1050" b="0">
                <a:solidFill>
                  <a:srgbClr val="657167"/>
                </a:solidFill>
                <a:latin typeface="Inter"/>
                <a:ea typeface="Inter"/>
                <a:cs typeface="Inter"/>
              </a:defRPr>
            </a:lvl4pPr>
            <a:lvl5pPr>
              <a:defRPr sz="1050" b="0">
                <a:solidFill>
                  <a:srgbClr val="657167"/>
                </a:solidFill>
                <a:latin typeface="Inter"/>
                <a:ea typeface="Inter"/>
                <a:cs typeface="Inter"/>
              </a:defRPr>
            </a:lvl5pPr>
            <a:lvl6pPr>
              <a:defRPr sz="1050" b="0">
                <a:solidFill>
                  <a:srgbClr val="657167"/>
                </a:solidFill>
                <a:latin typeface="Inter"/>
                <a:ea typeface="Inter"/>
                <a:cs typeface="Inter"/>
              </a:defRPr>
            </a:lvl6pPr>
            <a:lvl7pPr>
              <a:defRPr sz="1050" b="0">
                <a:solidFill>
                  <a:srgbClr val="657167"/>
                </a:solidFill>
                <a:latin typeface="Inter"/>
                <a:ea typeface="Inter"/>
                <a:cs typeface="Inter"/>
              </a:defRPr>
            </a:lvl7pPr>
            <a:lvl8pPr>
              <a:defRPr sz="1050" b="0">
                <a:solidFill>
                  <a:srgbClr val="657167"/>
                </a:solidFill>
                <a:latin typeface="Inter"/>
                <a:ea typeface="Inter"/>
                <a:cs typeface="Inter"/>
              </a:defRPr>
            </a:lvl8pPr>
            <a:lvl9pPr>
              <a:defRPr sz="1050" b="0">
                <a:solidFill>
                  <a:srgbClr val="657167"/>
                </a:solidFill>
                <a:latin typeface="Inter"/>
                <a:ea typeface="Inter"/>
                <a:cs typeface="Inter"/>
              </a:defRPr>
            </a:lvl9pPr>
          </a:lstStyle>
          <a:p xmlns:a="http://schemas.openxmlformats.org/drawingml/2006/main">
            <a:pPr>
              <a:defRPr sz="1050" b="0">
                <a:solidFill>
                  <a:srgbClr val="657167"/>
                </a:solidFill>
                <a:latin typeface="Inter"/>
                <a:ea typeface="Inter"/>
                <a:cs typeface="Inter"/>
              </a:defRPr>
            </a:pPr>
            <a:r>
              <a:rPr sz="1050" b="0">
                <a:solidFill>
                  <a:srgbClr val="657167"/>
                </a:solidFill>
                <a:latin typeface="Inter"/>
                <a:ea typeface="Inter"/>
                <a:cs typeface="Inter"/>
              </a:rPr>
              <a:t>CELLORAS / TECHNICAL COMPANION</a:t>
            </a:r>
          </a:p>
        </p:txBody>
      </p:sp>
      <p:sp>
        <p:nvSpPr>
          <p:cNvPr id="4" name="text-36">
            <a:extLst xmlns:a="http://schemas.openxmlformats.org/drawingml/2006/main">
              <a:ext uri="{FF2B5EF4-FFF2-40B4-BE49-F238E27FC236}">
                <a16:creationId xmlns:a16="http://schemas.microsoft.com/office/drawing/2014/main" id="{B4AD99E5-C33C-40B4-BBDF-DACB0D560767}"/>
              </a:ext>
            </a:extLst>
          </p:cNvPr>
          <p:cNvSpPr>
            <a:spLocks xmlns:a="http://schemas.openxmlformats.org/drawingml/2006/main" noGrp="1"/>
          </p:cNvSpPr>
          <p:nvPr/>
        </p:nvSpPr>
        <p:spPr>
          <a:xfrm xmlns:a="http://schemas.openxmlformats.org/drawingml/2006/main">
            <a:off x="11239500" y="6467475"/>
            <a:ext cx="419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1B5E20"/>
                </a:solidFill>
                <a:latin typeface="Inter"/>
                <a:ea typeface="Inter"/>
                <a:cs typeface="Inter"/>
              </a:defRPr>
            </a:defPPr>
            <a:lvl1pPr>
              <a:defRPr sz="1275" b="1">
                <a:solidFill>
                  <a:srgbClr val="1B5E20"/>
                </a:solidFill>
                <a:latin typeface="Inter"/>
                <a:ea typeface="Inter"/>
                <a:cs typeface="Inter"/>
              </a:defRPr>
            </a:lvl1pPr>
            <a:lvl2pPr>
              <a:defRPr sz="1275" b="1">
                <a:solidFill>
                  <a:srgbClr val="1B5E20"/>
                </a:solidFill>
                <a:latin typeface="Inter"/>
                <a:ea typeface="Inter"/>
                <a:cs typeface="Inter"/>
              </a:defRPr>
            </a:lvl2pPr>
            <a:lvl3pPr>
              <a:defRPr sz="1275" b="1">
                <a:solidFill>
                  <a:srgbClr val="1B5E20"/>
                </a:solidFill>
                <a:latin typeface="Inter"/>
                <a:ea typeface="Inter"/>
                <a:cs typeface="Inter"/>
              </a:defRPr>
            </a:lvl3pPr>
            <a:lvl4pPr>
              <a:defRPr sz="1275" b="1">
                <a:solidFill>
                  <a:srgbClr val="1B5E20"/>
                </a:solidFill>
                <a:latin typeface="Inter"/>
                <a:ea typeface="Inter"/>
                <a:cs typeface="Inter"/>
              </a:defRPr>
            </a:lvl4pPr>
            <a:lvl5pPr>
              <a:defRPr sz="1275" b="1">
                <a:solidFill>
                  <a:srgbClr val="1B5E20"/>
                </a:solidFill>
                <a:latin typeface="Inter"/>
                <a:ea typeface="Inter"/>
                <a:cs typeface="Inter"/>
              </a:defRPr>
            </a:lvl5pPr>
            <a:lvl6pPr>
              <a:defRPr sz="1275" b="1">
                <a:solidFill>
                  <a:srgbClr val="1B5E20"/>
                </a:solidFill>
                <a:latin typeface="Inter"/>
                <a:ea typeface="Inter"/>
                <a:cs typeface="Inter"/>
              </a:defRPr>
            </a:lvl6pPr>
            <a:lvl7pPr>
              <a:defRPr sz="1275" b="1">
                <a:solidFill>
                  <a:srgbClr val="1B5E20"/>
                </a:solidFill>
                <a:latin typeface="Inter"/>
                <a:ea typeface="Inter"/>
                <a:cs typeface="Inter"/>
              </a:defRPr>
            </a:lvl7pPr>
            <a:lvl8pPr>
              <a:defRPr sz="1275" b="1">
                <a:solidFill>
                  <a:srgbClr val="1B5E20"/>
                </a:solidFill>
                <a:latin typeface="Inter"/>
                <a:ea typeface="Inter"/>
                <a:cs typeface="Inter"/>
              </a:defRPr>
            </a:lvl8pPr>
            <a:lvl9pPr>
              <a:defRPr sz="1275" b="1">
                <a:solidFill>
                  <a:srgbClr val="1B5E20"/>
                </a:solidFill>
                <a:latin typeface="Inter"/>
                <a:ea typeface="Inter"/>
                <a:cs typeface="Inter"/>
              </a:defRPr>
            </a:lvl9pPr>
          </a:lstStyle>
          <a:p xmlns:a="http://schemas.openxmlformats.org/drawingml/2006/main">
            <a:pPr>
              <a:defRPr sz="1275" b="1">
                <a:solidFill>
                  <a:srgbClr val="1B5E20"/>
                </a:solidFill>
                <a:latin typeface="Inter"/>
                <a:ea typeface="Inter"/>
                <a:cs typeface="Inter"/>
              </a:defRPr>
            </a:pPr>
            <a:r>
              <a:rPr sz="1275" b="1">
                <a:solidFill>
                  <a:srgbClr val="1B5E20"/>
                </a:solidFill>
                <a:latin typeface="Inter"/>
                <a:ea typeface="Inter"/>
                <a:cs typeface="Inter"/>
              </a:rPr>
              <a:t>02</a:t>
            </a:r>
          </a:p>
        </p:txBody>
      </p:sp>
      <p:sp>
        <p:nvSpPr>
          <p:cNvPr id="5" name="text-37">
            <a:extLst xmlns:a="http://schemas.openxmlformats.org/drawingml/2006/main">
              <a:ext uri="{FF2B5EF4-FFF2-40B4-BE49-F238E27FC236}">
                <a16:creationId xmlns:a16="http://schemas.microsoft.com/office/drawing/2014/main" id="{6403A7ED-046C-49F9-B3D0-EE3B3A33C400}"/>
              </a:ext>
            </a:extLst>
          </p:cNvPr>
          <p:cNvSpPr>
            <a:spLocks xmlns:a="http://schemas.openxmlformats.org/drawingml/2006/main" noGrp="1"/>
          </p:cNvSpPr>
          <p:nvPr/>
        </p:nvSpPr>
        <p:spPr>
          <a:xfrm xmlns:a="http://schemas.openxmlformats.org/drawingml/2006/main">
            <a:off x="552450" y="2228850"/>
            <a:ext cx="400050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75" b="1">
                <a:solidFill>
                  <a:srgbClr val="14221A"/>
                </a:solidFill>
                <a:latin typeface="Inter"/>
                <a:ea typeface="Inter"/>
                <a:cs typeface="Inter"/>
              </a:defRPr>
            </a:defPPr>
            <a:lvl1pPr>
              <a:defRPr sz="2775" b="1">
                <a:solidFill>
                  <a:srgbClr val="14221A"/>
                </a:solidFill>
                <a:latin typeface="Inter"/>
                <a:ea typeface="Inter"/>
                <a:cs typeface="Inter"/>
              </a:defRPr>
            </a:lvl1pPr>
            <a:lvl2pPr>
              <a:defRPr sz="2775" b="1">
                <a:solidFill>
                  <a:srgbClr val="14221A"/>
                </a:solidFill>
                <a:latin typeface="Inter"/>
                <a:ea typeface="Inter"/>
                <a:cs typeface="Inter"/>
              </a:defRPr>
            </a:lvl2pPr>
            <a:lvl3pPr>
              <a:defRPr sz="2775" b="1">
                <a:solidFill>
                  <a:srgbClr val="14221A"/>
                </a:solidFill>
                <a:latin typeface="Inter"/>
                <a:ea typeface="Inter"/>
                <a:cs typeface="Inter"/>
              </a:defRPr>
            </a:lvl3pPr>
            <a:lvl4pPr>
              <a:defRPr sz="2775" b="1">
                <a:solidFill>
                  <a:srgbClr val="14221A"/>
                </a:solidFill>
                <a:latin typeface="Inter"/>
                <a:ea typeface="Inter"/>
                <a:cs typeface="Inter"/>
              </a:defRPr>
            </a:lvl4pPr>
            <a:lvl5pPr>
              <a:defRPr sz="2775" b="1">
                <a:solidFill>
                  <a:srgbClr val="14221A"/>
                </a:solidFill>
                <a:latin typeface="Inter"/>
                <a:ea typeface="Inter"/>
                <a:cs typeface="Inter"/>
              </a:defRPr>
            </a:lvl5pPr>
            <a:lvl6pPr>
              <a:defRPr sz="2775" b="1">
                <a:solidFill>
                  <a:srgbClr val="14221A"/>
                </a:solidFill>
                <a:latin typeface="Inter"/>
                <a:ea typeface="Inter"/>
                <a:cs typeface="Inter"/>
              </a:defRPr>
            </a:lvl6pPr>
            <a:lvl7pPr>
              <a:defRPr sz="2775" b="1">
                <a:solidFill>
                  <a:srgbClr val="14221A"/>
                </a:solidFill>
                <a:latin typeface="Inter"/>
                <a:ea typeface="Inter"/>
                <a:cs typeface="Inter"/>
              </a:defRPr>
            </a:lvl7pPr>
            <a:lvl8pPr>
              <a:defRPr sz="2775" b="1">
                <a:solidFill>
                  <a:srgbClr val="14221A"/>
                </a:solidFill>
                <a:latin typeface="Inter"/>
                <a:ea typeface="Inter"/>
                <a:cs typeface="Inter"/>
              </a:defRPr>
            </a:lvl8pPr>
            <a:lvl9pPr>
              <a:defRPr sz="2775" b="1">
                <a:solidFill>
                  <a:srgbClr val="14221A"/>
                </a:solidFill>
                <a:latin typeface="Inter"/>
                <a:ea typeface="Inter"/>
                <a:cs typeface="Inter"/>
              </a:defRPr>
            </a:lvl9pPr>
          </a:lstStyle>
          <a:p xmlns:a="http://schemas.openxmlformats.org/drawingml/2006/main">
            <a:pPr>
              <a:defRPr sz="2775" b="1">
                <a:solidFill>
                  <a:srgbClr val="14221A"/>
                </a:solidFill>
                <a:latin typeface="Inter"/>
                <a:ea typeface="Inter"/>
                <a:cs typeface="Inter"/>
              </a:defRPr>
            </a:pPr>
            <a:r>
              <a:rPr sz="2775" b="1">
                <a:solidFill>
                  <a:srgbClr val="14221A"/>
                </a:solidFill>
                <a:latin typeface="Inter"/>
                <a:ea typeface="Inter"/>
                <a:cs typeface="Inter"/>
              </a:rPr>
              <a:t>The agent proposes</a:t>
            </a:r>
          </a:p>
          <a:p xmlns:a="http://schemas.openxmlformats.org/drawingml/2006/main">
            <a:pPr>
              <a:defRPr sz="2775" b="1">
                <a:solidFill>
                  <a:srgbClr val="14221A"/>
                </a:solidFill>
                <a:latin typeface="Inter"/>
                <a:ea typeface="Inter"/>
                <a:cs typeface="Inter"/>
              </a:defRPr>
            </a:pPr>
            <a:r>
              <a:rPr sz="2775" b="1">
                <a:solidFill>
                  <a:srgbClr val="14221A"/>
                </a:solidFill>
                <a:latin typeface="Inter"/>
                <a:ea typeface="Inter"/>
                <a:cs typeface="Inter"/>
              </a:rPr>
              <a:t>cell types and</a:t>
            </a:r>
          </a:p>
          <a:p xmlns:a="http://schemas.openxmlformats.org/drawingml/2006/main">
            <a:pPr>
              <a:defRPr sz="2775" b="1">
                <a:solidFill>
                  <a:srgbClr val="14221A"/>
                </a:solidFill>
                <a:latin typeface="Inter"/>
                <a:ea typeface="Inter"/>
                <a:cs typeface="Inter"/>
              </a:defRPr>
            </a:pPr>
            <a:r>
              <a:rPr sz="2775" b="1">
                <a:solidFill>
                  <a:srgbClr val="14221A"/>
                </a:solidFill>
                <a:latin typeface="Inter"/>
                <a:ea typeface="Inter"/>
                <a:cs typeface="Inter"/>
              </a:rPr>
              <a:t>explains why.</a:t>
            </a:r>
          </a:p>
        </p:txBody>
      </p:sp>
      <p:sp>
        <p:nvSpPr>
          <p:cNvPr id="6" name="text-38">
            <a:extLst xmlns:a="http://schemas.openxmlformats.org/drawingml/2006/main">
              <a:ext uri="{FF2B5EF4-FFF2-40B4-BE49-F238E27FC236}">
                <a16:creationId xmlns:a16="http://schemas.microsoft.com/office/drawing/2014/main" id="{5687A7D5-1867-4450-BF73-85B1A64B875C}"/>
              </a:ext>
            </a:extLst>
          </p:cNvPr>
          <p:cNvSpPr>
            <a:spLocks xmlns:a="http://schemas.openxmlformats.org/drawingml/2006/main" noGrp="1"/>
          </p:cNvSpPr>
          <p:nvPr/>
        </p:nvSpPr>
        <p:spPr>
          <a:xfrm xmlns:a="http://schemas.openxmlformats.org/drawingml/2006/main">
            <a:off x="552450" y="3981450"/>
            <a:ext cx="4000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657167"/>
                </a:solidFill>
                <a:latin typeface="Inter"/>
                <a:ea typeface="Inter"/>
                <a:cs typeface="Inter"/>
              </a:defRPr>
            </a:defPPr>
            <a:lvl1pPr>
              <a:defRPr sz="1875" b="0">
                <a:solidFill>
                  <a:srgbClr val="657167"/>
                </a:solidFill>
                <a:latin typeface="Inter"/>
                <a:ea typeface="Inter"/>
                <a:cs typeface="Inter"/>
              </a:defRPr>
            </a:lvl1pPr>
            <a:lvl2pPr>
              <a:defRPr sz="1875" b="0">
                <a:solidFill>
                  <a:srgbClr val="657167"/>
                </a:solidFill>
                <a:latin typeface="Inter"/>
                <a:ea typeface="Inter"/>
                <a:cs typeface="Inter"/>
              </a:defRPr>
            </a:lvl2pPr>
            <a:lvl3pPr>
              <a:defRPr sz="1875" b="0">
                <a:solidFill>
                  <a:srgbClr val="657167"/>
                </a:solidFill>
                <a:latin typeface="Inter"/>
                <a:ea typeface="Inter"/>
                <a:cs typeface="Inter"/>
              </a:defRPr>
            </a:lvl3pPr>
            <a:lvl4pPr>
              <a:defRPr sz="1875" b="0">
                <a:solidFill>
                  <a:srgbClr val="657167"/>
                </a:solidFill>
                <a:latin typeface="Inter"/>
                <a:ea typeface="Inter"/>
                <a:cs typeface="Inter"/>
              </a:defRPr>
            </a:lvl4pPr>
            <a:lvl5pPr>
              <a:defRPr sz="1875" b="0">
                <a:solidFill>
                  <a:srgbClr val="657167"/>
                </a:solidFill>
                <a:latin typeface="Inter"/>
                <a:ea typeface="Inter"/>
                <a:cs typeface="Inter"/>
              </a:defRPr>
            </a:lvl5pPr>
            <a:lvl6pPr>
              <a:defRPr sz="1875" b="0">
                <a:solidFill>
                  <a:srgbClr val="657167"/>
                </a:solidFill>
                <a:latin typeface="Inter"/>
                <a:ea typeface="Inter"/>
                <a:cs typeface="Inter"/>
              </a:defRPr>
            </a:lvl6pPr>
            <a:lvl7pPr>
              <a:defRPr sz="1875" b="0">
                <a:solidFill>
                  <a:srgbClr val="657167"/>
                </a:solidFill>
                <a:latin typeface="Inter"/>
                <a:ea typeface="Inter"/>
                <a:cs typeface="Inter"/>
              </a:defRPr>
            </a:lvl7pPr>
            <a:lvl8pPr>
              <a:defRPr sz="1875" b="0">
                <a:solidFill>
                  <a:srgbClr val="657167"/>
                </a:solidFill>
                <a:latin typeface="Inter"/>
                <a:ea typeface="Inter"/>
                <a:cs typeface="Inter"/>
              </a:defRPr>
            </a:lvl8pPr>
            <a:lvl9pPr>
              <a:defRPr sz="1875" b="0">
                <a:solidFill>
                  <a:srgbClr val="657167"/>
                </a:solidFill>
                <a:latin typeface="Inter"/>
                <a:ea typeface="Inter"/>
                <a:cs typeface="Inter"/>
              </a:defRPr>
            </a:lvl9pPr>
          </a:lstStyle>
          <a:p xmlns:a="http://schemas.openxmlformats.org/drawingml/2006/main">
            <a:pPr>
              <a:defRPr sz="1875" b="0">
                <a:solidFill>
                  <a:srgbClr val="657167"/>
                </a:solidFill>
                <a:latin typeface="Inter"/>
                <a:ea typeface="Inter"/>
                <a:cs typeface="Inter"/>
              </a:defRPr>
            </a:pPr>
            <a:r>
              <a:rPr sz="1875" b="0">
                <a:solidFill>
                  <a:srgbClr val="657167"/>
                </a:solidFill>
                <a:latin typeface="Inter"/>
                <a:ea typeface="Inter"/>
                <a:cs typeface="Inter"/>
              </a:rPr>
              <a:t>Its reply can contain the same</a:t>
            </a:r>
          </a:p>
          <a:p xmlns:a="http://schemas.openxmlformats.org/drawingml/2006/main">
            <a:pPr>
              <a:defRPr sz="1875" b="0">
                <a:solidFill>
                  <a:srgbClr val="657167"/>
                </a:solidFill>
                <a:latin typeface="Inter"/>
                <a:ea typeface="Inter"/>
                <a:cs typeface="Inter"/>
              </a:defRPr>
            </a:pPr>
            <a:r>
              <a:rPr sz="1875" b="0">
                <a:solidFill>
                  <a:srgbClr val="657167"/>
                </a:solidFill>
                <a:latin typeface="Inter"/>
                <a:ea typeface="Inter"/>
                <a:cs typeface="Inter"/>
              </a:rPr>
              <a:t>interactive map and evidence</a:t>
            </a:r>
          </a:p>
          <a:p xmlns:a="http://schemas.openxmlformats.org/drawingml/2006/main">
            <a:pPr>
              <a:defRPr sz="1875" b="0">
                <a:solidFill>
                  <a:srgbClr val="657167"/>
                </a:solidFill>
                <a:latin typeface="Inter"/>
                <a:ea typeface="Inter"/>
                <a:cs typeface="Inter"/>
              </a:defRPr>
            </a:pPr>
            <a:r>
              <a:rPr sz="1875" b="0">
                <a:solidFill>
                  <a:srgbClr val="657167"/>
                </a:solidFill>
                <a:latin typeface="Inter"/>
                <a:ea typeface="Inter"/>
                <a:cs typeface="Inter"/>
              </a:rPr>
              <a:t>cards used across Celloras.</a:t>
            </a:r>
          </a:p>
        </p:txBody>
      </p:sp>
      <p:sp>
        <p:nvSpPr>
          <p:cNvPr id="7" name="text-39">
            <a:extLst xmlns:a="http://schemas.openxmlformats.org/drawingml/2006/main">
              <a:ext uri="{FF2B5EF4-FFF2-40B4-BE49-F238E27FC236}">
                <a16:creationId xmlns:a16="http://schemas.microsoft.com/office/drawing/2014/main" id="{59A163CC-F665-40A3-B3D3-44E594530D15}"/>
              </a:ext>
            </a:extLst>
          </p:cNvPr>
          <p:cNvSpPr>
            <a:spLocks xmlns:a="http://schemas.openxmlformats.org/drawingml/2006/main" noGrp="1"/>
          </p:cNvSpPr>
          <p:nvPr/>
        </p:nvSpPr>
        <p:spPr>
          <a:xfrm xmlns:a="http://schemas.openxmlformats.org/drawingml/2006/main">
            <a:off x="552450" y="52292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1B5E20"/>
                </a:solidFill>
                <a:latin typeface="Inter"/>
                <a:ea typeface="Inter"/>
                <a:cs typeface="Inter"/>
              </a:defRPr>
            </a:defPPr>
            <a:lvl1pPr>
              <a:defRPr sz="1725" b="0">
                <a:solidFill>
                  <a:srgbClr val="1B5E20"/>
                </a:solidFill>
                <a:latin typeface="Inter"/>
                <a:ea typeface="Inter"/>
                <a:cs typeface="Inter"/>
              </a:defRPr>
            </a:lvl1pPr>
            <a:lvl2pPr>
              <a:defRPr sz="1725" b="0">
                <a:solidFill>
                  <a:srgbClr val="1B5E20"/>
                </a:solidFill>
                <a:latin typeface="Inter"/>
                <a:ea typeface="Inter"/>
                <a:cs typeface="Inter"/>
              </a:defRPr>
            </a:lvl2pPr>
            <a:lvl3pPr>
              <a:defRPr sz="1725" b="0">
                <a:solidFill>
                  <a:srgbClr val="1B5E20"/>
                </a:solidFill>
                <a:latin typeface="Inter"/>
                <a:ea typeface="Inter"/>
                <a:cs typeface="Inter"/>
              </a:defRPr>
            </a:lvl3pPr>
            <a:lvl4pPr>
              <a:defRPr sz="1725" b="0">
                <a:solidFill>
                  <a:srgbClr val="1B5E20"/>
                </a:solidFill>
                <a:latin typeface="Inter"/>
                <a:ea typeface="Inter"/>
                <a:cs typeface="Inter"/>
              </a:defRPr>
            </a:lvl4pPr>
            <a:lvl5pPr>
              <a:defRPr sz="1725" b="0">
                <a:solidFill>
                  <a:srgbClr val="1B5E20"/>
                </a:solidFill>
                <a:latin typeface="Inter"/>
                <a:ea typeface="Inter"/>
                <a:cs typeface="Inter"/>
              </a:defRPr>
            </a:lvl5pPr>
            <a:lvl6pPr>
              <a:defRPr sz="1725" b="0">
                <a:solidFill>
                  <a:srgbClr val="1B5E20"/>
                </a:solidFill>
                <a:latin typeface="Inter"/>
                <a:ea typeface="Inter"/>
                <a:cs typeface="Inter"/>
              </a:defRPr>
            </a:lvl6pPr>
            <a:lvl7pPr>
              <a:defRPr sz="1725" b="0">
                <a:solidFill>
                  <a:srgbClr val="1B5E20"/>
                </a:solidFill>
                <a:latin typeface="Inter"/>
                <a:ea typeface="Inter"/>
                <a:cs typeface="Inter"/>
              </a:defRPr>
            </a:lvl7pPr>
            <a:lvl8pPr>
              <a:defRPr sz="1725" b="0">
                <a:solidFill>
                  <a:srgbClr val="1B5E20"/>
                </a:solidFill>
                <a:latin typeface="Inter"/>
                <a:ea typeface="Inter"/>
                <a:cs typeface="Inter"/>
              </a:defRPr>
            </a:lvl8pPr>
            <a:lvl9pPr>
              <a:defRPr sz="1725" b="0">
                <a:solidFill>
                  <a:srgbClr val="1B5E20"/>
                </a:solidFill>
                <a:latin typeface="Inter"/>
                <a:ea typeface="Inter"/>
                <a:cs typeface="Inter"/>
              </a:defRPr>
            </a:lvl9pPr>
          </a:lstStyle>
          <a:p xmlns:a="http://schemas.openxmlformats.org/drawingml/2006/main">
            <a:pPr>
              <a:defRPr sz="1725" b="0">
                <a:solidFill>
                  <a:srgbClr val="1B5E20"/>
                </a:solidFill>
                <a:latin typeface="Inter"/>
                <a:ea typeface="Inter"/>
                <a:cs typeface="Inter"/>
              </a:defRPr>
            </a:pPr>
            <a:r>
              <a:rPr sz="1725" b="0">
                <a:solidFill>
                  <a:srgbClr val="1B5E20"/>
                </a:solidFill>
                <a:latin typeface="Inter"/>
                <a:ea typeface="Inter"/>
                <a:cs typeface="Inter"/>
              </a:rPr>
              <a:t>You can challenge the result,</a:t>
            </a:r>
          </a:p>
          <a:p xmlns:a="http://schemas.openxmlformats.org/drawingml/2006/main">
            <a:pPr>
              <a:defRPr sz="1725" b="0">
                <a:solidFill>
                  <a:srgbClr val="1B5E20"/>
                </a:solidFill>
                <a:latin typeface="Inter"/>
                <a:ea typeface="Inter"/>
                <a:cs typeface="Inter"/>
              </a:defRPr>
            </a:pPr>
            <a:r>
              <a:rPr sz="1725" b="0">
                <a:solidFill>
                  <a:srgbClr val="1B5E20"/>
                </a:solidFill>
                <a:latin typeface="Inter"/>
                <a:ea typeface="Inter"/>
                <a:cs typeface="Inter"/>
              </a:rPr>
              <a:t>review its sources, and save</a:t>
            </a:r>
          </a:p>
          <a:p xmlns:a="http://schemas.openxmlformats.org/drawingml/2006/main">
            <a:pPr>
              <a:defRPr sz="1725" b="0">
                <a:solidFill>
                  <a:srgbClr val="1B5E20"/>
                </a:solidFill>
                <a:latin typeface="Inter"/>
                <a:ea typeface="Inter"/>
                <a:cs typeface="Inter"/>
              </a:defRPr>
            </a:pPr>
            <a:r>
              <a:rPr sz="1725" b="0">
                <a:solidFill>
                  <a:srgbClr val="1B5E20"/>
                </a:solidFill>
                <a:latin typeface="Inter"/>
                <a:ea typeface="Inter"/>
                <a:cs typeface="Inter"/>
              </a:rPr>
              <a:t>a correction in the conversation.</a:t>
            </a:r>
          </a:p>
        </p:txBody>
      </p:sp>
      <p:pic>
        <p:nvPicPr>
          <p:cNvPr id="8" name="">
            <a:extLst xmlns:a="http://schemas.openxmlformats.org/drawingml/2006/main">
              <a:ext uri="{FF2B5EF4-FFF2-40B4-BE49-F238E27FC236}">
                <a16:creationId xmlns:a16="http://schemas.microsoft.com/office/drawing/2014/main" id="{C3C2FD6D-CB17-4384-8BE8-B8D97E6760A7}"/>
              </a:ext>
            </a:extLst>
          </p:cNvPr>
          <p:cNvPicPr>
            <a:picLocks xmlns:a="http://schemas.openxmlformats.org/drawingml/2006/main" noChangeAspect="1"/>
          </p:cNvPicPr>
          <p:nvPr/>
        </p:nvPicPr>
        <p:blipFill>
          <a:blip xmlns:r="http://schemas.openxmlformats.org/officeDocument/2006/relationships" xmlns:a="http://schemas.openxmlformats.org/drawingml/2006/main" r:embed="R04c0798af9fa42f0"/>
          <a:srcRect xmlns:a="http://schemas.openxmlformats.org/drawingml/2006/main" l="0" t="0" r="0" b="14500"/>
          <a:stretch xmlns:a="http://schemas.openxmlformats.org/drawingml/2006/main"/>
        </p:blipFill>
        <p:spPr>
          <a:xfrm xmlns:a="http://schemas.openxmlformats.org/drawingml/2006/main">
            <a:off x="7077075" y="1714500"/>
            <a:ext cx="3609975" cy="4572000"/>
          </a:xfrm>
          <a:prstGeom xmlns:a="http://schemas.openxmlformats.org/drawingml/2006/main" prst="rect">
            <a:avLst/>
          </a:prstGeom>
        </p:spPr>
      </p:pic>
    </p:spTree>
    <p:extLst>
      <p:ext uri="{BB962C8B-B14F-4D97-AF65-F5344CB8AC3E}">
        <p14:creationId xmlns:p14="http://schemas.microsoft.com/office/powerpoint/2010/main" val="34965304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text-40">
            <a:extLst xmlns:a="http://schemas.openxmlformats.org/drawingml/2006/main">
              <a:ext uri="{FF2B5EF4-FFF2-40B4-BE49-F238E27FC236}">
                <a16:creationId xmlns:a16="http://schemas.microsoft.com/office/drawing/2014/main" id="{CD01C0A3-6E29-48F2-ACAB-54335BD6400C}"/>
              </a:ext>
            </a:extLst>
          </p:cNvPr>
          <p:cNvSpPr>
            <a:spLocks xmlns:a="http://schemas.openxmlformats.org/drawingml/2006/main" noGrp="1"/>
          </p:cNvSpPr>
          <p:nvPr/>
        </p:nvSpPr>
        <p:spPr>
          <a:xfrm xmlns:a="http://schemas.openxmlformats.org/drawingml/2006/main">
            <a:off x="533400" y="285750"/>
            <a:ext cx="11125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1B5E20"/>
                </a:solidFill>
                <a:latin typeface="Inter"/>
                <a:ea typeface="Inter"/>
                <a:cs typeface="Inter"/>
              </a:defRPr>
            </a:defPPr>
            <a:lvl1pPr>
              <a:defRPr sz="1275" b="1">
                <a:solidFill>
                  <a:srgbClr val="1B5E20"/>
                </a:solidFill>
                <a:latin typeface="Inter"/>
                <a:ea typeface="Inter"/>
                <a:cs typeface="Inter"/>
              </a:defRPr>
            </a:lvl1pPr>
            <a:lvl2pPr>
              <a:defRPr sz="1275" b="1">
                <a:solidFill>
                  <a:srgbClr val="1B5E20"/>
                </a:solidFill>
                <a:latin typeface="Inter"/>
                <a:ea typeface="Inter"/>
                <a:cs typeface="Inter"/>
              </a:defRPr>
            </a:lvl2pPr>
            <a:lvl3pPr>
              <a:defRPr sz="1275" b="1">
                <a:solidFill>
                  <a:srgbClr val="1B5E20"/>
                </a:solidFill>
                <a:latin typeface="Inter"/>
                <a:ea typeface="Inter"/>
                <a:cs typeface="Inter"/>
              </a:defRPr>
            </a:lvl3pPr>
            <a:lvl4pPr>
              <a:defRPr sz="1275" b="1">
                <a:solidFill>
                  <a:srgbClr val="1B5E20"/>
                </a:solidFill>
                <a:latin typeface="Inter"/>
                <a:ea typeface="Inter"/>
                <a:cs typeface="Inter"/>
              </a:defRPr>
            </a:lvl4pPr>
            <a:lvl5pPr>
              <a:defRPr sz="1275" b="1">
                <a:solidFill>
                  <a:srgbClr val="1B5E20"/>
                </a:solidFill>
                <a:latin typeface="Inter"/>
                <a:ea typeface="Inter"/>
                <a:cs typeface="Inter"/>
              </a:defRPr>
            </a:lvl5pPr>
            <a:lvl6pPr>
              <a:defRPr sz="1275" b="1">
                <a:solidFill>
                  <a:srgbClr val="1B5E20"/>
                </a:solidFill>
                <a:latin typeface="Inter"/>
                <a:ea typeface="Inter"/>
                <a:cs typeface="Inter"/>
              </a:defRPr>
            </a:lvl6pPr>
            <a:lvl7pPr>
              <a:defRPr sz="1275" b="1">
                <a:solidFill>
                  <a:srgbClr val="1B5E20"/>
                </a:solidFill>
                <a:latin typeface="Inter"/>
                <a:ea typeface="Inter"/>
                <a:cs typeface="Inter"/>
              </a:defRPr>
            </a:lvl7pPr>
            <a:lvl8pPr>
              <a:defRPr sz="1275" b="1">
                <a:solidFill>
                  <a:srgbClr val="1B5E20"/>
                </a:solidFill>
                <a:latin typeface="Inter"/>
                <a:ea typeface="Inter"/>
                <a:cs typeface="Inter"/>
              </a:defRPr>
            </a:lvl8pPr>
            <a:lvl9pPr>
              <a:defRPr sz="1275" b="1">
                <a:solidFill>
                  <a:srgbClr val="1B5E20"/>
                </a:solidFill>
                <a:latin typeface="Inter"/>
                <a:ea typeface="Inter"/>
                <a:cs typeface="Inter"/>
              </a:defRPr>
            </a:lvl9pPr>
          </a:lstStyle>
          <a:p xmlns:a="http://schemas.openxmlformats.org/drawingml/2006/main">
            <a:pPr>
              <a:defRPr sz="1275" b="1">
                <a:solidFill>
                  <a:srgbClr val="1B5E20"/>
                </a:solidFill>
                <a:latin typeface="Inter"/>
                <a:ea typeface="Inter"/>
                <a:cs typeface="Inter"/>
              </a:defRPr>
            </a:pPr>
            <a:r>
              <a:rPr sz="1275" b="1">
                <a:solidFill>
                  <a:srgbClr val="1B5E20"/>
                </a:solidFill>
                <a:latin typeface="Inter"/>
                <a:ea typeface="Inter"/>
                <a:cs typeface="Inter"/>
              </a:rPr>
              <a:t>03 / DATA SOURCES</a:t>
            </a:r>
          </a:p>
        </p:txBody>
      </p:sp>
      <p:sp>
        <p:nvSpPr>
          <p:cNvPr id="2" name="text-41">
            <a:extLst xmlns:a="http://schemas.openxmlformats.org/drawingml/2006/main">
              <a:ext uri="{FF2B5EF4-FFF2-40B4-BE49-F238E27FC236}">
                <a16:creationId xmlns:a16="http://schemas.microsoft.com/office/drawing/2014/main" id="{4BB832F8-4956-4FD0-8285-0362D22A51DC}"/>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4221A"/>
                </a:solidFill>
                <a:latin typeface="Inter"/>
                <a:ea typeface="Inter"/>
                <a:cs typeface="Inter"/>
              </a:defRPr>
            </a:defPPr>
            <a:lvl1pPr>
              <a:defRPr sz="3225" b="1">
                <a:solidFill>
                  <a:srgbClr val="14221A"/>
                </a:solidFill>
                <a:latin typeface="Inter"/>
                <a:ea typeface="Inter"/>
                <a:cs typeface="Inter"/>
              </a:defRPr>
            </a:lvl1pPr>
            <a:lvl2pPr>
              <a:defRPr sz="3225" b="1">
                <a:solidFill>
                  <a:srgbClr val="14221A"/>
                </a:solidFill>
                <a:latin typeface="Inter"/>
                <a:ea typeface="Inter"/>
                <a:cs typeface="Inter"/>
              </a:defRPr>
            </a:lvl2pPr>
            <a:lvl3pPr>
              <a:defRPr sz="3225" b="1">
                <a:solidFill>
                  <a:srgbClr val="14221A"/>
                </a:solidFill>
                <a:latin typeface="Inter"/>
                <a:ea typeface="Inter"/>
                <a:cs typeface="Inter"/>
              </a:defRPr>
            </a:lvl3pPr>
            <a:lvl4pPr>
              <a:defRPr sz="3225" b="1">
                <a:solidFill>
                  <a:srgbClr val="14221A"/>
                </a:solidFill>
                <a:latin typeface="Inter"/>
                <a:ea typeface="Inter"/>
                <a:cs typeface="Inter"/>
              </a:defRPr>
            </a:lvl4pPr>
            <a:lvl5pPr>
              <a:defRPr sz="3225" b="1">
                <a:solidFill>
                  <a:srgbClr val="14221A"/>
                </a:solidFill>
                <a:latin typeface="Inter"/>
                <a:ea typeface="Inter"/>
                <a:cs typeface="Inter"/>
              </a:defRPr>
            </a:lvl5pPr>
            <a:lvl6pPr>
              <a:defRPr sz="3225" b="1">
                <a:solidFill>
                  <a:srgbClr val="14221A"/>
                </a:solidFill>
                <a:latin typeface="Inter"/>
                <a:ea typeface="Inter"/>
                <a:cs typeface="Inter"/>
              </a:defRPr>
            </a:lvl6pPr>
            <a:lvl7pPr>
              <a:defRPr sz="3225" b="1">
                <a:solidFill>
                  <a:srgbClr val="14221A"/>
                </a:solidFill>
                <a:latin typeface="Inter"/>
                <a:ea typeface="Inter"/>
                <a:cs typeface="Inter"/>
              </a:defRPr>
            </a:lvl7pPr>
            <a:lvl8pPr>
              <a:defRPr sz="3225" b="1">
                <a:solidFill>
                  <a:srgbClr val="14221A"/>
                </a:solidFill>
                <a:latin typeface="Inter"/>
                <a:ea typeface="Inter"/>
                <a:cs typeface="Inter"/>
              </a:defRPr>
            </a:lvl8pPr>
            <a:lvl9pPr>
              <a:defRPr sz="3225" b="1">
                <a:solidFill>
                  <a:srgbClr val="14221A"/>
                </a:solidFill>
                <a:latin typeface="Inter"/>
                <a:ea typeface="Inter"/>
                <a:cs typeface="Inter"/>
              </a:defRPr>
            </a:lvl9pPr>
          </a:lstStyle>
          <a:p xmlns:a="http://schemas.openxmlformats.org/drawingml/2006/main">
            <a:pPr>
              <a:defRPr sz="3225" b="1">
                <a:solidFill>
                  <a:srgbClr val="14221A"/>
                </a:solidFill>
                <a:latin typeface="Inter"/>
                <a:ea typeface="Inter"/>
                <a:cs typeface="Inter"/>
              </a:defRPr>
            </a:pPr>
            <a:r>
              <a:rPr sz="3225" b="1">
                <a:solidFill>
                  <a:srgbClr val="14221A"/>
                </a:solidFill>
                <a:latin typeface="Inter"/>
                <a:ea typeface="Inter"/>
                <a:cs typeface="Inter"/>
              </a:rPr>
              <a:t>Each source answers a different part of the question.</a:t>
            </a:r>
          </a:p>
        </p:txBody>
      </p:sp>
      <p:sp>
        <p:nvSpPr>
          <p:cNvPr id="3" name="text-42">
            <a:extLst xmlns:a="http://schemas.openxmlformats.org/drawingml/2006/main">
              <a:ext uri="{FF2B5EF4-FFF2-40B4-BE49-F238E27FC236}">
                <a16:creationId xmlns:a16="http://schemas.microsoft.com/office/drawing/2014/main" id="{231BD3DF-397E-4FF8-B146-89CE8ED0D164}"/>
              </a:ext>
            </a:extLst>
          </p:cNvPr>
          <p:cNvSpPr>
            <a:spLocks xmlns:a="http://schemas.openxmlformats.org/drawingml/2006/main" noGrp="1"/>
          </p:cNvSpPr>
          <p:nvPr/>
        </p:nvSpPr>
        <p:spPr>
          <a:xfrm xmlns:a="http://schemas.openxmlformats.org/drawingml/2006/main">
            <a:off x="552450" y="6496050"/>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657167"/>
                </a:solidFill>
                <a:latin typeface="Inter"/>
                <a:ea typeface="Inter"/>
                <a:cs typeface="Inter"/>
              </a:defRPr>
            </a:defPPr>
            <a:lvl1pPr>
              <a:defRPr sz="1050" b="0">
                <a:solidFill>
                  <a:srgbClr val="657167"/>
                </a:solidFill>
                <a:latin typeface="Inter"/>
                <a:ea typeface="Inter"/>
                <a:cs typeface="Inter"/>
              </a:defRPr>
            </a:lvl1pPr>
            <a:lvl2pPr>
              <a:defRPr sz="1050" b="0">
                <a:solidFill>
                  <a:srgbClr val="657167"/>
                </a:solidFill>
                <a:latin typeface="Inter"/>
                <a:ea typeface="Inter"/>
                <a:cs typeface="Inter"/>
              </a:defRPr>
            </a:lvl2pPr>
            <a:lvl3pPr>
              <a:defRPr sz="1050" b="0">
                <a:solidFill>
                  <a:srgbClr val="657167"/>
                </a:solidFill>
                <a:latin typeface="Inter"/>
                <a:ea typeface="Inter"/>
                <a:cs typeface="Inter"/>
              </a:defRPr>
            </a:lvl3pPr>
            <a:lvl4pPr>
              <a:defRPr sz="1050" b="0">
                <a:solidFill>
                  <a:srgbClr val="657167"/>
                </a:solidFill>
                <a:latin typeface="Inter"/>
                <a:ea typeface="Inter"/>
                <a:cs typeface="Inter"/>
              </a:defRPr>
            </a:lvl4pPr>
            <a:lvl5pPr>
              <a:defRPr sz="1050" b="0">
                <a:solidFill>
                  <a:srgbClr val="657167"/>
                </a:solidFill>
                <a:latin typeface="Inter"/>
                <a:ea typeface="Inter"/>
                <a:cs typeface="Inter"/>
              </a:defRPr>
            </a:lvl5pPr>
            <a:lvl6pPr>
              <a:defRPr sz="1050" b="0">
                <a:solidFill>
                  <a:srgbClr val="657167"/>
                </a:solidFill>
                <a:latin typeface="Inter"/>
                <a:ea typeface="Inter"/>
                <a:cs typeface="Inter"/>
              </a:defRPr>
            </a:lvl6pPr>
            <a:lvl7pPr>
              <a:defRPr sz="1050" b="0">
                <a:solidFill>
                  <a:srgbClr val="657167"/>
                </a:solidFill>
                <a:latin typeface="Inter"/>
                <a:ea typeface="Inter"/>
                <a:cs typeface="Inter"/>
              </a:defRPr>
            </a:lvl7pPr>
            <a:lvl8pPr>
              <a:defRPr sz="1050" b="0">
                <a:solidFill>
                  <a:srgbClr val="657167"/>
                </a:solidFill>
                <a:latin typeface="Inter"/>
                <a:ea typeface="Inter"/>
                <a:cs typeface="Inter"/>
              </a:defRPr>
            </a:lvl8pPr>
            <a:lvl9pPr>
              <a:defRPr sz="1050" b="0">
                <a:solidFill>
                  <a:srgbClr val="657167"/>
                </a:solidFill>
                <a:latin typeface="Inter"/>
                <a:ea typeface="Inter"/>
                <a:cs typeface="Inter"/>
              </a:defRPr>
            </a:lvl9pPr>
          </a:lstStyle>
          <a:p xmlns:a="http://schemas.openxmlformats.org/drawingml/2006/main">
            <a:pPr>
              <a:defRPr sz="1050" b="0">
                <a:solidFill>
                  <a:srgbClr val="657167"/>
                </a:solidFill>
                <a:latin typeface="Inter"/>
                <a:ea typeface="Inter"/>
                <a:cs typeface="Inter"/>
              </a:defRPr>
            </a:pPr>
            <a:r>
              <a:rPr sz="1050" b="0">
                <a:solidFill>
                  <a:srgbClr val="657167"/>
                </a:solidFill>
                <a:latin typeface="Inter"/>
                <a:ea typeface="Inter"/>
                <a:cs typeface="Inter"/>
              </a:rPr>
              <a:t>CELLORAS / TECHNICAL COMPANION</a:t>
            </a:r>
          </a:p>
        </p:txBody>
      </p:sp>
      <p:sp>
        <p:nvSpPr>
          <p:cNvPr id="4" name="text-43">
            <a:extLst xmlns:a="http://schemas.openxmlformats.org/drawingml/2006/main">
              <a:ext uri="{FF2B5EF4-FFF2-40B4-BE49-F238E27FC236}">
                <a16:creationId xmlns:a16="http://schemas.microsoft.com/office/drawing/2014/main" id="{6FB6F1B1-778A-46BB-9450-9342C0D37A32}"/>
              </a:ext>
            </a:extLst>
          </p:cNvPr>
          <p:cNvSpPr>
            <a:spLocks xmlns:a="http://schemas.openxmlformats.org/drawingml/2006/main" noGrp="1"/>
          </p:cNvSpPr>
          <p:nvPr/>
        </p:nvSpPr>
        <p:spPr>
          <a:xfrm xmlns:a="http://schemas.openxmlformats.org/drawingml/2006/main">
            <a:off x="11239500" y="6467475"/>
            <a:ext cx="419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1B5E20"/>
                </a:solidFill>
                <a:latin typeface="Inter"/>
                <a:ea typeface="Inter"/>
                <a:cs typeface="Inter"/>
              </a:defRPr>
            </a:defPPr>
            <a:lvl1pPr>
              <a:defRPr sz="1275" b="1">
                <a:solidFill>
                  <a:srgbClr val="1B5E20"/>
                </a:solidFill>
                <a:latin typeface="Inter"/>
                <a:ea typeface="Inter"/>
                <a:cs typeface="Inter"/>
              </a:defRPr>
            </a:lvl1pPr>
            <a:lvl2pPr>
              <a:defRPr sz="1275" b="1">
                <a:solidFill>
                  <a:srgbClr val="1B5E20"/>
                </a:solidFill>
                <a:latin typeface="Inter"/>
                <a:ea typeface="Inter"/>
                <a:cs typeface="Inter"/>
              </a:defRPr>
            </a:lvl2pPr>
            <a:lvl3pPr>
              <a:defRPr sz="1275" b="1">
                <a:solidFill>
                  <a:srgbClr val="1B5E20"/>
                </a:solidFill>
                <a:latin typeface="Inter"/>
                <a:ea typeface="Inter"/>
                <a:cs typeface="Inter"/>
              </a:defRPr>
            </a:lvl3pPr>
            <a:lvl4pPr>
              <a:defRPr sz="1275" b="1">
                <a:solidFill>
                  <a:srgbClr val="1B5E20"/>
                </a:solidFill>
                <a:latin typeface="Inter"/>
                <a:ea typeface="Inter"/>
                <a:cs typeface="Inter"/>
              </a:defRPr>
            </a:lvl4pPr>
            <a:lvl5pPr>
              <a:defRPr sz="1275" b="1">
                <a:solidFill>
                  <a:srgbClr val="1B5E20"/>
                </a:solidFill>
                <a:latin typeface="Inter"/>
                <a:ea typeface="Inter"/>
                <a:cs typeface="Inter"/>
              </a:defRPr>
            </a:lvl5pPr>
            <a:lvl6pPr>
              <a:defRPr sz="1275" b="1">
                <a:solidFill>
                  <a:srgbClr val="1B5E20"/>
                </a:solidFill>
                <a:latin typeface="Inter"/>
                <a:ea typeface="Inter"/>
                <a:cs typeface="Inter"/>
              </a:defRPr>
            </a:lvl6pPr>
            <a:lvl7pPr>
              <a:defRPr sz="1275" b="1">
                <a:solidFill>
                  <a:srgbClr val="1B5E20"/>
                </a:solidFill>
                <a:latin typeface="Inter"/>
                <a:ea typeface="Inter"/>
                <a:cs typeface="Inter"/>
              </a:defRPr>
            </a:lvl7pPr>
            <a:lvl8pPr>
              <a:defRPr sz="1275" b="1">
                <a:solidFill>
                  <a:srgbClr val="1B5E20"/>
                </a:solidFill>
                <a:latin typeface="Inter"/>
                <a:ea typeface="Inter"/>
                <a:cs typeface="Inter"/>
              </a:defRPr>
            </a:lvl8pPr>
            <a:lvl9pPr>
              <a:defRPr sz="1275" b="1">
                <a:solidFill>
                  <a:srgbClr val="1B5E20"/>
                </a:solidFill>
                <a:latin typeface="Inter"/>
                <a:ea typeface="Inter"/>
                <a:cs typeface="Inter"/>
              </a:defRPr>
            </a:lvl9pPr>
          </a:lstStyle>
          <a:p xmlns:a="http://schemas.openxmlformats.org/drawingml/2006/main">
            <a:pPr>
              <a:defRPr sz="1275" b="1">
                <a:solidFill>
                  <a:srgbClr val="1B5E20"/>
                </a:solidFill>
                <a:latin typeface="Inter"/>
                <a:ea typeface="Inter"/>
                <a:cs typeface="Inter"/>
              </a:defRPr>
            </a:pPr>
            <a:r>
              <a:rPr sz="1275" b="1">
                <a:solidFill>
                  <a:srgbClr val="1B5E20"/>
                </a:solidFill>
                <a:latin typeface="Inter"/>
                <a:ea typeface="Inter"/>
                <a:cs typeface="Inter"/>
              </a:rPr>
              <a:t>03</a:t>
            </a:r>
          </a:p>
        </p:txBody>
      </p:sp>
      <p:sp>
        <p:nvSpPr>
          <p:cNvPr id="5" name="box-44">
            <a:extLst xmlns:a="http://schemas.openxmlformats.org/drawingml/2006/main">
              <a:ext uri="{FF2B5EF4-FFF2-40B4-BE49-F238E27FC236}">
                <a16:creationId xmlns:a16="http://schemas.microsoft.com/office/drawing/2014/main" id="{5D62DE26-F2C8-4A40-8556-E60F7EB3ED94}"/>
              </a:ext>
            </a:extLst>
          </p:cNvPr>
          <p:cNvSpPr>
            <a:spLocks xmlns:a="http://schemas.openxmlformats.org/drawingml/2006/main" noGrp="1"/>
          </p:cNvSpPr>
          <p:nvPr/>
        </p:nvSpPr>
        <p:spPr>
          <a:xfrm xmlns:a="http://schemas.openxmlformats.org/drawingml/2006/main">
            <a:off x="552450" y="2066925"/>
            <a:ext cx="5638800" cy="1028700"/>
          </a:xfrm>
          <a:prstGeom xmlns:a="http://schemas.openxmlformats.org/drawingml/2006/main" prst="rect">
            <a:avLst/>
          </a:prstGeom>
          <a:solidFill xmlns:a="http://schemas.openxmlformats.org/drawingml/2006/main">
            <a:srgbClr val="F0F5ED"/>
          </a:solidFill>
          <a:ln xmlns:a="http://schemas.openxmlformats.org/drawingml/2006/main" w="0">
            <a:noFill/>
          </a:ln>
        </p:spPr>
      </p:sp>
      <p:sp>
        <p:nvSpPr>
          <p:cNvPr id="6" name="text-45">
            <a:extLst xmlns:a="http://schemas.openxmlformats.org/drawingml/2006/main">
              <a:ext uri="{FF2B5EF4-FFF2-40B4-BE49-F238E27FC236}">
                <a16:creationId xmlns:a16="http://schemas.microsoft.com/office/drawing/2014/main" id="{39D6E3BD-1B99-42A8-9CB9-AB6E1F0807C2}"/>
              </a:ext>
            </a:extLst>
          </p:cNvPr>
          <p:cNvSpPr>
            <a:spLocks xmlns:a="http://schemas.openxmlformats.org/drawingml/2006/main" noGrp="1"/>
          </p:cNvSpPr>
          <p:nvPr/>
        </p:nvSpPr>
        <p:spPr>
          <a:xfrm xmlns:a="http://schemas.openxmlformats.org/drawingml/2006/main">
            <a:off x="733425" y="2181225"/>
            <a:ext cx="5276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1">
                <a:solidFill>
                  <a:srgbClr val="1B5E20"/>
                </a:solidFill>
                <a:latin typeface="Inter"/>
                <a:ea typeface="Inter"/>
                <a:cs typeface="Inter"/>
              </a:defRPr>
            </a:defPPr>
            <a:lvl1pPr>
              <a:defRPr sz="1200" b="1">
                <a:solidFill>
                  <a:srgbClr val="1B5E20"/>
                </a:solidFill>
                <a:latin typeface="Inter"/>
                <a:ea typeface="Inter"/>
                <a:cs typeface="Inter"/>
              </a:defRPr>
            </a:lvl1pPr>
            <a:lvl2pPr>
              <a:defRPr sz="1200" b="1">
                <a:solidFill>
                  <a:srgbClr val="1B5E20"/>
                </a:solidFill>
                <a:latin typeface="Inter"/>
                <a:ea typeface="Inter"/>
                <a:cs typeface="Inter"/>
              </a:defRPr>
            </a:lvl2pPr>
            <a:lvl3pPr>
              <a:defRPr sz="1200" b="1">
                <a:solidFill>
                  <a:srgbClr val="1B5E20"/>
                </a:solidFill>
                <a:latin typeface="Inter"/>
                <a:ea typeface="Inter"/>
                <a:cs typeface="Inter"/>
              </a:defRPr>
            </a:lvl3pPr>
            <a:lvl4pPr>
              <a:defRPr sz="1200" b="1">
                <a:solidFill>
                  <a:srgbClr val="1B5E20"/>
                </a:solidFill>
                <a:latin typeface="Inter"/>
                <a:ea typeface="Inter"/>
                <a:cs typeface="Inter"/>
              </a:defRPr>
            </a:lvl4pPr>
            <a:lvl5pPr>
              <a:defRPr sz="1200" b="1">
                <a:solidFill>
                  <a:srgbClr val="1B5E20"/>
                </a:solidFill>
                <a:latin typeface="Inter"/>
                <a:ea typeface="Inter"/>
                <a:cs typeface="Inter"/>
              </a:defRPr>
            </a:lvl5pPr>
            <a:lvl6pPr>
              <a:defRPr sz="1200" b="1">
                <a:solidFill>
                  <a:srgbClr val="1B5E20"/>
                </a:solidFill>
                <a:latin typeface="Inter"/>
                <a:ea typeface="Inter"/>
                <a:cs typeface="Inter"/>
              </a:defRPr>
            </a:lvl6pPr>
            <a:lvl7pPr>
              <a:defRPr sz="1200" b="1">
                <a:solidFill>
                  <a:srgbClr val="1B5E20"/>
                </a:solidFill>
                <a:latin typeface="Inter"/>
                <a:ea typeface="Inter"/>
                <a:cs typeface="Inter"/>
              </a:defRPr>
            </a:lvl7pPr>
            <a:lvl8pPr>
              <a:defRPr sz="1200" b="1">
                <a:solidFill>
                  <a:srgbClr val="1B5E20"/>
                </a:solidFill>
                <a:latin typeface="Inter"/>
                <a:ea typeface="Inter"/>
                <a:cs typeface="Inter"/>
              </a:defRPr>
            </a:lvl8pPr>
            <a:lvl9pPr>
              <a:defRPr sz="1200" b="1">
                <a:solidFill>
                  <a:srgbClr val="1B5E20"/>
                </a:solidFill>
                <a:latin typeface="Inter"/>
                <a:ea typeface="Inter"/>
                <a:cs typeface="Inter"/>
              </a:defRPr>
            </a:lvl9pPr>
          </a:lstStyle>
          <a:p xmlns:a="http://schemas.openxmlformats.org/drawingml/2006/main">
            <a:pPr>
              <a:defRPr sz="1200" b="1">
                <a:solidFill>
                  <a:srgbClr val="1B5E20"/>
                </a:solidFill>
                <a:latin typeface="Inter"/>
                <a:ea typeface="Inter"/>
                <a:cs typeface="Inter"/>
              </a:defRPr>
            </a:pPr>
            <a:r>
              <a:rPr sz="1200" b="1">
                <a:solidFill>
                  <a:srgbClr val="1B5E20"/>
                </a:solidFill>
                <a:latin typeface="Inter"/>
                <a:ea typeface="Inter"/>
                <a:cs typeface="Inter"/>
              </a:rPr>
              <a:t>MEASURED CELLS</a:t>
            </a:r>
          </a:p>
        </p:txBody>
      </p:sp>
      <p:sp>
        <p:nvSpPr>
          <p:cNvPr id="7" name="text-46">
            <a:extLst xmlns:a="http://schemas.openxmlformats.org/drawingml/2006/main">
              <a:ext uri="{FF2B5EF4-FFF2-40B4-BE49-F238E27FC236}">
                <a16:creationId xmlns:a16="http://schemas.microsoft.com/office/drawing/2014/main" id="{82DFAD5B-C070-4AE7-9152-DEF29373A766}"/>
              </a:ext>
            </a:extLst>
          </p:cNvPr>
          <p:cNvSpPr>
            <a:spLocks xmlns:a="http://schemas.openxmlformats.org/drawingml/2006/main" noGrp="1"/>
          </p:cNvSpPr>
          <p:nvPr/>
        </p:nvSpPr>
        <p:spPr>
          <a:xfrm xmlns:a="http://schemas.openxmlformats.org/drawingml/2006/main">
            <a:off x="733425" y="2457450"/>
            <a:ext cx="5276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14221A"/>
                </a:solidFill>
                <a:latin typeface="Inter"/>
                <a:ea typeface="Inter"/>
                <a:cs typeface="Inter"/>
              </a:defRPr>
            </a:defPPr>
            <a:lvl1pPr>
              <a:defRPr sz="1950" b="1">
                <a:solidFill>
                  <a:srgbClr val="14221A"/>
                </a:solidFill>
                <a:latin typeface="Inter"/>
                <a:ea typeface="Inter"/>
                <a:cs typeface="Inter"/>
              </a:defRPr>
            </a:lvl1pPr>
            <a:lvl2pPr>
              <a:defRPr sz="1950" b="1">
                <a:solidFill>
                  <a:srgbClr val="14221A"/>
                </a:solidFill>
                <a:latin typeface="Inter"/>
                <a:ea typeface="Inter"/>
                <a:cs typeface="Inter"/>
              </a:defRPr>
            </a:lvl2pPr>
            <a:lvl3pPr>
              <a:defRPr sz="1950" b="1">
                <a:solidFill>
                  <a:srgbClr val="14221A"/>
                </a:solidFill>
                <a:latin typeface="Inter"/>
                <a:ea typeface="Inter"/>
                <a:cs typeface="Inter"/>
              </a:defRPr>
            </a:lvl3pPr>
            <a:lvl4pPr>
              <a:defRPr sz="1950" b="1">
                <a:solidFill>
                  <a:srgbClr val="14221A"/>
                </a:solidFill>
                <a:latin typeface="Inter"/>
                <a:ea typeface="Inter"/>
                <a:cs typeface="Inter"/>
              </a:defRPr>
            </a:lvl4pPr>
            <a:lvl5pPr>
              <a:defRPr sz="1950" b="1">
                <a:solidFill>
                  <a:srgbClr val="14221A"/>
                </a:solidFill>
                <a:latin typeface="Inter"/>
                <a:ea typeface="Inter"/>
                <a:cs typeface="Inter"/>
              </a:defRPr>
            </a:lvl5pPr>
            <a:lvl6pPr>
              <a:defRPr sz="1950" b="1">
                <a:solidFill>
                  <a:srgbClr val="14221A"/>
                </a:solidFill>
                <a:latin typeface="Inter"/>
                <a:ea typeface="Inter"/>
                <a:cs typeface="Inter"/>
              </a:defRPr>
            </a:lvl6pPr>
            <a:lvl7pPr>
              <a:defRPr sz="1950" b="1">
                <a:solidFill>
                  <a:srgbClr val="14221A"/>
                </a:solidFill>
                <a:latin typeface="Inter"/>
                <a:ea typeface="Inter"/>
                <a:cs typeface="Inter"/>
              </a:defRPr>
            </a:lvl7pPr>
            <a:lvl8pPr>
              <a:defRPr sz="1950" b="1">
                <a:solidFill>
                  <a:srgbClr val="14221A"/>
                </a:solidFill>
                <a:latin typeface="Inter"/>
                <a:ea typeface="Inter"/>
                <a:cs typeface="Inter"/>
              </a:defRPr>
            </a:lvl8pPr>
            <a:lvl9pPr>
              <a:defRPr sz="1950" b="1">
                <a:solidFill>
                  <a:srgbClr val="14221A"/>
                </a:solidFill>
                <a:latin typeface="Inter"/>
                <a:ea typeface="Inter"/>
                <a:cs typeface="Inter"/>
              </a:defRPr>
            </a:lvl9pPr>
          </a:lstStyle>
          <a:p xmlns:a="http://schemas.openxmlformats.org/drawingml/2006/main">
            <a:pPr>
              <a:defRPr sz="1950" b="1">
                <a:solidFill>
                  <a:srgbClr val="14221A"/>
                </a:solidFill>
                <a:latin typeface="Inter"/>
                <a:ea typeface="Inter"/>
                <a:cs typeface="Inter"/>
              </a:defRPr>
            </a:pPr>
            <a:r>
              <a:rPr sz="1950" b="1">
                <a:solidFill>
                  <a:srgbClr val="14221A"/>
                </a:solidFill>
                <a:latin typeface="Inter"/>
                <a:ea typeface="Inter"/>
                <a:cs typeface="Inter"/>
              </a:rPr>
              <a:t>Your H5AD / published root demo</a:t>
            </a:r>
          </a:p>
        </p:txBody>
      </p:sp>
      <p:sp>
        <p:nvSpPr>
          <p:cNvPr id="8" name="text-47">
            <a:extLst xmlns:a="http://schemas.openxmlformats.org/drawingml/2006/main">
              <a:ext uri="{FF2B5EF4-FFF2-40B4-BE49-F238E27FC236}">
                <a16:creationId xmlns:a16="http://schemas.microsoft.com/office/drawing/2014/main" id="{AF578F5F-45AE-48E6-8E34-C3C28BC59A3F}"/>
              </a:ext>
            </a:extLst>
          </p:cNvPr>
          <p:cNvSpPr>
            <a:spLocks xmlns:a="http://schemas.openxmlformats.org/drawingml/2006/main" noGrp="1"/>
          </p:cNvSpPr>
          <p:nvPr/>
        </p:nvSpPr>
        <p:spPr>
          <a:xfrm xmlns:a="http://schemas.openxmlformats.org/drawingml/2006/main">
            <a:off x="733425" y="2819400"/>
            <a:ext cx="527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657167"/>
                </a:solidFill>
                <a:latin typeface="Inter"/>
                <a:ea typeface="Inter"/>
                <a:cs typeface="Inter"/>
              </a:defRPr>
            </a:defPPr>
            <a:lvl1pPr>
              <a:defRPr sz="1350" b="0">
                <a:solidFill>
                  <a:srgbClr val="657167"/>
                </a:solidFill>
                <a:latin typeface="Inter"/>
                <a:ea typeface="Inter"/>
                <a:cs typeface="Inter"/>
              </a:defRPr>
            </a:lvl1pPr>
            <a:lvl2pPr>
              <a:defRPr sz="1350" b="0">
                <a:solidFill>
                  <a:srgbClr val="657167"/>
                </a:solidFill>
                <a:latin typeface="Inter"/>
                <a:ea typeface="Inter"/>
                <a:cs typeface="Inter"/>
              </a:defRPr>
            </a:lvl2pPr>
            <a:lvl3pPr>
              <a:defRPr sz="1350" b="0">
                <a:solidFill>
                  <a:srgbClr val="657167"/>
                </a:solidFill>
                <a:latin typeface="Inter"/>
                <a:ea typeface="Inter"/>
                <a:cs typeface="Inter"/>
              </a:defRPr>
            </a:lvl3pPr>
            <a:lvl4pPr>
              <a:defRPr sz="1350" b="0">
                <a:solidFill>
                  <a:srgbClr val="657167"/>
                </a:solidFill>
                <a:latin typeface="Inter"/>
                <a:ea typeface="Inter"/>
                <a:cs typeface="Inter"/>
              </a:defRPr>
            </a:lvl4pPr>
            <a:lvl5pPr>
              <a:defRPr sz="1350" b="0">
                <a:solidFill>
                  <a:srgbClr val="657167"/>
                </a:solidFill>
                <a:latin typeface="Inter"/>
                <a:ea typeface="Inter"/>
                <a:cs typeface="Inter"/>
              </a:defRPr>
            </a:lvl5pPr>
            <a:lvl6pPr>
              <a:defRPr sz="1350" b="0">
                <a:solidFill>
                  <a:srgbClr val="657167"/>
                </a:solidFill>
                <a:latin typeface="Inter"/>
                <a:ea typeface="Inter"/>
                <a:cs typeface="Inter"/>
              </a:defRPr>
            </a:lvl6pPr>
            <a:lvl7pPr>
              <a:defRPr sz="1350" b="0">
                <a:solidFill>
                  <a:srgbClr val="657167"/>
                </a:solidFill>
                <a:latin typeface="Inter"/>
                <a:ea typeface="Inter"/>
                <a:cs typeface="Inter"/>
              </a:defRPr>
            </a:lvl7pPr>
            <a:lvl8pPr>
              <a:defRPr sz="1350" b="0">
                <a:solidFill>
                  <a:srgbClr val="657167"/>
                </a:solidFill>
                <a:latin typeface="Inter"/>
                <a:ea typeface="Inter"/>
                <a:cs typeface="Inter"/>
              </a:defRPr>
            </a:lvl8pPr>
            <a:lvl9pPr>
              <a:defRPr sz="1350" b="0">
                <a:solidFill>
                  <a:srgbClr val="657167"/>
                </a:solidFill>
                <a:latin typeface="Inter"/>
                <a:ea typeface="Inter"/>
                <a:cs typeface="Inter"/>
              </a:defRPr>
            </a:lvl9pPr>
          </a:lstStyle>
          <a:p xmlns:a="http://schemas.openxmlformats.org/drawingml/2006/main">
            <a:pPr>
              <a:defRPr sz="1350" b="0">
                <a:solidFill>
                  <a:srgbClr val="657167"/>
                </a:solidFill>
                <a:latin typeface="Inter"/>
                <a:ea typeface="Inter"/>
                <a:cs typeface="Inter"/>
              </a:defRPr>
            </a:pPr>
            <a:r>
              <a:rPr sz="1350" b="0">
                <a:solidFill>
                  <a:srgbClr val="657167"/>
                </a:solidFill>
                <a:latin typeface="Inter"/>
                <a:ea typeface="Inter"/>
                <a:cs typeface="Inter"/>
              </a:rPr>
              <a:t>7,496 nuclei, RNA counts, original UMAP</a:t>
            </a:r>
          </a:p>
        </p:txBody>
      </p:sp>
      <p:sp>
        <p:nvSpPr>
          <p:cNvPr id="9" name="flow-48">
            <a:extLst xmlns:a="http://schemas.openxmlformats.org/drawingml/2006/main">
              <a:ext uri="{FF2B5EF4-FFF2-40B4-BE49-F238E27FC236}">
                <a16:creationId xmlns:a16="http://schemas.microsoft.com/office/drawing/2014/main" id="{2DEB300C-DED6-4E95-AAA2-BD2FCEC8F947}"/>
              </a:ext>
            </a:extLst>
          </p:cNvPr>
          <p:cNvSpPr>
            <a:spLocks xmlns:a="http://schemas.openxmlformats.org/drawingml/2006/main" noGrp="1"/>
          </p:cNvSpPr>
          <p:nvPr/>
        </p:nvSpPr>
        <p:spPr>
          <a:xfrm xmlns:a="http://schemas.openxmlformats.org/drawingml/2006/main">
            <a:off x="6486525" y="2505075"/>
            <a:ext cx="476250" cy="171450"/>
          </a:xfrm>
          <a:prstGeom xmlns:a="http://schemas.openxmlformats.org/drawingml/2006/main" prst="rightArrow">
            <a:avLst/>
          </a:prstGeom>
          <a:solidFill xmlns:a="http://schemas.openxmlformats.org/drawingml/2006/main">
            <a:srgbClr val="1B5E20"/>
          </a:solidFill>
          <a:ln xmlns:a="http://schemas.openxmlformats.org/drawingml/2006/main" w="0">
            <a:noFill/>
          </a:ln>
        </p:spPr>
      </p:sp>
      <p:sp>
        <p:nvSpPr>
          <p:cNvPr id="10" name="box-49">
            <a:extLst xmlns:a="http://schemas.openxmlformats.org/drawingml/2006/main">
              <a:ext uri="{FF2B5EF4-FFF2-40B4-BE49-F238E27FC236}">
                <a16:creationId xmlns:a16="http://schemas.microsoft.com/office/drawing/2014/main" id="{2B166AFE-8839-4B84-AB81-024CD8702F56}"/>
              </a:ext>
            </a:extLst>
          </p:cNvPr>
          <p:cNvSpPr>
            <a:spLocks xmlns:a="http://schemas.openxmlformats.org/drawingml/2006/main" noGrp="1"/>
          </p:cNvSpPr>
          <p:nvPr/>
        </p:nvSpPr>
        <p:spPr>
          <a:xfrm xmlns:a="http://schemas.openxmlformats.org/drawingml/2006/main">
            <a:off x="552450" y="3267075"/>
            <a:ext cx="5638800" cy="1028700"/>
          </a:xfrm>
          <a:prstGeom xmlns:a="http://schemas.openxmlformats.org/drawingml/2006/main" prst="rect">
            <a:avLst/>
          </a:prstGeom>
          <a:solidFill xmlns:a="http://schemas.openxmlformats.org/drawingml/2006/main">
            <a:srgbClr val="E9F2E5"/>
          </a:solidFill>
          <a:ln xmlns:a="http://schemas.openxmlformats.org/drawingml/2006/main" w="0">
            <a:noFill/>
          </a:ln>
        </p:spPr>
      </p:sp>
      <p:sp>
        <p:nvSpPr>
          <p:cNvPr id="11" name="text-50">
            <a:extLst xmlns:a="http://schemas.openxmlformats.org/drawingml/2006/main">
              <a:ext uri="{FF2B5EF4-FFF2-40B4-BE49-F238E27FC236}">
                <a16:creationId xmlns:a16="http://schemas.microsoft.com/office/drawing/2014/main" id="{23A6EF01-1BEC-4B90-9F85-1D123EC671C0}"/>
              </a:ext>
            </a:extLst>
          </p:cNvPr>
          <p:cNvSpPr>
            <a:spLocks xmlns:a="http://schemas.openxmlformats.org/drawingml/2006/main" noGrp="1"/>
          </p:cNvSpPr>
          <p:nvPr/>
        </p:nvSpPr>
        <p:spPr>
          <a:xfrm xmlns:a="http://schemas.openxmlformats.org/drawingml/2006/main">
            <a:off x="733425" y="3381375"/>
            <a:ext cx="5276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1">
                <a:solidFill>
                  <a:srgbClr val="1B5E20"/>
                </a:solidFill>
                <a:latin typeface="Inter"/>
                <a:ea typeface="Inter"/>
                <a:cs typeface="Inter"/>
              </a:defRPr>
            </a:defPPr>
            <a:lvl1pPr>
              <a:defRPr sz="1200" b="1">
                <a:solidFill>
                  <a:srgbClr val="1B5E20"/>
                </a:solidFill>
                <a:latin typeface="Inter"/>
                <a:ea typeface="Inter"/>
                <a:cs typeface="Inter"/>
              </a:defRPr>
            </a:lvl1pPr>
            <a:lvl2pPr>
              <a:defRPr sz="1200" b="1">
                <a:solidFill>
                  <a:srgbClr val="1B5E20"/>
                </a:solidFill>
                <a:latin typeface="Inter"/>
                <a:ea typeface="Inter"/>
                <a:cs typeface="Inter"/>
              </a:defRPr>
            </a:lvl2pPr>
            <a:lvl3pPr>
              <a:defRPr sz="1200" b="1">
                <a:solidFill>
                  <a:srgbClr val="1B5E20"/>
                </a:solidFill>
                <a:latin typeface="Inter"/>
                <a:ea typeface="Inter"/>
                <a:cs typeface="Inter"/>
              </a:defRPr>
            </a:lvl3pPr>
            <a:lvl4pPr>
              <a:defRPr sz="1200" b="1">
                <a:solidFill>
                  <a:srgbClr val="1B5E20"/>
                </a:solidFill>
                <a:latin typeface="Inter"/>
                <a:ea typeface="Inter"/>
                <a:cs typeface="Inter"/>
              </a:defRPr>
            </a:lvl4pPr>
            <a:lvl5pPr>
              <a:defRPr sz="1200" b="1">
                <a:solidFill>
                  <a:srgbClr val="1B5E20"/>
                </a:solidFill>
                <a:latin typeface="Inter"/>
                <a:ea typeface="Inter"/>
                <a:cs typeface="Inter"/>
              </a:defRPr>
            </a:lvl5pPr>
            <a:lvl6pPr>
              <a:defRPr sz="1200" b="1">
                <a:solidFill>
                  <a:srgbClr val="1B5E20"/>
                </a:solidFill>
                <a:latin typeface="Inter"/>
                <a:ea typeface="Inter"/>
                <a:cs typeface="Inter"/>
              </a:defRPr>
            </a:lvl6pPr>
            <a:lvl7pPr>
              <a:defRPr sz="1200" b="1">
                <a:solidFill>
                  <a:srgbClr val="1B5E20"/>
                </a:solidFill>
                <a:latin typeface="Inter"/>
                <a:ea typeface="Inter"/>
                <a:cs typeface="Inter"/>
              </a:defRPr>
            </a:lvl7pPr>
            <a:lvl8pPr>
              <a:defRPr sz="1200" b="1">
                <a:solidFill>
                  <a:srgbClr val="1B5E20"/>
                </a:solidFill>
                <a:latin typeface="Inter"/>
                <a:ea typeface="Inter"/>
                <a:cs typeface="Inter"/>
              </a:defRPr>
            </a:lvl8pPr>
            <a:lvl9pPr>
              <a:defRPr sz="1200" b="1">
                <a:solidFill>
                  <a:srgbClr val="1B5E20"/>
                </a:solidFill>
                <a:latin typeface="Inter"/>
                <a:ea typeface="Inter"/>
                <a:cs typeface="Inter"/>
              </a:defRPr>
            </a:lvl9pPr>
          </a:lstStyle>
          <a:p xmlns:a="http://schemas.openxmlformats.org/drawingml/2006/main">
            <a:pPr>
              <a:defRPr sz="1200" b="1">
                <a:solidFill>
                  <a:srgbClr val="1B5E20"/>
                </a:solidFill>
                <a:latin typeface="Inter"/>
                <a:ea typeface="Inter"/>
                <a:cs typeface="Inter"/>
              </a:defRPr>
            </a:pPr>
            <a:r>
              <a:rPr sz="1200" b="1">
                <a:solidFill>
                  <a:srgbClr val="1B5E20"/>
                </a:solidFill>
                <a:latin typeface="Inter"/>
                <a:ea typeface="Inter"/>
                <a:cs typeface="Inter"/>
              </a:rPr>
              <a:t>MARKER REFERENCE</a:t>
            </a:r>
          </a:p>
        </p:txBody>
      </p:sp>
      <p:sp>
        <p:nvSpPr>
          <p:cNvPr id="12" name="text-51">
            <a:extLst xmlns:a="http://schemas.openxmlformats.org/drawingml/2006/main">
              <a:ext uri="{FF2B5EF4-FFF2-40B4-BE49-F238E27FC236}">
                <a16:creationId xmlns:a16="http://schemas.microsoft.com/office/drawing/2014/main" id="{25EF173E-9E6E-4CF3-8F70-91A78E7F3E65}"/>
              </a:ext>
            </a:extLst>
          </p:cNvPr>
          <p:cNvSpPr>
            <a:spLocks xmlns:a="http://schemas.openxmlformats.org/drawingml/2006/main" noGrp="1"/>
          </p:cNvSpPr>
          <p:nvPr/>
        </p:nvSpPr>
        <p:spPr>
          <a:xfrm xmlns:a="http://schemas.openxmlformats.org/drawingml/2006/main">
            <a:off x="733425" y="3657600"/>
            <a:ext cx="5276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14221A"/>
                </a:solidFill>
                <a:latin typeface="Inter"/>
                <a:ea typeface="Inter"/>
                <a:cs typeface="Inter"/>
              </a:defRPr>
            </a:defPPr>
            <a:lvl1pPr>
              <a:defRPr sz="1950" b="1">
                <a:solidFill>
                  <a:srgbClr val="14221A"/>
                </a:solidFill>
                <a:latin typeface="Inter"/>
                <a:ea typeface="Inter"/>
                <a:cs typeface="Inter"/>
              </a:defRPr>
            </a:lvl1pPr>
            <a:lvl2pPr>
              <a:defRPr sz="1950" b="1">
                <a:solidFill>
                  <a:srgbClr val="14221A"/>
                </a:solidFill>
                <a:latin typeface="Inter"/>
                <a:ea typeface="Inter"/>
                <a:cs typeface="Inter"/>
              </a:defRPr>
            </a:lvl2pPr>
            <a:lvl3pPr>
              <a:defRPr sz="1950" b="1">
                <a:solidFill>
                  <a:srgbClr val="14221A"/>
                </a:solidFill>
                <a:latin typeface="Inter"/>
                <a:ea typeface="Inter"/>
                <a:cs typeface="Inter"/>
              </a:defRPr>
            </a:lvl3pPr>
            <a:lvl4pPr>
              <a:defRPr sz="1950" b="1">
                <a:solidFill>
                  <a:srgbClr val="14221A"/>
                </a:solidFill>
                <a:latin typeface="Inter"/>
                <a:ea typeface="Inter"/>
                <a:cs typeface="Inter"/>
              </a:defRPr>
            </a:lvl4pPr>
            <a:lvl5pPr>
              <a:defRPr sz="1950" b="1">
                <a:solidFill>
                  <a:srgbClr val="14221A"/>
                </a:solidFill>
                <a:latin typeface="Inter"/>
                <a:ea typeface="Inter"/>
                <a:cs typeface="Inter"/>
              </a:defRPr>
            </a:lvl5pPr>
            <a:lvl6pPr>
              <a:defRPr sz="1950" b="1">
                <a:solidFill>
                  <a:srgbClr val="14221A"/>
                </a:solidFill>
                <a:latin typeface="Inter"/>
                <a:ea typeface="Inter"/>
                <a:cs typeface="Inter"/>
              </a:defRPr>
            </a:lvl6pPr>
            <a:lvl7pPr>
              <a:defRPr sz="1950" b="1">
                <a:solidFill>
                  <a:srgbClr val="14221A"/>
                </a:solidFill>
                <a:latin typeface="Inter"/>
                <a:ea typeface="Inter"/>
                <a:cs typeface="Inter"/>
              </a:defRPr>
            </a:lvl7pPr>
            <a:lvl8pPr>
              <a:defRPr sz="1950" b="1">
                <a:solidFill>
                  <a:srgbClr val="14221A"/>
                </a:solidFill>
                <a:latin typeface="Inter"/>
                <a:ea typeface="Inter"/>
                <a:cs typeface="Inter"/>
              </a:defRPr>
            </a:lvl8pPr>
            <a:lvl9pPr>
              <a:defRPr sz="1950" b="1">
                <a:solidFill>
                  <a:srgbClr val="14221A"/>
                </a:solidFill>
                <a:latin typeface="Inter"/>
                <a:ea typeface="Inter"/>
                <a:cs typeface="Inter"/>
              </a:defRPr>
            </a:lvl9pPr>
          </a:lstStyle>
          <a:p xmlns:a="http://schemas.openxmlformats.org/drawingml/2006/main">
            <a:pPr>
              <a:defRPr sz="1950" b="1">
                <a:solidFill>
                  <a:srgbClr val="14221A"/>
                </a:solidFill>
                <a:latin typeface="Inter"/>
                <a:ea typeface="Inter"/>
                <a:cs typeface="Inter"/>
              </a:defRPr>
            </a:pPr>
            <a:r>
              <a:rPr sz="1950" b="1">
                <a:solidFill>
                  <a:srgbClr val="14221A"/>
                </a:solidFill>
                <a:latin typeface="Inter"/>
                <a:ea typeface="Inter"/>
                <a:cs typeface="Inter"/>
              </a:rPr>
              <a:t>Published Table S2 via Zetaris</a:t>
            </a:r>
          </a:p>
        </p:txBody>
      </p:sp>
      <p:sp>
        <p:nvSpPr>
          <p:cNvPr id="13" name="text-52">
            <a:extLst xmlns:a="http://schemas.openxmlformats.org/drawingml/2006/main">
              <a:ext uri="{FF2B5EF4-FFF2-40B4-BE49-F238E27FC236}">
                <a16:creationId xmlns:a16="http://schemas.microsoft.com/office/drawing/2014/main" id="{9729E56C-35F7-471E-9740-8F3620E8DA2B}"/>
              </a:ext>
            </a:extLst>
          </p:cNvPr>
          <p:cNvSpPr>
            <a:spLocks xmlns:a="http://schemas.openxmlformats.org/drawingml/2006/main" noGrp="1"/>
          </p:cNvSpPr>
          <p:nvPr/>
        </p:nvSpPr>
        <p:spPr>
          <a:xfrm xmlns:a="http://schemas.openxmlformats.org/drawingml/2006/main">
            <a:off x="733425" y="4019550"/>
            <a:ext cx="527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657167"/>
                </a:solidFill>
                <a:latin typeface="Inter"/>
                <a:ea typeface="Inter"/>
                <a:cs typeface="Inter"/>
              </a:defRPr>
            </a:defPPr>
            <a:lvl1pPr>
              <a:defRPr sz="1350" b="0">
                <a:solidFill>
                  <a:srgbClr val="657167"/>
                </a:solidFill>
                <a:latin typeface="Inter"/>
                <a:ea typeface="Inter"/>
                <a:cs typeface="Inter"/>
              </a:defRPr>
            </a:lvl1pPr>
            <a:lvl2pPr>
              <a:defRPr sz="1350" b="0">
                <a:solidFill>
                  <a:srgbClr val="657167"/>
                </a:solidFill>
                <a:latin typeface="Inter"/>
                <a:ea typeface="Inter"/>
                <a:cs typeface="Inter"/>
              </a:defRPr>
            </a:lvl2pPr>
            <a:lvl3pPr>
              <a:defRPr sz="1350" b="0">
                <a:solidFill>
                  <a:srgbClr val="657167"/>
                </a:solidFill>
                <a:latin typeface="Inter"/>
                <a:ea typeface="Inter"/>
                <a:cs typeface="Inter"/>
              </a:defRPr>
            </a:lvl3pPr>
            <a:lvl4pPr>
              <a:defRPr sz="1350" b="0">
                <a:solidFill>
                  <a:srgbClr val="657167"/>
                </a:solidFill>
                <a:latin typeface="Inter"/>
                <a:ea typeface="Inter"/>
                <a:cs typeface="Inter"/>
              </a:defRPr>
            </a:lvl4pPr>
            <a:lvl5pPr>
              <a:defRPr sz="1350" b="0">
                <a:solidFill>
                  <a:srgbClr val="657167"/>
                </a:solidFill>
                <a:latin typeface="Inter"/>
                <a:ea typeface="Inter"/>
                <a:cs typeface="Inter"/>
              </a:defRPr>
            </a:lvl5pPr>
            <a:lvl6pPr>
              <a:defRPr sz="1350" b="0">
                <a:solidFill>
                  <a:srgbClr val="657167"/>
                </a:solidFill>
                <a:latin typeface="Inter"/>
                <a:ea typeface="Inter"/>
                <a:cs typeface="Inter"/>
              </a:defRPr>
            </a:lvl6pPr>
            <a:lvl7pPr>
              <a:defRPr sz="1350" b="0">
                <a:solidFill>
                  <a:srgbClr val="657167"/>
                </a:solidFill>
                <a:latin typeface="Inter"/>
                <a:ea typeface="Inter"/>
                <a:cs typeface="Inter"/>
              </a:defRPr>
            </a:lvl7pPr>
            <a:lvl8pPr>
              <a:defRPr sz="1350" b="0">
                <a:solidFill>
                  <a:srgbClr val="657167"/>
                </a:solidFill>
                <a:latin typeface="Inter"/>
                <a:ea typeface="Inter"/>
                <a:cs typeface="Inter"/>
              </a:defRPr>
            </a:lvl8pPr>
            <a:lvl9pPr>
              <a:defRPr sz="1350" b="0">
                <a:solidFill>
                  <a:srgbClr val="657167"/>
                </a:solidFill>
                <a:latin typeface="Inter"/>
                <a:ea typeface="Inter"/>
                <a:cs typeface="Inter"/>
              </a:defRPr>
            </a:lvl9pPr>
          </a:lstStyle>
          <a:p xmlns:a="http://schemas.openxmlformats.org/drawingml/2006/main">
            <a:pPr>
              <a:defRPr sz="1350" b="0">
                <a:solidFill>
                  <a:srgbClr val="657167"/>
                </a:solidFill>
                <a:latin typeface="Inter"/>
                <a:ea typeface="Inter"/>
                <a:cs typeface="Inter"/>
              </a:defRPr>
            </a:pPr>
            <a:r>
              <a:rPr sz="1350" b="0">
                <a:solidFill>
                  <a:srgbClr val="657167"/>
                </a:solidFill>
                <a:latin typeface="Inter"/>
                <a:ea typeface="Inter"/>
                <a:cs typeface="Inter"/>
              </a:rPr>
              <a:t>42 associations, 41 genes, 9 root cell types</a:t>
            </a:r>
          </a:p>
        </p:txBody>
      </p:sp>
      <p:sp>
        <p:nvSpPr>
          <p:cNvPr id="14" name="flow-53">
            <a:extLst xmlns:a="http://schemas.openxmlformats.org/drawingml/2006/main">
              <a:ext uri="{FF2B5EF4-FFF2-40B4-BE49-F238E27FC236}">
                <a16:creationId xmlns:a16="http://schemas.microsoft.com/office/drawing/2014/main" id="{65C89316-684B-4AE6-B18B-C2A2E02E0F54}"/>
              </a:ext>
            </a:extLst>
          </p:cNvPr>
          <p:cNvSpPr>
            <a:spLocks xmlns:a="http://schemas.openxmlformats.org/drawingml/2006/main" noGrp="1"/>
          </p:cNvSpPr>
          <p:nvPr/>
        </p:nvSpPr>
        <p:spPr>
          <a:xfrm xmlns:a="http://schemas.openxmlformats.org/drawingml/2006/main">
            <a:off x="6486525" y="3705225"/>
            <a:ext cx="476250" cy="171450"/>
          </a:xfrm>
          <a:prstGeom xmlns:a="http://schemas.openxmlformats.org/drawingml/2006/main" prst="rightArrow">
            <a:avLst/>
          </a:prstGeom>
          <a:solidFill xmlns:a="http://schemas.openxmlformats.org/drawingml/2006/main">
            <a:srgbClr val="1B5E20"/>
          </a:solidFill>
          <a:ln xmlns:a="http://schemas.openxmlformats.org/drawingml/2006/main" w="0">
            <a:noFill/>
          </a:ln>
        </p:spPr>
      </p:sp>
      <p:sp>
        <p:nvSpPr>
          <p:cNvPr id="15" name="box-54">
            <a:extLst xmlns:a="http://schemas.openxmlformats.org/drawingml/2006/main">
              <a:ext uri="{FF2B5EF4-FFF2-40B4-BE49-F238E27FC236}">
                <a16:creationId xmlns:a16="http://schemas.microsoft.com/office/drawing/2014/main" id="{B7D00D8F-1B53-4F1E-95D1-9ACCF10D1853}"/>
              </a:ext>
            </a:extLst>
          </p:cNvPr>
          <p:cNvSpPr>
            <a:spLocks xmlns:a="http://schemas.openxmlformats.org/drawingml/2006/main" noGrp="1"/>
          </p:cNvSpPr>
          <p:nvPr/>
        </p:nvSpPr>
        <p:spPr>
          <a:xfrm xmlns:a="http://schemas.openxmlformats.org/drawingml/2006/main">
            <a:off x="552450" y="4467225"/>
            <a:ext cx="5638800" cy="1028700"/>
          </a:xfrm>
          <a:prstGeom xmlns:a="http://schemas.openxmlformats.org/drawingml/2006/main" prst="rect">
            <a:avLst/>
          </a:prstGeom>
          <a:solidFill xmlns:a="http://schemas.openxmlformats.org/drawingml/2006/main">
            <a:srgbClr val="F0F5ED"/>
          </a:solidFill>
          <a:ln xmlns:a="http://schemas.openxmlformats.org/drawingml/2006/main" w="0">
            <a:noFill/>
          </a:ln>
        </p:spPr>
      </p:sp>
      <p:sp>
        <p:nvSpPr>
          <p:cNvPr id="16" name="text-55">
            <a:extLst xmlns:a="http://schemas.openxmlformats.org/drawingml/2006/main">
              <a:ext uri="{FF2B5EF4-FFF2-40B4-BE49-F238E27FC236}">
                <a16:creationId xmlns:a16="http://schemas.microsoft.com/office/drawing/2014/main" id="{80ED4283-4B7B-4B85-A993-ED905054329D}"/>
              </a:ext>
            </a:extLst>
          </p:cNvPr>
          <p:cNvSpPr>
            <a:spLocks xmlns:a="http://schemas.openxmlformats.org/drawingml/2006/main" noGrp="1"/>
          </p:cNvSpPr>
          <p:nvPr/>
        </p:nvSpPr>
        <p:spPr>
          <a:xfrm xmlns:a="http://schemas.openxmlformats.org/drawingml/2006/main">
            <a:off x="733425" y="4581525"/>
            <a:ext cx="52768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00" b="1">
                <a:solidFill>
                  <a:srgbClr val="1B5E20"/>
                </a:solidFill>
                <a:latin typeface="Inter"/>
                <a:ea typeface="Inter"/>
                <a:cs typeface="Inter"/>
              </a:defRPr>
            </a:defPPr>
            <a:lvl1pPr>
              <a:defRPr sz="1200" b="1">
                <a:solidFill>
                  <a:srgbClr val="1B5E20"/>
                </a:solidFill>
                <a:latin typeface="Inter"/>
                <a:ea typeface="Inter"/>
                <a:cs typeface="Inter"/>
              </a:defRPr>
            </a:lvl1pPr>
            <a:lvl2pPr>
              <a:defRPr sz="1200" b="1">
                <a:solidFill>
                  <a:srgbClr val="1B5E20"/>
                </a:solidFill>
                <a:latin typeface="Inter"/>
                <a:ea typeface="Inter"/>
                <a:cs typeface="Inter"/>
              </a:defRPr>
            </a:lvl2pPr>
            <a:lvl3pPr>
              <a:defRPr sz="1200" b="1">
                <a:solidFill>
                  <a:srgbClr val="1B5E20"/>
                </a:solidFill>
                <a:latin typeface="Inter"/>
                <a:ea typeface="Inter"/>
                <a:cs typeface="Inter"/>
              </a:defRPr>
            </a:lvl3pPr>
            <a:lvl4pPr>
              <a:defRPr sz="1200" b="1">
                <a:solidFill>
                  <a:srgbClr val="1B5E20"/>
                </a:solidFill>
                <a:latin typeface="Inter"/>
                <a:ea typeface="Inter"/>
                <a:cs typeface="Inter"/>
              </a:defRPr>
            </a:lvl4pPr>
            <a:lvl5pPr>
              <a:defRPr sz="1200" b="1">
                <a:solidFill>
                  <a:srgbClr val="1B5E20"/>
                </a:solidFill>
                <a:latin typeface="Inter"/>
                <a:ea typeface="Inter"/>
                <a:cs typeface="Inter"/>
              </a:defRPr>
            </a:lvl5pPr>
            <a:lvl6pPr>
              <a:defRPr sz="1200" b="1">
                <a:solidFill>
                  <a:srgbClr val="1B5E20"/>
                </a:solidFill>
                <a:latin typeface="Inter"/>
                <a:ea typeface="Inter"/>
                <a:cs typeface="Inter"/>
              </a:defRPr>
            </a:lvl6pPr>
            <a:lvl7pPr>
              <a:defRPr sz="1200" b="1">
                <a:solidFill>
                  <a:srgbClr val="1B5E20"/>
                </a:solidFill>
                <a:latin typeface="Inter"/>
                <a:ea typeface="Inter"/>
                <a:cs typeface="Inter"/>
              </a:defRPr>
            </a:lvl7pPr>
            <a:lvl8pPr>
              <a:defRPr sz="1200" b="1">
                <a:solidFill>
                  <a:srgbClr val="1B5E20"/>
                </a:solidFill>
                <a:latin typeface="Inter"/>
                <a:ea typeface="Inter"/>
                <a:cs typeface="Inter"/>
              </a:defRPr>
            </a:lvl8pPr>
            <a:lvl9pPr>
              <a:defRPr sz="1200" b="1">
                <a:solidFill>
                  <a:srgbClr val="1B5E20"/>
                </a:solidFill>
                <a:latin typeface="Inter"/>
                <a:ea typeface="Inter"/>
                <a:cs typeface="Inter"/>
              </a:defRPr>
            </a:lvl9pPr>
          </a:lstStyle>
          <a:p xmlns:a="http://schemas.openxmlformats.org/drawingml/2006/main">
            <a:pPr>
              <a:defRPr sz="1200" b="1">
                <a:solidFill>
                  <a:srgbClr val="1B5E20"/>
                </a:solidFill>
                <a:latin typeface="Inter"/>
                <a:ea typeface="Inter"/>
                <a:cs typeface="Inter"/>
              </a:defRPr>
            </a:pPr>
            <a:r>
              <a:rPr sz="1200" b="1">
                <a:solidFill>
                  <a:srgbClr val="1B5E20"/>
                </a:solidFill>
                <a:latin typeface="Inter"/>
                <a:ea typeface="Inter"/>
                <a:cs typeface="Inter"/>
              </a:rPr>
              <a:t>RESEARCH CONTEXT</a:t>
            </a:r>
          </a:p>
        </p:txBody>
      </p:sp>
      <p:sp>
        <p:nvSpPr>
          <p:cNvPr id="17" name="text-56">
            <a:extLst xmlns:a="http://schemas.openxmlformats.org/drawingml/2006/main">
              <a:ext uri="{FF2B5EF4-FFF2-40B4-BE49-F238E27FC236}">
                <a16:creationId xmlns:a16="http://schemas.microsoft.com/office/drawing/2014/main" id="{6BAE9FBD-8ACF-4CAD-BFD4-F4E47D6CF7F6}"/>
              </a:ext>
            </a:extLst>
          </p:cNvPr>
          <p:cNvSpPr>
            <a:spLocks xmlns:a="http://schemas.openxmlformats.org/drawingml/2006/main" noGrp="1"/>
          </p:cNvSpPr>
          <p:nvPr/>
        </p:nvSpPr>
        <p:spPr>
          <a:xfrm xmlns:a="http://schemas.openxmlformats.org/drawingml/2006/main">
            <a:off x="733425" y="4857750"/>
            <a:ext cx="5276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14221A"/>
                </a:solidFill>
                <a:latin typeface="Inter"/>
                <a:ea typeface="Inter"/>
                <a:cs typeface="Inter"/>
              </a:defRPr>
            </a:defPPr>
            <a:lvl1pPr>
              <a:defRPr sz="1950" b="1">
                <a:solidFill>
                  <a:srgbClr val="14221A"/>
                </a:solidFill>
                <a:latin typeface="Inter"/>
                <a:ea typeface="Inter"/>
                <a:cs typeface="Inter"/>
              </a:defRPr>
            </a:lvl1pPr>
            <a:lvl2pPr>
              <a:defRPr sz="1950" b="1">
                <a:solidFill>
                  <a:srgbClr val="14221A"/>
                </a:solidFill>
                <a:latin typeface="Inter"/>
                <a:ea typeface="Inter"/>
                <a:cs typeface="Inter"/>
              </a:defRPr>
            </a:lvl2pPr>
            <a:lvl3pPr>
              <a:defRPr sz="1950" b="1">
                <a:solidFill>
                  <a:srgbClr val="14221A"/>
                </a:solidFill>
                <a:latin typeface="Inter"/>
                <a:ea typeface="Inter"/>
                <a:cs typeface="Inter"/>
              </a:defRPr>
            </a:lvl3pPr>
            <a:lvl4pPr>
              <a:defRPr sz="1950" b="1">
                <a:solidFill>
                  <a:srgbClr val="14221A"/>
                </a:solidFill>
                <a:latin typeface="Inter"/>
                <a:ea typeface="Inter"/>
                <a:cs typeface="Inter"/>
              </a:defRPr>
            </a:lvl4pPr>
            <a:lvl5pPr>
              <a:defRPr sz="1950" b="1">
                <a:solidFill>
                  <a:srgbClr val="14221A"/>
                </a:solidFill>
                <a:latin typeface="Inter"/>
                <a:ea typeface="Inter"/>
                <a:cs typeface="Inter"/>
              </a:defRPr>
            </a:lvl5pPr>
            <a:lvl6pPr>
              <a:defRPr sz="1950" b="1">
                <a:solidFill>
                  <a:srgbClr val="14221A"/>
                </a:solidFill>
                <a:latin typeface="Inter"/>
                <a:ea typeface="Inter"/>
                <a:cs typeface="Inter"/>
              </a:defRPr>
            </a:lvl6pPr>
            <a:lvl7pPr>
              <a:defRPr sz="1950" b="1">
                <a:solidFill>
                  <a:srgbClr val="14221A"/>
                </a:solidFill>
                <a:latin typeface="Inter"/>
                <a:ea typeface="Inter"/>
                <a:cs typeface="Inter"/>
              </a:defRPr>
            </a:lvl7pPr>
            <a:lvl8pPr>
              <a:defRPr sz="1950" b="1">
                <a:solidFill>
                  <a:srgbClr val="14221A"/>
                </a:solidFill>
                <a:latin typeface="Inter"/>
                <a:ea typeface="Inter"/>
                <a:cs typeface="Inter"/>
              </a:defRPr>
            </a:lvl8pPr>
            <a:lvl9pPr>
              <a:defRPr sz="1950" b="1">
                <a:solidFill>
                  <a:srgbClr val="14221A"/>
                </a:solidFill>
                <a:latin typeface="Inter"/>
                <a:ea typeface="Inter"/>
                <a:cs typeface="Inter"/>
              </a:defRPr>
            </a:lvl9pPr>
          </a:lstStyle>
          <a:p xmlns:a="http://schemas.openxmlformats.org/drawingml/2006/main">
            <a:pPr>
              <a:defRPr sz="1950" b="1">
                <a:solidFill>
                  <a:srgbClr val="14221A"/>
                </a:solidFill>
                <a:latin typeface="Inter"/>
                <a:ea typeface="Inter"/>
                <a:cs typeface="Inter"/>
              </a:defRPr>
            </a:pPr>
            <a:r>
              <a:rPr sz="1950" b="1">
                <a:solidFill>
                  <a:srgbClr val="14221A"/>
                </a:solidFill>
                <a:latin typeface="Inter"/>
                <a:ea typeface="Inter"/>
                <a:cs typeface="Inter"/>
              </a:rPr>
              <a:t>Curated papers and guide</a:t>
            </a:r>
          </a:p>
        </p:txBody>
      </p:sp>
      <p:sp>
        <p:nvSpPr>
          <p:cNvPr id="18" name="text-57">
            <a:extLst xmlns:a="http://schemas.openxmlformats.org/drawingml/2006/main">
              <a:ext uri="{FF2B5EF4-FFF2-40B4-BE49-F238E27FC236}">
                <a16:creationId xmlns:a16="http://schemas.microsoft.com/office/drawing/2014/main" id="{C7463A5B-40E8-4361-A1BA-F0BFBD21908F}"/>
              </a:ext>
            </a:extLst>
          </p:cNvPr>
          <p:cNvSpPr>
            <a:spLocks xmlns:a="http://schemas.openxmlformats.org/drawingml/2006/main" noGrp="1"/>
          </p:cNvSpPr>
          <p:nvPr/>
        </p:nvSpPr>
        <p:spPr>
          <a:xfrm xmlns:a="http://schemas.openxmlformats.org/drawingml/2006/main">
            <a:off x="733425" y="5219700"/>
            <a:ext cx="52768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657167"/>
                </a:solidFill>
                <a:latin typeface="Inter"/>
                <a:ea typeface="Inter"/>
                <a:cs typeface="Inter"/>
              </a:defRPr>
            </a:defPPr>
            <a:lvl1pPr>
              <a:defRPr sz="1350" b="0">
                <a:solidFill>
                  <a:srgbClr val="657167"/>
                </a:solidFill>
                <a:latin typeface="Inter"/>
                <a:ea typeface="Inter"/>
                <a:cs typeface="Inter"/>
              </a:defRPr>
            </a:lvl1pPr>
            <a:lvl2pPr>
              <a:defRPr sz="1350" b="0">
                <a:solidFill>
                  <a:srgbClr val="657167"/>
                </a:solidFill>
                <a:latin typeface="Inter"/>
                <a:ea typeface="Inter"/>
                <a:cs typeface="Inter"/>
              </a:defRPr>
            </a:lvl2pPr>
            <a:lvl3pPr>
              <a:defRPr sz="1350" b="0">
                <a:solidFill>
                  <a:srgbClr val="657167"/>
                </a:solidFill>
                <a:latin typeface="Inter"/>
                <a:ea typeface="Inter"/>
                <a:cs typeface="Inter"/>
              </a:defRPr>
            </a:lvl3pPr>
            <a:lvl4pPr>
              <a:defRPr sz="1350" b="0">
                <a:solidFill>
                  <a:srgbClr val="657167"/>
                </a:solidFill>
                <a:latin typeface="Inter"/>
                <a:ea typeface="Inter"/>
                <a:cs typeface="Inter"/>
              </a:defRPr>
            </a:lvl4pPr>
            <a:lvl5pPr>
              <a:defRPr sz="1350" b="0">
                <a:solidFill>
                  <a:srgbClr val="657167"/>
                </a:solidFill>
                <a:latin typeface="Inter"/>
                <a:ea typeface="Inter"/>
                <a:cs typeface="Inter"/>
              </a:defRPr>
            </a:lvl5pPr>
            <a:lvl6pPr>
              <a:defRPr sz="1350" b="0">
                <a:solidFill>
                  <a:srgbClr val="657167"/>
                </a:solidFill>
                <a:latin typeface="Inter"/>
                <a:ea typeface="Inter"/>
                <a:cs typeface="Inter"/>
              </a:defRPr>
            </a:lvl6pPr>
            <a:lvl7pPr>
              <a:defRPr sz="1350" b="0">
                <a:solidFill>
                  <a:srgbClr val="657167"/>
                </a:solidFill>
                <a:latin typeface="Inter"/>
                <a:ea typeface="Inter"/>
                <a:cs typeface="Inter"/>
              </a:defRPr>
            </a:lvl7pPr>
            <a:lvl8pPr>
              <a:defRPr sz="1350" b="0">
                <a:solidFill>
                  <a:srgbClr val="657167"/>
                </a:solidFill>
                <a:latin typeface="Inter"/>
                <a:ea typeface="Inter"/>
                <a:cs typeface="Inter"/>
              </a:defRPr>
            </a:lvl8pPr>
            <a:lvl9pPr>
              <a:defRPr sz="1350" b="0">
                <a:solidFill>
                  <a:srgbClr val="657167"/>
                </a:solidFill>
                <a:latin typeface="Inter"/>
                <a:ea typeface="Inter"/>
                <a:cs typeface="Inter"/>
              </a:defRPr>
            </a:lvl9pPr>
          </a:lstStyle>
          <a:p xmlns:a="http://schemas.openxmlformats.org/drawingml/2006/main">
            <a:pPr>
              <a:defRPr sz="1350" b="0">
                <a:solidFill>
                  <a:srgbClr val="657167"/>
                </a:solidFill>
                <a:latin typeface="Inter"/>
                <a:ea typeface="Inter"/>
                <a:cs typeface="Inter"/>
              </a:defRPr>
            </a:pPr>
            <a:r>
              <a:rPr sz="1350" b="0">
                <a:solidFill>
                  <a:srgbClr val="657167"/>
                </a:solidFill>
                <a:latin typeface="Inter"/>
                <a:ea typeface="Inter"/>
                <a:cs typeface="Inter"/>
              </a:rPr>
              <a:t>3 sources, 68 searchable passages</a:t>
            </a:r>
          </a:p>
        </p:txBody>
      </p:sp>
      <p:sp>
        <p:nvSpPr>
          <p:cNvPr id="19" name="flow-58">
            <a:extLst xmlns:a="http://schemas.openxmlformats.org/drawingml/2006/main">
              <a:ext uri="{FF2B5EF4-FFF2-40B4-BE49-F238E27FC236}">
                <a16:creationId xmlns:a16="http://schemas.microsoft.com/office/drawing/2014/main" id="{4EC54754-289F-45F2-BF2B-4C4887D12533}"/>
              </a:ext>
            </a:extLst>
          </p:cNvPr>
          <p:cNvSpPr>
            <a:spLocks xmlns:a="http://schemas.openxmlformats.org/drawingml/2006/main" noGrp="1"/>
          </p:cNvSpPr>
          <p:nvPr/>
        </p:nvSpPr>
        <p:spPr>
          <a:xfrm xmlns:a="http://schemas.openxmlformats.org/drawingml/2006/main">
            <a:off x="6486525" y="4905375"/>
            <a:ext cx="476250" cy="171450"/>
          </a:xfrm>
          <a:prstGeom xmlns:a="http://schemas.openxmlformats.org/drawingml/2006/main" prst="rightArrow">
            <a:avLst/>
          </a:prstGeom>
          <a:solidFill xmlns:a="http://schemas.openxmlformats.org/drawingml/2006/main">
            <a:srgbClr val="1B5E20"/>
          </a:solidFill>
          <a:ln xmlns:a="http://schemas.openxmlformats.org/drawingml/2006/main" w="0">
            <a:noFill/>
          </a:ln>
        </p:spPr>
      </p:sp>
      <p:sp>
        <p:nvSpPr>
          <p:cNvPr id="20" name="box-59">
            <a:extLst xmlns:a="http://schemas.openxmlformats.org/drawingml/2006/main">
              <a:ext uri="{FF2B5EF4-FFF2-40B4-BE49-F238E27FC236}">
                <a16:creationId xmlns:a16="http://schemas.microsoft.com/office/drawing/2014/main" id="{52B81102-BCFF-45D8-818C-198A52302127}"/>
              </a:ext>
            </a:extLst>
          </p:cNvPr>
          <p:cNvSpPr>
            <a:spLocks xmlns:a="http://schemas.openxmlformats.org/drawingml/2006/main" noGrp="1"/>
          </p:cNvSpPr>
          <p:nvPr/>
        </p:nvSpPr>
        <p:spPr>
          <a:xfrm xmlns:a="http://schemas.openxmlformats.org/drawingml/2006/main">
            <a:off x="7315200" y="2352675"/>
            <a:ext cx="4343400" cy="2466975"/>
          </a:xfrm>
          <a:prstGeom xmlns:a="http://schemas.openxmlformats.org/drawingml/2006/main" prst="rect">
            <a:avLst/>
          </a:prstGeom>
          <a:solidFill xmlns:a="http://schemas.openxmlformats.org/drawingml/2006/main">
            <a:srgbClr val="14221A"/>
          </a:solidFill>
          <a:ln xmlns:a="http://schemas.openxmlformats.org/drawingml/2006/main" w="0">
            <a:noFill/>
          </a:ln>
        </p:spPr>
      </p:sp>
      <p:sp>
        <p:nvSpPr>
          <p:cNvPr id="21" name="text-60">
            <a:extLst xmlns:a="http://schemas.openxmlformats.org/drawingml/2006/main">
              <a:ext uri="{FF2B5EF4-FFF2-40B4-BE49-F238E27FC236}">
                <a16:creationId xmlns:a16="http://schemas.microsoft.com/office/drawing/2014/main" id="{AD1F0DC7-8012-4742-8631-5610249B5F91}"/>
              </a:ext>
            </a:extLst>
          </p:cNvPr>
          <p:cNvSpPr>
            <a:spLocks xmlns:a="http://schemas.openxmlformats.org/drawingml/2006/main" noGrp="1"/>
          </p:cNvSpPr>
          <p:nvPr/>
        </p:nvSpPr>
        <p:spPr>
          <a:xfrm xmlns:a="http://schemas.openxmlformats.org/drawingml/2006/main">
            <a:off x="7553325" y="2600325"/>
            <a:ext cx="38576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850" b="1">
                <a:solidFill>
                  <a:srgbClr val="FFFFFF"/>
                </a:solidFill>
                <a:latin typeface="Inter"/>
                <a:ea typeface="Inter"/>
                <a:cs typeface="Inter"/>
              </a:defRPr>
            </a:defPPr>
            <a:lvl1pPr>
              <a:defRPr sz="2850" b="1">
                <a:solidFill>
                  <a:srgbClr val="FFFFFF"/>
                </a:solidFill>
                <a:latin typeface="Inter"/>
                <a:ea typeface="Inter"/>
                <a:cs typeface="Inter"/>
              </a:defRPr>
            </a:lvl1pPr>
            <a:lvl2pPr>
              <a:defRPr sz="2850" b="1">
                <a:solidFill>
                  <a:srgbClr val="FFFFFF"/>
                </a:solidFill>
                <a:latin typeface="Inter"/>
                <a:ea typeface="Inter"/>
                <a:cs typeface="Inter"/>
              </a:defRPr>
            </a:lvl2pPr>
            <a:lvl3pPr>
              <a:defRPr sz="2850" b="1">
                <a:solidFill>
                  <a:srgbClr val="FFFFFF"/>
                </a:solidFill>
                <a:latin typeface="Inter"/>
                <a:ea typeface="Inter"/>
                <a:cs typeface="Inter"/>
              </a:defRPr>
            </a:lvl3pPr>
            <a:lvl4pPr>
              <a:defRPr sz="2850" b="1">
                <a:solidFill>
                  <a:srgbClr val="FFFFFF"/>
                </a:solidFill>
                <a:latin typeface="Inter"/>
                <a:ea typeface="Inter"/>
                <a:cs typeface="Inter"/>
              </a:defRPr>
            </a:lvl4pPr>
            <a:lvl5pPr>
              <a:defRPr sz="2850" b="1">
                <a:solidFill>
                  <a:srgbClr val="FFFFFF"/>
                </a:solidFill>
                <a:latin typeface="Inter"/>
                <a:ea typeface="Inter"/>
                <a:cs typeface="Inter"/>
              </a:defRPr>
            </a:lvl5pPr>
            <a:lvl6pPr>
              <a:defRPr sz="2850" b="1">
                <a:solidFill>
                  <a:srgbClr val="FFFFFF"/>
                </a:solidFill>
                <a:latin typeface="Inter"/>
                <a:ea typeface="Inter"/>
                <a:cs typeface="Inter"/>
              </a:defRPr>
            </a:lvl6pPr>
            <a:lvl7pPr>
              <a:defRPr sz="2850" b="1">
                <a:solidFill>
                  <a:srgbClr val="FFFFFF"/>
                </a:solidFill>
                <a:latin typeface="Inter"/>
                <a:ea typeface="Inter"/>
                <a:cs typeface="Inter"/>
              </a:defRPr>
            </a:lvl7pPr>
            <a:lvl8pPr>
              <a:defRPr sz="2850" b="1">
                <a:solidFill>
                  <a:srgbClr val="FFFFFF"/>
                </a:solidFill>
                <a:latin typeface="Inter"/>
                <a:ea typeface="Inter"/>
                <a:cs typeface="Inter"/>
              </a:defRPr>
            </a:lvl8pPr>
            <a:lvl9pPr>
              <a:defRPr sz="2850" b="1">
                <a:solidFill>
                  <a:srgbClr val="FFFFFF"/>
                </a:solidFill>
                <a:latin typeface="Inter"/>
                <a:ea typeface="Inter"/>
                <a:cs typeface="Inter"/>
              </a:defRPr>
            </a:lvl9pPr>
          </a:lstStyle>
          <a:p xmlns:a="http://schemas.openxmlformats.org/drawingml/2006/main">
            <a:pPr>
              <a:defRPr sz="2850" b="1">
                <a:solidFill>
                  <a:srgbClr val="FFFFFF"/>
                </a:solidFill>
                <a:latin typeface="Inter"/>
                <a:ea typeface="Inter"/>
                <a:cs typeface="Inter"/>
              </a:defRPr>
            </a:pPr>
            <a:r>
              <a:rPr sz="2850" b="1">
                <a:solidFill>
                  <a:srgbClr val="FFFFFF"/>
                </a:solidFill>
                <a:latin typeface="Inter"/>
                <a:ea typeface="Inter"/>
                <a:cs typeface="Inter"/>
              </a:rPr>
              <a:t>Celloras agent</a:t>
            </a:r>
          </a:p>
        </p:txBody>
      </p:sp>
      <p:sp>
        <p:nvSpPr>
          <p:cNvPr id="22" name="text-61">
            <a:extLst xmlns:a="http://schemas.openxmlformats.org/drawingml/2006/main">
              <a:ext uri="{FF2B5EF4-FFF2-40B4-BE49-F238E27FC236}">
                <a16:creationId xmlns:a16="http://schemas.microsoft.com/office/drawing/2014/main" id="{A21C363D-94CF-409F-9500-5A57D69CD0E5}"/>
              </a:ext>
            </a:extLst>
          </p:cNvPr>
          <p:cNvSpPr>
            <a:spLocks xmlns:a="http://schemas.openxmlformats.org/drawingml/2006/main" noGrp="1"/>
          </p:cNvSpPr>
          <p:nvPr/>
        </p:nvSpPr>
        <p:spPr>
          <a:xfrm xmlns:a="http://schemas.openxmlformats.org/drawingml/2006/main">
            <a:off x="7553325" y="3362325"/>
            <a:ext cx="3857625"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E7F1E1"/>
                </a:solidFill>
                <a:latin typeface="Inter"/>
                <a:ea typeface="Inter"/>
                <a:cs typeface="Inter"/>
              </a:defRPr>
            </a:defPPr>
            <a:lvl1pPr>
              <a:defRPr sz="1875" b="0">
                <a:solidFill>
                  <a:srgbClr val="E7F1E1"/>
                </a:solidFill>
                <a:latin typeface="Inter"/>
                <a:ea typeface="Inter"/>
                <a:cs typeface="Inter"/>
              </a:defRPr>
            </a:lvl1pPr>
            <a:lvl2pPr>
              <a:defRPr sz="1875" b="0">
                <a:solidFill>
                  <a:srgbClr val="E7F1E1"/>
                </a:solidFill>
                <a:latin typeface="Inter"/>
                <a:ea typeface="Inter"/>
                <a:cs typeface="Inter"/>
              </a:defRPr>
            </a:lvl2pPr>
            <a:lvl3pPr>
              <a:defRPr sz="1875" b="0">
                <a:solidFill>
                  <a:srgbClr val="E7F1E1"/>
                </a:solidFill>
                <a:latin typeface="Inter"/>
                <a:ea typeface="Inter"/>
                <a:cs typeface="Inter"/>
              </a:defRPr>
            </a:lvl3pPr>
            <a:lvl4pPr>
              <a:defRPr sz="1875" b="0">
                <a:solidFill>
                  <a:srgbClr val="E7F1E1"/>
                </a:solidFill>
                <a:latin typeface="Inter"/>
                <a:ea typeface="Inter"/>
                <a:cs typeface="Inter"/>
              </a:defRPr>
            </a:lvl4pPr>
            <a:lvl5pPr>
              <a:defRPr sz="1875" b="0">
                <a:solidFill>
                  <a:srgbClr val="E7F1E1"/>
                </a:solidFill>
                <a:latin typeface="Inter"/>
                <a:ea typeface="Inter"/>
                <a:cs typeface="Inter"/>
              </a:defRPr>
            </a:lvl5pPr>
            <a:lvl6pPr>
              <a:defRPr sz="1875" b="0">
                <a:solidFill>
                  <a:srgbClr val="E7F1E1"/>
                </a:solidFill>
                <a:latin typeface="Inter"/>
                <a:ea typeface="Inter"/>
                <a:cs typeface="Inter"/>
              </a:defRPr>
            </a:lvl6pPr>
            <a:lvl7pPr>
              <a:defRPr sz="1875" b="0">
                <a:solidFill>
                  <a:srgbClr val="E7F1E1"/>
                </a:solidFill>
                <a:latin typeface="Inter"/>
                <a:ea typeface="Inter"/>
                <a:cs typeface="Inter"/>
              </a:defRPr>
            </a:lvl7pPr>
            <a:lvl8pPr>
              <a:defRPr sz="1875" b="0">
                <a:solidFill>
                  <a:srgbClr val="E7F1E1"/>
                </a:solidFill>
                <a:latin typeface="Inter"/>
                <a:ea typeface="Inter"/>
                <a:cs typeface="Inter"/>
              </a:defRPr>
            </a:lvl8pPr>
            <a:lvl9pPr>
              <a:defRPr sz="1875" b="0">
                <a:solidFill>
                  <a:srgbClr val="E7F1E1"/>
                </a:solidFill>
                <a:latin typeface="Inter"/>
                <a:ea typeface="Inter"/>
                <a:cs typeface="Inter"/>
              </a:defRPr>
            </a:lvl9pPr>
          </a:lstStyle>
          <a:p xmlns:a="http://schemas.openxmlformats.org/drawingml/2006/main">
            <a:pPr>
              <a:defRPr sz="1875" b="0">
                <a:solidFill>
                  <a:srgbClr val="E7F1E1"/>
                </a:solidFill>
                <a:latin typeface="Inter"/>
                <a:ea typeface="Inter"/>
                <a:cs typeface="Inter"/>
              </a:defRPr>
            </a:pPr>
            <a:r>
              <a:rPr sz="1875" b="0">
                <a:solidFill>
                  <a:srgbClr val="E7F1E1"/>
                </a:solidFill>
                <a:latin typeface="Inter"/>
                <a:ea typeface="Inter"/>
                <a:cs typeface="Inter"/>
              </a:rPr>
              <a:t>Compare measured activity</a:t>
            </a:r>
          </a:p>
          <a:p xmlns:a="http://schemas.openxmlformats.org/drawingml/2006/main">
            <a:pPr>
              <a:defRPr sz="1875" b="0">
                <a:solidFill>
                  <a:srgbClr val="E7F1E1"/>
                </a:solidFill>
                <a:latin typeface="Inter"/>
                <a:ea typeface="Inter"/>
                <a:cs typeface="Inter"/>
              </a:defRPr>
            </a:pPr>
            <a:r>
              <a:rPr sz="1875" b="0">
                <a:solidFill>
                  <a:srgbClr val="E7F1E1"/>
                </a:solidFill>
                <a:latin typeface="Inter"/>
                <a:ea typeface="Inter"/>
                <a:cs typeface="Inter"/>
              </a:rPr>
              <a:t>with compatible marker evidence.</a:t>
            </a:r>
          </a:p>
          <a:p xmlns:a="http://schemas.openxmlformats.org/drawingml/2006/main">
            <a:pPr>
              <a:defRPr sz="1875" b="0">
                <a:solidFill>
                  <a:srgbClr val="E7F1E1"/>
                </a:solidFill>
                <a:latin typeface="Inter"/>
                <a:ea typeface="Inter"/>
                <a:cs typeface="Inter"/>
              </a:defRPr>
            </a:pPr>
            <a:r>
              <a:rPr sz="1875" b="0">
                <a:solidFill>
                  <a:srgbClr val="E7F1E1"/>
                </a:solidFill>
                <a:latin typeface="Inter"/>
                <a:ea typeface="Inter"/>
                <a:cs typeface="Inter"/>
              </a:rPr>
              <a:t>Explain candidates and uncertainty.</a:t>
            </a:r>
          </a:p>
        </p:txBody>
      </p:sp>
      <p:sp>
        <p:nvSpPr>
          <p:cNvPr id="23" name="text-62">
            <a:extLst xmlns:a="http://schemas.openxmlformats.org/drawingml/2006/main">
              <a:ext uri="{FF2B5EF4-FFF2-40B4-BE49-F238E27FC236}">
                <a16:creationId xmlns:a16="http://schemas.microsoft.com/office/drawing/2014/main" id="{6A63605A-5148-4842-90AA-DC724487425C}"/>
              </a:ext>
            </a:extLst>
          </p:cNvPr>
          <p:cNvSpPr>
            <a:spLocks xmlns:a="http://schemas.openxmlformats.org/drawingml/2006/main" noGrp="1"/>
          </p:cNvSpPr>
          <p:nvPr/>
        </p:nvSpPr>
        <p:spPr>
          <a:xfrm xmlns:a="http://schemas.openxmlformats.org/drawingml/2006/main">
            <a:off x="7553325" y="5086350"/>
            <a:ext cx="38576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1B5E20"/>
                </a:solidFill>
                <a:latin typeface="Inter"/>
                <a:ea typeface="Inter"/>
                <a:cs typeface="Inter"/>
              </a:defRPr>
            </a:defPPr>
            <a:lvl1pPr>
              <a:defRPr sz="1725" b="1">
                <a:solidFill>
                  <a:srgbClr val="1B5E20"/>
                </a:solidFill>
                <a:latin typeface="Inter"/>
                <a:ea typeface="Inter"/>
                <a:cs typeface="Inter"/>
              </a:defRPr>
            </a:lvl1pPr>
            <a:lvl2pPr>
              <a:defRPr sz="1725" b="1">
                <a:solidFill>
                  <a:srgbClr val="1B5E20"/>
                </a:solidFill>
                <a:latin typeface="Inter"/>
                <a:ea typeface="Inter"/>
                <a:cs typeface="Inter"/>
              </a:defRPr>
            </a:lvl2pPr>
            <a:lvl3pPr>
              <a:defRPr sz="1725" b="1">
                <a:solidFill>
                  <a:srgbClr val="1B5E20"/>
                </a:solidFill>
                <a:latin typeface="Inter"/>
                <a:ea typeface="Inter"/>
                <a:cs typeface="Inter"/>
              </a:defRPr>
            </a:lvl3pPr>
            <a:lvl4pPr>
              <a:defRPr sz="1725" b="1">
                <a:solidFill>
                  <a:srgbClr val="1B5E20"/>
                </a:solidFill>
                <a:latin typeface="Inter"/>
                <a:ea typeface="Inter"/>
                <a:cs typeface="Inter"/>
              </a:defRPr>
            </a:lvl4pPr>
            <a:lvl5pPr>
              <a:defRPr sz="1725" b="1">
                <a:solidFill>
                  <a:srgbClr val="1B5E20"/>
                </a:solidFill>
                <a:latin typeface="Inter"/>
                <a:ea typeface="Inter"/>
                <a:cs typeface="Inter"/>
              </a:defRPr>
            </a:lvl5pPr>
            <a:lvl6pPr>
              <a:defRPr sz="1725" b="1">
                <a:solidFill>
                  <a:srgbClr val="1B5E20"/>
                </a:solidFill>
                <a:latin typeface="Inter"/>
                <a:ea typeface="Inter"/>
                <a:cs typeface="Inter"/>
              </a:defRPr>
            </a:lvl6pPr>
            <a:lvl7pPr>
              <a:defRPr sz="1725" b="1">
                <a:solidFill>
                  <a:srgbClr val="1B5E20"/>
                </a:solidFill>
                <a:latin typeface="Inter"/>
                <a:ea typeface="Inter"/>
                <a:cs typeface="Inter"/>
              </a:defRPr>
            </a:lvl7pPr>
            <a:lvl8pPr>
              <a:defRPr sz="1725" b="1">
                <a:solidFill>
                  <a:srgbClr val="1B5E20"/>
                </a:solidFill>
                <a:latin typeface="Inter"/>
                <a:ea typeface="Inter"/>
                <a:cs typeface="Inter"/>
              </a:defRPr>
            </a:lvl8pPr>
            <a:lvl9pPr>
              <a:defRPr sz="1725" b="1">
                <a:solidFill>
                  <a:srgbClr val="1B5E20"/>
                </a:solidFill>
                <a:latin typeface="Inter"/>
                <a:ea typeface="Inter"/>
                <a:cs typeface="Inter"/>
              </a:defRPr>
            </a:lvl9pPr>
          </a:lstStyle>
          <a:p xmlns:a="http://schemas.openxmlformats.org/drawingml/2006/main">
            <a:pPr>
              <a:defRPr sz="1725" b="1">
                <a:solidFill>
                  <a:srgbClr val="1B5E20"/>
                </a:solidFill>
                <a:latin typeface="Inter"/>
                <a:ea typeface="Inter"/>
                <a:cs typeface="Inter"/>
              </a:defRPr>
            </a:pPr>
            <a:r>
              <a:rPr sz="1725" b="1">
                <a:solidFill>
                  <a:srgbClr val="1B5E20"/>
                </a:solidFill>
                <a:latin typeface="Inter"/>
                <a:ea typeface="Inter"/>
                <a:cs typeface="Inter"/>
              </a:rPr>
              <a:t>Saved reviews enter separately</a:t>
            </a:r>
          </a:p>
          <a:p xmlns:a="http://schemas.openxmlformats.org/drawingml/2006/main">
            <a:pPr>
              <a:defRPr sz="1725" b="1">
                <a:solidFill>
                  <a:srgbClr val="1B5E20"/>
                </a:solidFill>
                <a:latin typeface="Inter"/>
                <a:ea typeface="Inter"/>
                <a:cs typeface="Inter"/>
              </a:defRPr>
            </a:pPr>
            <a:r>
              <a:rPr sz="1725" b="1">
                <a:solidFill>
                  <a:srgbClr val="1B5E20"/>
                </a:solidFill>
                <a:latin typeface="Inter"/>
                <a:ea typeface="Inter"/>
                <a:cs typeface="Inter"/>
              </a:rPr>
              <a:t>through Meterless H-MEM.</a:t>
            </a:r>
          </a:p>
        </p:txBody>
      </p:sp>
      <p:sp>
        <p:nvSpPr>
          <p:cNvPr id="24" name="text-63">
            <a:extLst xmlns:a="http://schemas.openxmlformats.org/drawingml/2006/main">
              <a:ext uri="{FF2B5EF4-FFF2-40B4-BE49-F238E27FC236}">
                <a16:creationId xmlns:a16="http://schemas.microsoft.com/office/drawing/2014/main" id="{55C287CC-8037-431F-ABFA-AA95F6A9EE3D}"/>
              </a:ext>
            </a:extLst>
          </p:cNvPr>
          <p:cNvSpPr>
            <a:spLocks xmlns:a="http://schemas.openxmlformats.org/drawingml/2006/main" noGrp="1"/>
          </p:cNvSpPr>
          <p:nvPr/>
        </p:nvSpPr>
        <p:spPr>
          <a:xfrm xmlns:a="http://schemas.openxmlformats.org/drawingml/2006/main">
            <a:off x="552450" y="5934075"/>
            <a:ext cx="111061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657167"/>
                </a:solidFill>
                <a:latin typeface="Inter"/>
                <a:ea typeface="Inter"/>
                <a:cs typeface="Inter"/>
              </a:defRPr>
            </a:defPPr>
            <a:lvl1pPr>
              <a:defRPr sz="1575" b="0">
                <a:solidFill>
                  <a:srgbClr val="657167"/>
                </a:solidFill>
                <a:latin typeface="Inter"/>
                <a:ea typeface="Inter"/>
                <a:cs typeface="Inter"/>
              </a:defRPr>
            </a:lvl1pPr>
            <a:lvl2pPr>
              <a:defRPr sz="1575" b="0">
                <a:solidFill>
                  <a:srgbClr val="657167"/>
                </a:solidFill>
                <a:latin typeface="Inter"/>
                <a:ea typeface="Inter"/>
                <a:cs typeface="Inter"/>
              </a:defRPr>
            </a:lvl2pPr>
            <a:lvl3pPr>
              <a:defRPr sz="1575" b="0">
                <a:solidFill>
                  <a:srgbClr val="657167"/>
                </a:solidFill>
                <a:latin typeface="Inter"/>
                <a:ea typeface="Inter"/>
                <a:cs typeface="Inter"/>
              </a:defRPr>
            </a:lvl3pPr>
            <a:lvl4pPr>
              <a:defRPr sz="1575" b="0">
                <a:solidFill>
                  <a:srgbClr val="657167"/>
                </a:solidFill>
                <a:latin typeface="Inter"/>
                <a:ea typeface="Inter"/>
                <a:cs typeface="Inter"/>
              </a:defRPr>
            </a:lvl4pPr>
            <a:lvl5pPr>
              <a:defRPr sz="1575" b="0">
                <a:solidFill>
                  <a:srgbClr val="657167"/>
                </a:solidFill>
                <a:latin typeface="Inter"/>
                <a:ea typeface="Inter"/>
                <a:cs typeface="Inter"/>
              </a:defRPr>
            </a:lvl5pPr>
            <a:lvl6pPr>
              <a:defRPr sz="1575" b="0">
                <a:solidFill>
                  <a:srgbClr val="657167"/>
                </a:solidFill>
                <a:latin typeface="Inter"/>
                <a:ea typeface="Inter"/>
                <a:cs typeface="Inter"/>
              </a:defRPr>
            </a:lvl6pPr>
            <a:lvl7pPr>
              <a:defRPr sz="1575" b="0">
                <a:solidFill>
                  <a:srgbClr val="657167"/>
                </a:solidFill>
                <a:latin typeface="Inter"/>
                <a:ea typeface="Inter"/>
                <a:cs typeface="Inter"/>
              </a:defRPr>
            </a:lvl7pPr>
            <a:lvl8pPr>
              <a:defRPr sz="1575" b="0">
                <a:solidFill>
                  <a:srgbClr val="657167"/>
                </a:solidFill>
                <a:latin typeface="Inter"/>
                <a:ea typeface="Inter"/>
                <a:cs typeface="Inter"/>
              </a:defRPr>
            </a:lvl8pPr>
            <a:lvl9pPr>
              <a:defRPr sz="1575" b="0">
                <a:solidFill>
                  <a:srgbClr val="657167"/>
                </a:solidFill>
                <a:latin typeface="Inter"/>
                <a:ea typeface="Inter"/>
                <a:cs typeface="Inter"/>
              </a:defRPr>
            </a:lvl9pPr>
          </a:lstStyle>
          <a:p xmlns:a="http://schemas.openxmlformats.org/drawingml/2006/main">
            <a:pPr>
              <a:defRPr sz="1575" b="0">
                <a:solidFill>
                  <a:srgbClr val="657167"/>
                </a:solidFill>
                <a:latin typeface="Inter"/>
                <a:ea typeface="Inter"/>
                <a:cs typeface="Inter"/>
              </a:defRPr>
            </a:pPr>
            <a:r>
              <a:rPr sz="1575" b="0">
                <a:solidFill>
                  <a:srgbClr val="657167"/>
                </a:solidFill>
                <a:latin typeface="Inter"/>
                <a:ea typeface="Inter"/>
                <a:cs typeface="Inter"/>
              </a:rPr>
              <a:t>Next connections: SoyBase mapping, live orthology and compatible nodule reference panels.</a:t>
            </a:r>
          </a:p>
        </p:txBody>
      </p:sp>
    </p:spTree>
    <p:extLst>
      <p:ext uri="{BB962C8B-B14F-4D97-AF65-F5344CB8AC3E}">
        <p14:creationId xmlns:p14="http://schemas.microsoft.com/office/powerpoint/2010/main" val="210570023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ext-64">
            <a:extLst xmlns:a="http://schemas.openxmlformats.org/drawingml/2006/main">
              <a:ext uri="{FF2B5EF4-FFF2-40B4-BE49-F238E27FC236}">
                <a16:creationId xmlns:a16="http://schemas.microsoft.com/office/drawing/2014/main" id="{F7C9ED9B-2425-4862-B6AC-090CAE1F057E}"/>
              </a:ext>
            </a:extLst>
          </p:cNvPr>
          <p:cNvSpPr>
            <a:spLocks xmlns:a="http://schemas.openxmlformats.org/drawingml/2006/main" noGrp="1"/>
          </p:cNvSpPr>
          <p:nvPr/>
        </p:nvSpPr>
        <p:spPr>
          <a:xfrm xmlns:a="http://schemas.openxmlformats.org/drawingml/2006/main">
            <a:off x="533400" y="285750"/>
            <a:ext cx="11125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1B5E20"/>
                </a:solidFill>
                <a:latin typeface="Inter"/>
                <a:ea typeface="Inter"/>
                <a:cs typeface="Inter"/>
              </a:defRPr>
            </a:defPPr>
            <a:lvl1pPr>
              <a:defRPr sz="1275" b="1">
                <a:solidFill>
                  <a:srgbClr val="1B5E20"/>
                </a:solidFill>
                <a:latin typeface="Inter"/>
                <a:ea typeface="Inter"/>
                <a:cs typeface="Inter"/>
              </a:defRPr>
            </a:lvl1pPr>
            <a:lvl2pPr>
              <a:defRPr sz="1275" b="1">
                <a:solidFill>
                  <a:srgbClr val="1B5E20"/>
                </a:solidFill>
                <a:latin typeface="Inter"/>
                <a:ea typeface="Inter"/>
                <a:cs typeface="Inter"/>
              </a:defRPr>
            </a:lvl2pPr>
            <a:lvl3pPr>
              <a:defRPr sz="1275" b="1">
                <a:solidFill>
                  <a:srgbClr val="1B5E20"/>
                </a:solidFill>
                <a:latin typeface="Inter"/>
                <a:ea typeface="Inter"/>
                <a:cs typeface="Inter"/>
              </a:defRPr>
            </a:lvl3pPr>
            <a:lvl4pPr>
              <a:defRPr sz="1275" b="1">
                <a:solidFill>
                  <a:srgbClr val="1B5E20"/>
                </a:solidFill>
                <a:latin typeface="Inter"/>
                <a:ea typeface="Inter"/>
                <a:cs typeface="Inter"/>
              </a:defRPr>
            </a:lvl4pPr>
            <a:lvl5pPr>
              <a:defRPr sz="1275" b="1">
                <a:solidFill>
                  <a:srgbClr val="1B5E20"/>
                </a:solidFill>
                <a:latin typeface="Inter"/>
                <a:ea typeface="Inter"/>
                <a:cs typeface="Inter"/>
              </a:defRPr>
            </a:lvl5pPr>
            <a:lvl6pPr>
              <a:defRPr sz="1275" b="1">
                <a:solidFill>
                  <a:srgbClr val="1B5E20"/>
                </a:solidFill>
                <a:latin typeface="Inter"/>
                <a:ea typeface="Inter"/>
                <a:cs typeface="Inter"/>
              </a:defRPr>
            </a:lvl6pPr>
            <a:lvl7pPr>
              <a:defRPr sz="1275" b="1">
                <a:solidFill>
                  <a:srgbClr val="1B5E20"/>
                </a:solidFill>
                <a:latin typeface="Inter"/>
                <a:ea typeface="Inter"/>
                <a:cs typeface="Inter"/>
              </a:defRPr>
            </a:lvl7pPr>
            <a:lvl8pPr>
              <a:defRPr sz="1275" b="1">
                <a:solidFill>
                  <a:srgbClr val="1B5E20"/>
                </a:solidFill>
                <a:latin typeface="Inter"/>
                <a:ea typeface="Inter"/>
                <a:cs typeface="Inter"/>
              </a:defRPr>
            </a:lvl8pPr>
            <a:lvl9pPr>
              <a:defRPr sz="1275" b="1">
                <a:solidFill>
                  <a:srgbClr val="1B5E20"/>
                </a:solidFill>
                <a:latin typeface="Inter"/>
                <a:ea typeface="Inter"/>
                <a:cs typeface="Inter"/>
              </a:defRPr>
            </a:lvl9pPr>
          </a:lstStyle>
          <a:p xmlns:a="http://schemas.openxmlformats.org/drawingml/2006/main">
            <a:pPr>
              <a:defRPr sz="1275" b="1">
                <a:solidFill>
                  <a:srgbClr val="1B5E20"/>
                </a:solidFill>
                <a:latin typeface="Inter"/>
                <a:ea typeface="Inter"/>
                <a:cs typeface="Inter"/>
              </a:defRPr>
            </a:pPr>
            <a:r>
              <a:rPr sz="1275" b="1">
                <a:solidFill>
                  <a:srgbClr val="1B5E20"/>
                </a:solidFill>
                <a:latin typeface="Inter"/>
                <a:ea typeface="Inter"/>
                <a:cs typeface="Inter"/>
              </a:rPr>
              <a:t>04 / ZETARIS</a:t>
            </a:r>
          </a:p>
        </p:txBody>
      </p:sp>
      <p:sp>
        <p:nvSpPr>
          <p:cNvPr id="2" name="text-65">
            <a:extLst xmlns:a="http://schemas.openxmlformats.org/drawingml/2006/main">
              <a:ext uri="{FF2B5EF4-FFF2-40B4-BE49-F238E27FC236}">
                <a16:creationId xmlns:a16="http://schemas.microsoft.com/office/drawing/2014/main" id="{AA3E8714-0FC1-48A4-BB7A-543DF1BD5C35}"/>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4221A"/>
                </a:solidFill>
                <a:latin typeface="Inter"/>
                <a:ea typeface="Inter"/>
                <a:cs typeface="Inter"/>
              </a:defRPr>
            </a:defPPr>
            <a:lvl1pPr>
              <a:defRPr sz="3225" b="1">
                <a:solidFill>
                  <a:srgbClr val="14221A"/>
                </a:solidFill>
                <a:latin typeface="Inter"/>
                <a:ea typeface="Inter"/>
                <a:cs typeface="Inter"/>
              </a:defRPr>
            </a:lvl1pPr>
            <a:lvl2pPr>
              <a:defRPr sz="3225" b="1">
                <a:solidFill>
                  <a:srgbClr val="14221A"/>
                </a:solidFill>
                <a:latin typeface="Inter"/>
                <a:ea typeface="Inter"/>
                <a:cs typeface="Inter"/>
              </a:defRPr>
            </a:lvl2pPr>
            <a:lvl3pPr>
              <a:defRPr sz="3225" b="1">
                <a:solidFill>
                  <a:srgbClr val="14221A"/>
                </a:solidFill>
                <a:latin typeface="Inter"/>
                <a:ea typeface="Inter"/>
                <a:cs typeface="Inter"/>
              </a:defRPr>
            </a:lvl3pPr>
            <a:lvl4pPr>
              <a:defRPr sz="3225" b="1">
                <a:solidFill>
                  <a:srgbClr val="14221A"/>
                </a:solidFill>
                <a:latin typeface="Inter"/>
                <a:ea typeface="Inter"/>
                <a:cs typeface="Inter"/>
              </a:defRPr>
            </a:lvl4pPr>
            <a:lvl5pPr>
              <a:defRPr sz="3225" b="1">
                <a:solidFill>
                  <a:srgbClr val="14221A"/>
                </a:solidFill>
                <a:latin typeface="Inter"/>
                <a:ea typeface="Inter"/>
                <a:cs typeface="Inter"/>
              </a:defRPr>
            </a:lvl5pPr>
            <a:lvl6pPr>
              <a:defRPr sz="3225" b="1">
                <a:solidFill>
                  <a:srgbClr val="14221A"/>
                </a:solidFill>
                <a:latin typeface="Inter"/>
                <a:ea typeface="Inter"/>
                <a:cs typeface="Inter"/>
              </a:defRPr>
            </a:lvl6pPr>
            <a:lvl7pPr>
              <a:defRPr sz="3225" b="1">
                <a:solidFill>
                  <a:srgbClr val="14221A"/>
                </a:solidFill>
                <a:latin typeface="Inter"/>
                <a:ea typeface="Inter"/>
                <a:cs typeface="Inter"/>
              </a:defRPr>
            </a:lvl7pPr>
            <a:lvl8pPr>
              <a:defRPr sz="3225" b="1">
                <a:solidFill>
                  <a:srgbClr val="14221A"/>
                </a:solidFill>
                <a:latin typeface="Inter"/>
                <a:ea typeface="Inter"/>
                <a:cs typeface="Inter"/>
              </a:defRPr>
            </a:lvl8pPr>
            <a:lvl9pPr>
              <a:defRPr sz="3225" b="1">
                <a:solidFill>
                  <a:srgbClr val="14221A"/>
                </a:solidFill>
                <a:latin typeface="Inter"/>
                <a:ea typeface="Inter"/>
                <a:cs typeface="Inter"/>
              </a:defRPr>
            </a:lvl9pPr>
          </a:lstStyle>
          <a:p xmlns:a="http://schemas.openxmlformats.org/drawingml/2006/main">
            <a:pPr>
              <a:defRPr sz="3225" b="1">
                <a:solidFill>
                  <a:srgbClr val="14221A"/>
                </a:solidFill>
                <a:latin typeface="Inter"/>
                <a:ea typeface="Inter"/>
                <a:cs typeface="Inter"/>
              </a:defRPr>
            </a:pPr>
            <a:r>
              <a:rPr sz="3225" b="1">
                <a:solidFill>
                  <a:srgbClr val="14221A"/>
                </a:solidFill>
                <a:latin typeface="Inter"/>
                <a:ea typeface="Inter"/>
                <a:cs typeface="Inter"/>
              </a:rPr>
              <a:t>Zetaris supplies the reference used for annotation.</a:t>
            </a:r>
          </a:p>
        </p:txBody>
      </p:sp>
      <p:sp>
        <p:nvSpPr>
          <p:cNvPr id="3" name="text-66">
            <a:extLst xmlns:a="http://schemas.openxmlformats.org/drawingml/2006/main">
              <a:ext uri="{FF2B5EF4-FFF2-40B4-BE49-F238E27FC236}">
                <a16:creationId xmlns:a16="http://schemas.microsoft.com/office/drawing/2014/main" id="{6A9EFD26-B14F-415A-B68B-BC3DAD2D62F6}"/>
              </a:ext>
            </a:extLst>
          </p:cNvPr>
          <p:cNvSpPr>
            <a:spLocks xmlns:a="http://schemas.openxmlformats.org/drawingml/2006/main" noGrp="1"/>
          </p:cNvSpPr>
          <p:nvPr/>
        </p:nvSpPr>
        <p:spPr>
          <a:xfrm xmlns:a="http://schemas.openxmlformats.org/drawingml/2006/main">
            <a:off x="552450" y="6496050"/>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657167"/>
                </a:solidFill>
                <a:latin typeface="Inter"/>
                <a:ea typeface="Inter"/>
                <a:cs typeface="Inter"/>
              </a:defRPr>
            </a:defPPr>
            <a:lvl1pPr>
              <a:defRPr sz="1050" b="0">
                <a:solidFill>
                  <a:srgbClr val="657167"/>
                </a:solidFill>
                <a:latin typeface="Inter"/>
                <a:ea typeface="Inter"/>
                <a:cs typeface="Inter"/>
              </a:defRPr>
            </a:lvl1pPr>
            <a:lvl2pPr>
              <a:defRPr sz="1050" b="0">
                <a:solidFill>
                  <a:srgbClr val="657167"/>
                </a:solidFill>
                <a:latin typeface="Inter"/>
                <a:ea typeface="Inter"/>
                <a:cs typeface="Inter"/>
              </a:defRPr>
            </a:lvl2pPr>
            <a:lvl3pPr>
              <a:defRPr sz="1050" b="0">
                <a:solidFill>
                  <a:srgbClr val="657167"/>
                </a:solidFill>
                <a:latin typeface="Inter"/>
                <a:ea typeface="Inter"/>
                <a:cs typeface="Inter"/>
              </a:defRPr>
            </a:lvl3pPr>
            <a:lvl4pPr>
              <a:defRPr sz="1050" b="0">
                <a:solidFill>
                  <a:srgbClr val="657167"/>
                </a:solidFill>
                <a:latin typeface="Inter"/>
                <a:ea typeface="Inter"/>
                <a:cs typeface="Inter"/>
              </a:defRPr>
            </a:lvl4pPr>
            <a:lvl5pPr>
              <a:defRPr sz="1050" b="0">
                <a:solidFill>
                  <a:srgbClr val="657167"/>
                </a:solidFill>
                <a:latin typeface="Inter"/>
                <a:ea typeface="Inter"/>
                <a:cs typeface="Inter"/>
              </a:defRPr>
            </a:lvl5pPr>
            <a:lvl6pPr>
              <a:defRPr sz="1050" b="0">
                <a:solidFill>
                  <a:srgbClr val="657167"/>
                </a:solidFill>
                <a:latin typeface="Inter"/>
                <a:ea typeface="Inter"/>
                <a:cs typeface="Inter"/>
              </a:defRPr>
            </a:lvl6pPr>
            <a:lvl7pPr>
              <a:defRPr sz="1050" b="0">
                <a:solidFill>
                  <a:srgbClr val="657167"/>
                </a:solidFill>
                <a:latin typeface="Inter"/>
                <a:ea typeface="Inter"/>
                <a:cs typeface="Inter"/>
              </a:defRPr>
            </a:lvl7pPr>
            <a:lvl8pPr>
              <a:defRPr sz="1050" b="0">
                <a:solidFill>
                  <a:srgbClr val="657167"/>
                </a:solidFill>
                <a:latin typeface="Inter"/>
                <a:ea typeface="Inter"/>
                <a:cs typeface="Inter"/>
              </a:defRPr>
            </a:lvl8pPr>
            <a:lvl9pPr>
              <a:defRPr sz="1050" b="0">
                <a:solidFill>
                  <a:srgbClr val="657167"/>
                </a:solidFill>
                <a:latin typeface="Inter"/>
                <a:ea typeface="Inter"/>
                <a:cs typeface="Inter"/>
              </a:defRPr>
            </a:lvl9pPr>
          </a:lstStyle>
          <a:p xmlns:a="http://schemas.openxmlformats.org/drawingml/2006/main">
            <a:pPr>
              <a:defRPr sz="1050" b="0">
                <a:solidFill>
                  <a:srgbClr val="657167"/>
                </a:solidFill>
                <a:latin typeface="Inter"/>
                <a:ea typeface="Inter"/>
                <a:cs typeface="Inter"/>
              </a:defRPr>
            </a:pPr>
            <a:r>
              <a:rPr sz="1050" b="0">
                <a:solidFill>
                  <a:srgbClr val="657167"/>
                </a:solidFill>
                <a:latin typeface="Inter"/>
                <a:ea typeface="Inter"/>
                <a:cs typeface="Inter"/>
              </a:rPr>
              <a:t>CELLORAS / TECHNICAL COMPANION</a:t>
            </a:r>
          </a:p>
        </p:txBody>
      </p:sp>
      <p:sp>
        <p:nvSpPr>
          <p:cNvPr id="4" name="text-67">
            <a:extLst xmlns:a="http://schemas.openxmlformats.org/drawingml/2006/main">
              <a:ext uri="{FF2B5EF4-FFF2-40B4-BE49-F238E27FC236}">
                <a16:creationId xmlns:a16="http://schemas.microsoft.com/office/drawing/2014/main" id="{DE9656F6-2F73-402D-A9F3-37B1840823BA}"/>
              </a:ext>
            </a:extLst>
          </p:cNvPr>
          <p:cNvSpPr>
            <a:spLocks xmlns:a="http://schemas.openxmlformats.org/drawingml/2006/main" noGrp="1"/>
          </p:cNvSpPr>
          <p:nvPr/>
        </p:nvSpPr>
        <p:spPr>
          <a:xfrm xmlns:a="http://schemas.openxmlformats.org/drawingml/2006/main">
            <a:off x="11239500" y="6467475"/>
            <a:ext cx="419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1B5E20"/>
                </a:solidFill>
                <a:latin typeface="Inter"/>
                <a:ea typeface="Inter"/>
                <a:cs typeface="Inter"/>
              </a:defRPr>
            </a:defPPr>
            <a:lvl1pPr>
              <a:defRPr sz="1275" b="1">
                <a:solidFill>
                  <a:srgbClr val="1B5E20"/>
                </a:solidFill>
                <a:latin typeface="Inter"/>
                <a:ea typeface="Inter"/>
                <a:cs typeface="Inter"/>
              </a:defRPr>
            </a:lvl1pPr>
            <a:lvl2pPr>
              <a:defRPr sz="1275" b="1">
                <a:solidFill>
                  <a:srgbClr val="1B5E20"/>
                </a:solidFill>
                <a:latin typeface="Inter"/>
                <a:ea typeface="Inter"/>
                <a:cs typeface="Inter"/>
              </a:defRPr>
            </a:lvl2pPr>
            <a:lvl3pPr>
              <a:defRPr sz="1275" b="1">
                <a:solidFill>
                  <a:srgbClr val="1B5E20"/>
                </a:solidFill>
                <a:latin typeface="Inter"/>
                <a:ea typeface="Inter"/>
                <a:cs typeface="Inter"/>
              </a:defRPr>
            </a:lvl3pPr>
            <a:lvl4pPr>
              <a:defRPr sz="1275" b="1">
                <a:solidFill>
                  <a:srgbClr val="1B5E20"/>
                </a:solidFill>
                <a:latin typeface="Inter"/>
                <a:ea typeface="Inter"/>
                <a:cs typeface="Inter"/>
              </a:defRPr>
            </a:lvl4pPr>
            <a:lvl5pPr>
              <a:defRPr sz="1275" b="1">
                <a:solidFill>
                  <a:srgbClr val="1B5E20"/>
                </a:solidFill>
                <a:latin typeface="Inter"/>
                <a:ea typeface="Inter"/>
                <a:cs typeface="Inter"/>
              </a:defRPr>
            </a:lvl5pPr>
            <a:lvl6pPr>
              <a:defRPr sz="1275" b="1">
                <a:solidFill>
                  <a:srgbClr val="1B5E20"/>
                </a:solidFill>
                <a:latin typeface="Inter"/>
                <a:ea typeface="Inter"/>
                <a:cs typeface="Inter"/>
              </a:defRPr>
            </a:lvl6pPr>
            <a:lvl7pPr>
              <a:defRPr sz="1275" b="1">
                <a:solidFill>
                  <a:srgbClr val="1B5E20"/>
                </a:solidFill>
                <a:latin typeface="Inter"/>
                <a:ea typeface="Inter"/>
                <a:cs typeface="Inter"/>
              </a:defRPr>
            </a:lvl7pPr>
            <a:lvl8pPr>
              <a:defRPr sz="1275" b="1">
                <a:solidFill>
                  <a:srgbClr val="1B5E20"/>
                </a:solidFill>
                <a:latin typeface="Inter"/>
                <a:ea typeface="Inter"/>
                <a:cs typeface="Inter"/>
              </a:defRPr>
            </a:lvl8pPr>
            <a:lvl9pPr>
              <a:defRPr sz="1275" b="1">
                <a:solidFill>
                  <a:srgbClr val="1B5E20"/>
                </a:solidFill>
                <a:latin typeface="Inter"/>
                <a:ea typeface="Inter"/>
                <a:cs typeface="Inter"/>
              </a:defRPr>
            </a:lvl9pPr>
          </a:lstStyle>
          <a:p xmlns:a="http://schemas.openxmlformats.org/drawingml/2006/main">
            <a:pPr>
              <a:defRPr sz="1275" b="1">
                <a:solidFill>
                  <a:srgbClr val="1B5E20"/>
                </a:solidFill>
                <a:latin typeface="Inter"/>
                <a:ea typeface="Inter"/>
                <a:cs typeface="Inter"/>
              </a:defRPr>
            </a:pPr>
            <a:r>
              <a:rPr sz="1275" b="1">
                <a:solidFill>
                  <a:srgbClr val="1B5E20"/>
                </a:solidFill>
                <a:latin typeface="Inter"/>
                <a:ea typeface="Inter"/>
                <a:cs typeface="Inter"/>
              </a:rPr>
              <a:t>04</a:t>
            </a:r>
          </a:p>
        </p:txBody>
      </p:sp>
      <p:sp>
        <p:nvSpPr>
          <p:cNvPr id="5" name="text-68">
            <a:extLst xmlns:a="http://schemas.openxmlformats.org/drawingml/2006/main">
              <a:ext uri="{FF2B5EF4-FFF2-40B4-BE49-F238E27FC236}">
                <a16:creationId xmlns:a16="http://schemas.microsoft.com/office/drawing/2014/main" id="{27F0D24B-1745-43BF-AD0D-13E0576987BD}"/>
              </a:ext>
            </a:extLst>
          </p:cNvPr>
          <p:cNvSpPr>
            <a:spLocks xmlns:a="http://schemas.openxmlformats.org/drawingml/2006/main" noGrp="1"/>
          </p:cNvSpPr>
          <p:nvPr/>
        </p:nvSpPr>
        <p:spPr>
          <a:xfrm xmlns:a="http://schemas.openxmlformats.org/drawingml/2006/main">
            <a:off x="552450" y="2038350"/>
            <a:ext cx="5857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B5E20"/>
                </a:solidFill>
                <a:latin typeface="Inter"/>
                <a:ea typeface="Inter"/>
                <a:cs typeface="Inter"/>
              </a:defRPr>
            </a:defPPr>
            <a:lvl1pPr>
              <a:defRPr sz="2175" b="1">
                <a:solidFill>
                  <a:srgbClr val="1B5E20"/>
                </a:solidFill>
                <a:latin typeface="Inter"/>
                <a:ea typeface="Inter"/>
                <a:cs typeface="Inter"/>
              </a:defRPr>
            </a:lvl1pPr>
            <a:lvl2pPr>
              <a:defRPr sz="2175" b="1">
                <a:solidFill>
                  <a:srgbClr val="1B5E20"/>
                </a:solidFill>
                <a:latin typeface="Inter"/>
                <a:ea typeface="Inter"/>
                <a:cs typeface="Inter"/>
              </a:defRPr>
            </a:lvl2pPr>
            <a:lvl3pPr>
              <a:defRPr sz="2175" b="1">
                <a:solidFill>
                  <a:srgbClr val="1B5E20"/>
                </a:solidFill>
                <a:latin typeface="Inter"/>
                <a:ea typeface="Inter"/>
                <a:cs typeface="Inter"/>
              </a:defRPr>
            </a:lvl3pPr>
            <a:lvl4pPr>
              <a:defRPr sz="2175" b="1">
                <a:solidFill>
                  <a:srgbClr val="1B5E20"/>
                </a:solidFill>
                <a:latin typeface="Inter"/>
                <a:ea typeface="Inter"/>
                <a:cs typeface="Inter"/>
              </a:defRPr>
            </a:lvl4pPr>
            <a:lvl5pPr>
              <a:defRPr sz="2175" b="1">
                <a:solidFill>
                  <a:srgbClr val="1B5E20"/>
                </a:solidFill>
                <a:latin typeface="Inter"/>
                <a:ea typeface="Inter"/>
                <a:cs typeface="Inter"/>
              </a:defRPr>
            </a:lvl5pPr>
            <a:lvl6pPr>
              <a:defRPr sz="2175" b="1">
                <a:solidFill>
                  <a:srgbClr val="1B5E20"/>
                </a:solidFill>
                <a:latin typeface="Inter"/>
                <a:ea typeface="Inter"/>
                <a:cs typeface="Inter"/>
              </a:defRPr>
            </a:lvl6pPr>
            <a:lvl7pPr>
              <a:defRPr sz="2175" b="1">
                <a:solidFill>
                  <a:srgbClr val="1B5E20"/>
                </a:solidFill>
                <a:latin typeface="Inter"/>
                <a:ea typeface="Inter"/>
                <a:cs typeface="Inter"/>
              </a:defRPr>
            </a:lvl7pPr>
            <a:lvl8pPr>
              <a:defRPr sz="2175" b="1">
                <a:solidFill>
                  <a:srgbClr val="1B5E20"/>
                </a:solidFill>
                <a:latin typeface="Inter"/>
                <a:ea typeface="Inter"/>
                <a:cs typeface="Inter"/>
              </a:defRPr>
            </a:lvl8pPr>
            <a:lvl9pPr>
              <a:defRPr sz="2175" b="1">
                <a:solidFill>
                  <a:srgbClr val="1B5E20"/>
                </a:solidFill>
                <a:latin typeface="Inter"/>
                <a:ea typeface="Inter"/>
                <a:cs typeface="Inter"/>
              </a:defRPr>
            </a:lvl9pPr>
          </a:lstStyle>
          <a:p xmlns:a="http://schemas.openxmlformats.org/drawingml/2006/main">
            <a:pPr>
              <a:defRPr sz="2175" b="1">
                <a:solidFill>
                  <a:srgbClr val="1B5E20"/>
                </a:solidFill>
                <a:latin typeface="Inter"/>
                <a:ea typeface="Inter"/>
                <a:cs typeface="Inter"/>
              </a:defRPr>
            </a:pPr>
            <a:r>
              <a:rPr sz="2175" b="1">
                <a:solidFill>
                  <a:srgbClr val="1B5E20"/>
                </a:solidFill>
                <a:latin typeface="Inter"/>
                <a:ea typeface="Inter"/>
                <a:cs typeface="Inter"/>
              </a:rPr>
              <a:t>A real, read-only SQL connection</a:t>
            </a:r>
          </a:p>
        </p:txBody>
      </p:sp>
      <p:sp>
        <p:nvSpPr>
          <p:cNvPr id="6" name="box-69">
            <a:extLst xmlns:a="http://schemas.openxmlformats.org/drawingml/2006/main">
              <a:ext uri="{FF2B5EF4-FFF2-40B4-BE49-F238E27FC236}">
                <a16:creationId xmlns:a16="http://schemas.microsoft.com/office/drawing/2014/main" id="{BDFDEA5B-0F28-4211-910B-1DD465E745A6}"/>
              </a:ext>
            </a:extLst>
          </p:cNvPr>
          <p:cNvSpPr>
            <a:spLocks xmlns:a="http://schemas.openxmlformats.org/drawingml/2006/main" noGrp="1"/>
          </p:cNvSpPr>
          <p:nvPr/>
        </p:nvSpPr>
        <p:spPr>
          <a:xfrm xmlns:a="http://schemas.openxmlformats.org/drawingml/2006/main">
            <a:off x="552450" y="2647950"/>
            <a:ext cx="5857875" cy="1419225"/>
          </a:xfrm>
          <a:prstGeom xmlns:a="http://schemas.openxmlformats.org/drawingml/2006/main" prst="rect">
            <a:avLst/>
          </a:prstGeom>
          <a:solidFill xmlns:a="http://schemas.openxmlformats.org/drawingml/2006/main">
            <a:srgbClr val="14221A"/>
          </a:solidFill>
          <a:ln xmlns:a="http://schemas.openxmlformats.org/drawingml/2006/main" w="0">
            <a:noFill/>
          </a:ln>
        </p:spPr>
      </p:sp>
      <p:sp>
        <p:nvSpPr>
          <p:cNvPr id="7" name="text-70">
            <a:extLst xmlns:a="http://schemas.openxmlformats.org/drawingml/2006/main">
              <a:ext uri="{FF2B5EF4-FFF2-40B4-BE49-F238E27FC236}">
                <a16:creationId xmlns:a16="http://schemas.microsoft.com/office/drawing/2014/main" id="{8F4210F0-01C3-49C1-AA67-EF6F0F599F3E}"/>
              </a:ext>
            </a:extLst>
          </p:cNvPr>
          <p:cNvSpPr>
            <a:spLocks xmlns:a="http://schemas.openxmlformats.org/drawingml/2006/main" noGrp="1"/>
          </p:cNvSpPr>
          <p:nvPr/>
        </p:nvSpPr>
        <p:spPr>
          <a:xfrm xmlns:a="http://schemas.openxmlformats.org/drawingml/2006/main">
            <a:off x="742950" y="2838450"/>
            <a:ext cx="54768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b="0">
                <a:solidFill>
                  <a:srgbClr val="E8F0E4"/>
                </a:solidFill>
                <a:latin typeface="Inter"/>
                <a:ea typeface="Inter"/>
                <a:cs typeface="Inter"/>
              </a:defRPr>
            </a:defPPr>
            <a:lvl1pPr>
              <a:defRPr sz="1350" b="0">
                <a:solidFill>
                  <a:srgbClr val="E8F0E4"/>
                </a:solidFill>
                <a:latin typeface="Inter"/>
                <a:ea typeface="Inter"/>
                <a:cs typeface="Inter"/>
              </a:defRPr>
            </a:lvl1pPr>
            <a:lvl2pPr>
              <a:defRPr sz="1350" b="0">
                <a:solidFill>
                  <a:srgbClr val="E8F0E4"/>
                </a:solidFill>
                <a:latin typeface="Inter"/>
                <a:ea typeface="Inter"/>
                <a:cs typeface="Inter"/>
              </a:defRPr>
            </a:lvl2pPr>
            <a:lvl3pPr>
              <a:defRPr sz="1350" b="0">
                <a:solidFill>
                  <a:srgbClr val="E8F0E4"/>
                </a:solidFill>
                <a:latin typeface="Inter"/>
                <a:ea typeface="Inter"/>
                <a:cs typeface="Inter"/>
              </a:defRPr>
            </a:lvl3pPr>
            <a:lvl4pPr>
              <a:defRPr sz="1350" b="0">
                <a:solidFill>
                  <a:srgbClr val="E8F0E4"/>
                </a:solidFill>
                <a:latin typeface="Inter"/>
                <a:ea typeface="Inter"/>
                <a:cs typeface="Inter"/>
              </a:defRPr>
            </a:lvl4pPr>
            <a:lvl5pPr>
              <a:defRPr sz="1350" b="0">
                <a:solidFill>
                  <a:srgbClr val="E8F0E4"/>
                </a:solidFill>
                <a:latin typeface="Inter"/>
                <a:ea typeface="Inter"/>
                <a:cs typeface="Inter"/>
              </a:defRPr>
            </a:lvl5pPr>
            <a:lvl6pPr>
              <a:defRPr sz="1350" b="0">
                <a:solidFill>
                  <a:srgbClr val="E8F0E4"/>
                </a:solidFill>
                <a:latin typeface="Inter"/>
                <a:ea typeface="Inter"/>
                <a:cs typeface="Inter"/>
              </a:defRPr>
            </a:lvl6pPr>
            <a:lvl7pPr>
              <a:defRPr sz="1350" b="0">
                <a:solidFill>
                  <a:srgbClr val="E8F0E4"/>
                </a:solidFill>
                <a:latin typeface="Inter"/>
                <a:ea typeface="Inter"/>
                <a:cs typeface="Inter"/>
              </a:defRPr>
            </a:lvl7pPr>
            <a:lvl8pPr>
              <a:defRPr sz="1350" b="0">
                <a:solidFill>
                  <a:srgbClr val="E8F0E4"/>
                </a:solidFill>
                <a:latin typeface="Inter"/>
                <a:ea typeface="Inter"/>
                <a:cs typeface="Inter"/>
              </a:defRPr>
            </a:lvl8pPr>
            <a:lvl9pPr>
              <a:defRPr sz="1350" b="0">
                <a:solidFill>
                  <a:srgbClr val="E8F0E4"/>
                </a:solidFill>
                <a:latin typeface="Inter"/>
                <a:ea typeface="Inter"/>
                <a:cs typeface="Inter"/>
              </a:defRPr>
            </a:lvl9pPr>
          </a:lstStyle>
          <a:p xmlns:a="http://schemas.openxmlformats.org/drawingml/2006/main">
            <a:pPr>
              <a:defRPr sz="1350" b="0">
                <a:solidFill>
                  <a:srgbClr val="E8F0E4"/>
                </a:solidFill>
                <a:latin typeface="Inter"/>
                <a:ea typeface="Inter"/>
                <a:cs typeface="Inter"/>
              </a:defRPr>
            </a:pPr>
            <a:r>
              <a:rPr sz="1350" b="0">
                <a:solidFill>
                  <a:srgbClr val="E8F0E4"/>
                </a:solidFill>
                <a:latin typeface="Inter"/>
                <a:ea typeface="Inter"/>
                <a:cs typeface="Inter"/>
              </a:rPr>
              <a:t>SELECT record_index, record_json, content_sha256</a:t>
            </a:r>
          </a:p>
          <a:p xmlns:a="http://schemas.openxmlformats.org/drawingml/2006/main">
            <a:pPr>
              <a:defRPr sz="1350" b="0">
                <a:solidFill>
                  <a:srgbClr val="E8F0E4"/>
                </a:solidFill>
                <a:latin typeface="Inter"/>
                <a:ea typeface="Inter"/>
                <a:cs typeface="Inter"/>
              </a:defRPr>
            </a:pPr>
            <a:r>
              <a:rPr sz="1350" b="0">
                <a:solidFill>
                  <a:srgbClr val="E8F0E4"/>
                </a:solidFill>
                <a:latin typeface="Inter"/>
                <a:ea typeface="Inter"/>
                <a:cs typeface="Inter"/>
              </a:rPr>
              <a:t>FROM CELLORAS.marker_reference_v1</a:t>
            </a:r>
          </a:p>
          <a:p xmlns:a="http://schemas.openxmlformats.org/drawingml/2006/main">
            <a:pPr>
              <a:defRPr sz="1350" b="0">
                <a:solidFill>
                  <a:srgbClr val="E8F0E4"/>
                </a:solidFill>
                <a:latin typeface="Inter"/>
                <a:ea typeface="Inter"/>
                <a:cs typeface="Inter"/>
              </a:defRPr>
            </a:pPr>
            <a:r>
              <a:rPr sz="1350" b="0">
                <a:solidFill>
                  <a:srgbClr val="E8F0E4"/>
                </a:solidFill>
                <a:latin typeface="Inter"/>
                <a:ea typeface="Inter"/>
                <a:cs typeface="Inter"/>
              </a:rPr>
              <a:t>WHERE reference_id = &lt;pinned reference&gt;</a:t>
            </a:r>
          </a:p>
          <a:p xmlns:a="http://schemas.openxmlformats.org/drawingml/2006/main">
            <a:pPr>
              <a:defRPr sz="1350" b="0">
                <a:solidFill>
                  <a:srgbClr val="E8F0E4"/>
                </a:solidFill>
                <a:latin typeface="Inter"/>
                <a:ea typeface="Inter"/>
                <a:cs typeface="Inter"/>
              </a:defRPr>
            </a:pPr>
            <a:r>
              <a:rPr sz="1350" b="0">
                <a:solidFill>
                  <a:srgbClr val="E8F0E4"/>
                </a:solidFill>
                <a:latin typeface="Inter"/>
                <a:ea typeface="Inter"/>
                <a:cs typeface="Inter"/>
              </a:rPr>
              <a:t>ORDER BY record_index</a:t>
            </a:r>
          </a:p>
        </p:txBody>
      </p:sp>
      <p:sp>
        <p:nvSpPr>
          <p:cNvPr id="8" name="text-71">
            <a:extLst xmlns:a="http://schemas.openxmlformats.org/drawingml/2006/main">
              <a:ext uri="{FF2B5EF4-FFF2-40B4-BE49-F238E27FC236}">
                <a16:creationId xmlns:a16="http://schemas.microsoft.com/office/drawing/2014/main" id="{DF566C6A-603D-4339-A57B-01EE0B1D6A14}"/>
              </a:ext>
            </a:extLst>
          </p:cNvPr>
          <p:cNvSpPr>
            <a:spLocks xmlns:a="http://schemas.openxmlformats.org/drawingml/2006/main" noGrp="1"/>
          </p:cNvSpPr>
          <p:nvPr/>
        </p:nvSpPr>
        <p:spPr>
          <a:xfrm xmlns:a="http://schemas.openxmlformats.org/drawingml/2006/main">
            <a:off x="552450" y="4191000"/>
            <a:ext cx="59245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14221A"/>
                </a:solidFill>
                <a:latin typeface="Inter"/>
                <a:ea typeface="Inter"/>
                <a:cs typeface="Inter"/>
              </a:defRPr>
            </a:defPPr>
            <a:lvl1pPr>
              <a:defRPr sz="1800" b="0">
                <a:solidFill>
                  <a:srgbClr val="14221A"/>
                </a:solidFill>
                <a:latin typeface="Inter"/>
                <a:ea typeface="Inter"/>
                <a:cs typeface="Inter"/>
              </a:defRPr>
            </a:lvl1pPr>
            <a:lvl2pPr>
              <a:defRPr sz="1800" b="0">
                <a:solidFill>
                  <a:srgbClr val="14221A"/>
                </a:solidFill>
                <a:latin typeface="Inter"/>
                <a:ea typeface="Inter"/>
                <a:cs typeface="Inter"/>
              </a:defRPr>
            </a:lvl2pPr>
            <a:lvl3pPr>
              <a:defRPr sz="1800" b="0">
                <a:solidFill>
                  <a:srgbClr val="14221A"/>
                </a:solidFill>
                <a:latin typeface="Inter"/>
                <a:ea typeface="Inter"/>
                <a:cs typeface="Inter"/>
              </a:defRPr>
            </a:lvl3pPr>
            <a:lvl4pPr>
              <a:defRPr sz="1800" b="0">
                <a:solidFill>
                  <a:srgbClr val="14221A"/>
                </a:solidFill>
                <a:latin typeface="Inter"/>
                <a:ea typeface="Inter"/>
                <a:cs typeface="Inter"/>
              </a:defRPr>
            </a:lvl4pPr>
            <a:lvl5pPr>
              <a:defRPr sz="1800" b="0">
                <a:solidFill>
                  <a:srgbClr val="14221A"/>
                </a:solidFill>
                <a:latin typeface="Inter"/>
                <a:ea typeface="Inter"/>
                <a:cs typeface="Inter"/>
              </a:defRPr>
            </a:lvl5pPr>
            <a:lvl6pPr>
              <a:defRPr sz="1800" b="0">
                <a:solidFill>
                  <a:srgbClr val="14221A"/>
                </a:solidFill>
                <a:latin typeface="Inter"/>
                <a:ea typeface="Inter"/>
                <a:cs typeface="Inter"/>
              </a:defRPr>
            </a:lvl6pPr>
            <a:lvl7pPr>
              <a:defRPr sz="1800" b="0">
                <a:solidFill>
                  <a:srgbClr val="14221A"/>
                </a:solidFill>
                <a:latin typeface="Inter"/>
                <a:ea typeface="Inter"/>
                <a:cs typeface="Inter"/>
              </a:defRPr>
            </a:lvl7pPr>
            <a:lvl8pPr>
              <a:defRPr sz="1800" b="0">
                <a:solidFill>
                  <a:srgbClr val="14221A"/>
                </a:solidFill>
                <a:latin typeface="Inter"/>
                <a:ea typeface="Inter"/>
                <a:cs typeface="Inter"/>
              </a:defRPr>
            </a:lvl8pPr>
            <a:lvl9pPr>
              <a:defRPr sz="1800" b="0">
                <a:solidFill>
                  <a:srgbClr val="14221A"/>
                </a:solidFill>
                <a:latin typeface="Inter"/>
                <a:ea typeface="Inter"/>
                <a:cs typeface="Inter"/>
              </a:defRPr>
            </a:lvl9pPr>
          </a:lstStyle>
          <a:p xmlns:a="http://schemas.openxmlformats.org/drawingml/2006/main">
            <a:pPr>
              <a:defRPr sz="1800" b="0">
                <a:solidFill>
                  <a:srgbClr val="14221A"/>
                </a:solidFill>
                <a:latin typeface="Inter"/>
                <a:ea typeface="Inter"/>
                <a:cs typeface="Inter"/>
              </a:defRPr>
            </a:pPr>
            <a:r>
              <a:rPr sz="1800" b="0">
                <a:solidFill>
                  <a:srgbClr val="14221A"/>
                </a:solidFill>
                <a:latin typeface="Inter"/>
                <a:ea typeface="Inter"/>
                <a:cs typeface="Inter"/>
              </a:rPr>
              <a:t>1  Retrieve all 42 associations.</a:t>
            </a:r>
          </a:p>
          <a:p xmlns:a="http://schemas.openxmlformats.org/drawingml/2006/main">
            <a:pPr>
              <a:defRPr sz="1800" b="0">
                <a:solidFill>
                  <a:srgbClr val="14221A"/>
                </a:solidFill>
                <a:latin typeface="Inter"/>
                <a:ea typeface="Inter"/>
                <a:cs typeface="Inter"/>
              </a:defRPr>
            </a:pPr>
            <a:r>
              <a:rPr sz="1800" b="0">
                <a:solidFill>
                  <a:srgbClr val="14221A"/>
                </a:solidFill>
                <a:latin typeface="Inter"/>
                <a:ea typeface="Inter"/>
                <a:cs typeface="Inter"/>
              </a:rPr>
              <a:t>2  Verify their order, count and content hash.</a:t>
            </a:r>
          </a:p>
          <a:p xmlns:a="http://schemas.openxmlformats.org/drawingml/2006/main">
            <a:pPr>
              <a:defRPr sz="1800" b="0">
                <a:solidFill>
                  <a:srgbClr val="14221A"/>
                </a:solidFill>
                <a:latin typeface="Inter"/>
                <a:ea typeface="Inter"/>
                <a:cs typeface="Inter"/>
              </a:defRPr>
            </a:pPr>
            <a:r>
              <a:rPr sz="1800" b="0">
                <a:solidFill>
                  <a:srgbClr val="14221A"/>
                </a:solidFill>
                <a:latin typeface="Inter"/>
                <a:ea typeface="Inter"/>
                <a:cs typeface="Inter"/>
              </a:rPr>
              <a:t>3  Save a query receipt with the result.</a:t>
            </a:r>
          </a:p>
        </p:txBody>
      </p:sp>
      <p:sp>
        <p:nvSpPr>
          <p:cNvPr id="9" name="box-72">
            <a:extLst xmlns:a="http://schemas.openxmlformats.org/drawingml/2006/main">
              <a:ext uri="{FF2B5EF4-FFF2-40B4-BE49-F238E27FC236}">
                <a16:creationId xmlns:a16="http://schemas.microsoft.com/office/drawing/2014/main" id="{44A9F024-F65E-4CEE-9CE6-8A2B9D63E866}"/>
              </a:ext>
            </a:extLst>
          </p:cNvPr>
          <p:cNvSpPr>
            <a:spLocks xmlns:a="http://schemas.openxmlformats.org/drawingml/2006/main" noGrp="1"/>
          </p:cNvSpPr>
          <p:nvPr/>
        </p:nvSpPr>
        <p:spPr>
          <a:xfrm xmlns:a="http://schemas.openxmlformats.org/drawingml/2006/main">
            <a:off x="6953250" y="2647950"/>
            <a:ext cx="4705350" cy="2343150"/>
          </a:xfrm>
          <a:prstGeom xmlns:a="http://schemas.openxmlformats.org/drawingml/2006/main" prst="rect">
            <a:avLst/>
          </a:prstGeom>
          <a:solidFill xmlns:a="http://schemas.openxmlformats.org/drawingml/2006/main">
            <a:srgbClr val="F0F5ED"/>
          </a:solidFill>
          <a:ln xmlns:a="http://schemas.openxmlformats.org/drawingml/2006/main" w="0">
            <a:noFill/>
          </a:ln>
        </p:spPr>
      </p:sp>
      <p:sp>
        <p:nvSpPr>
          <p:cNvPr id="10" name="text-73">
            <a:extLst xmlns:a="http://schemas.openxmlformats.org/drawingml/2006/main">
              <a:ext uri="{FF2B5EF4-FFF2-40B4-BE49-F238E27FC236}">
                <a16:creationId xmlns:a16="http://schemas.microsoft.com/office/drawing/2014/main" id="{97522B40-E6EA-4F23-9248-8F676852D816}"/>
              </a:ext>
            </a:extLst>
          </p:cNvPr>
          <p:cNvSpPr>
            <a:spLocks xmlns:a="http://schemas.openxmlformats.org/drawingml/2006/main" noGrp="1"/>
          </p:cNvSpPr>
          <p:nvPr/>
        </p:nvSpPr>
        <p:spPr>
          <a:xfrm xmlns:a="http://schemas.openxmlformats.org/drawingml/2006/main">
            <a:off x="7162800" y="2809875"/>
            <a:ext cx="42672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5850" b="1">
                <a:solidFill>
                  <a:srgbClr val="1B5E20"/>
                </a:solidFill>
                <a:latin typeface="Inter"/>
                <a:ea typeface="Inter"/>
                <a:cs typeface="Inter"/>
              </a:defRPr>
            </a:defPPr>
            <a:lvl1pPr>
              <a:defRPr sz="5850" b="1">
                <a:solidFill>
                  <a:srgbClr val="1B5E20"/>
                </a:solidFill>
                <a:latin typeface="Inter"/>
                <a:ea typeface="Inter"/>
                <a:cs typeface="Inter"/>
              </a:defRPr>
            </a:lvl1pPr>
            <a:lvl2pPr>
              <a:defRPr sz="5850" b="1">
                <a:solidFill>
                  <a:srgbClr val="1B5E20"/>
                </a:solidFill>
                <a:latin typeface="Inter"/>
                <a:ea typeface="Inter"/>
                <a:cs typeface="Inter"/>
              </a:defRPr>
            </a:lvl2pPr>
            <a:lvl3pPr>
              <a:defRPr sz="5850" b="1">
                <a:solidFill>
                  <a:srgbClr val="1B5E20"/>
                </a:solidFill>
                <a:latin typeface="Inter"/>
                <a:ea typeface="Inter"/>
                <a:cs typeface="Inter"/>
              </a:defRPr>
            </a:lvl3pPr>
            <a:lvl4pPr>
              <a:defRPr sz="5850" b="1">
                <a:solidFill>
                  <a:srgbClr val="1B5E20"/>
                </a:solidFill>
                <a:latin typeface="Inter"/>
                <a:ea typeface="Inter"/>
                <a:cs typeface="Inter"/>
              </a:defRPr>
            </a:lvl4pPr>
            <a:lvl5pPr>
              <a:defRPr sz="5850" b="1">
                <a:solidFill>
                  <a:srgbClr val="1B5E20"/>
                </a:solidFill>
                <a:latin typeface="Inter"/>
                <a:ea typeface="Inter"/>
                <a:cs typeface="Inter"/>
              </a:defRPr>
            </a:lvl5pPr>
            <a:lvl6pPr>
              <a:defRPr sz="5850" b="1">
                <a:solidFill>
                  <a:srgbClr val="1B5E20"/>
                </a:solidFill>
                <a:latin typeface="Inter"/>
                <a:ea typeface="Inter"/>
                <a:cs typeface="Inter"/>
              </a:defRPr>
            </a:lvl6pPr>
            <a:lvl7pPr>
              <a:defRPr sz="5850" b="1">
                <a:solidFill>
                  <a:srgbClr val="1B5E20"/>
                </a:solidFill>
                <a:latin typeface="Inter"/>
                <a:ea typeface="Inter"/>
                <a:cs typeface="Inter"/>
              </a:defRPr>
            </a:lvl7pPr>
            <a:lvl8pPr>
              <a:defRPr sz="5850" b="1">
                <a:solidFill>
                  <a:srgbClr val="1B5E20"/>
                </a:solidFill>
                <a:latin typeface="Inter"/>
                <a:ea typeface="Inter"/>
                <a:cs typeface="Inter"/>
              </a:defRPr>
            </a:lvl8pPr>
            <a:lvl9pPr>
              <a:defRPr sz="5850" b="1">
                <a:solidFill>
                  <a:srgbClr val="1B5E20"/>
                </a:solidFill>
                <a:latin typeface="Inter"/>
                <a:ea typeface="Inter"/>
                <a:cs typeface="Inter"/>
              </a:defRPr>
            </a:lvl9pPr>
          </a:lstStyle>
          <a:p xmlns:a="http://schemas.openxmlformats.org/drawingml/2006/main">
            <a:pPr>
              <a:defRPr sz="5850" b="1">
                <a:solidFill>
                  <a:srgbClr val="1B5E20"/>
                </a:solidFill>
                <a:latin typeface="Inter"/>
                <a:ea typeface="Inter"/>
                <a:cs typeface="Inter"/>
              </a:defRPr>
            </a:pPr>
            <a:r>
              <a:rPr sz="5850" b="1">
                <a:solidFill>
                  <a:srgbClr val="1B5E20"/>
                </a:solidFill>
                <a:latin typeface="Inter"/>
                <a:ea typeface="Inter"/>
                <a:cs typeface="Inter"/>
              </a:rPr>
              <a:t>42</a:t>
            </a:r>
          </a:p>
        </p:txBody>
      </p:sp>
      <p:sp>
        <p:nvSpPr>
          <p:cNvPr id="11" name="text-74">
            <a:extLst xmlns:a="http://schemas.openxmlformats.org/drawingml/2006/main">
              <a:ext uri="{FF2B5EF4-FFF2-40B4-BE49-F238E27FC236}">
                <a16:creationId xmlns:a16="http://schemas.microsoft.com/office/drawing/2014/main" id="{5042D99D-16B5-47FE-8D0A-D3081401FCCA}"/>
              </a:ext>
            </a:extLst>
          </p:cNvPr>
          <p:cNvSpPr>
            <a:spLocks xmlns:a="http://schemas.openxmlformats.org/drawingml/2006/main" noGrp="1"/>
          </p:cNvSpPr>
          <p:nvPr/>
        </p:nvSpPr>
        <p:spPr>
          <a:xfrm xmlns:a="http://schemas.openxmlformats.org/drawingml/2006/main">
            <a:off x="7162800" y="3676650"/>
            <a:ext cx="42672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14221A"/>
                </a:solidFill>
                <a:latin typeface="Inter"/>
                <a:ea typeface="Inter"/>
                <a:cs typeface="Inter"/>
              </a:defRPr>
            </a:defPPr>
            <a:lvl1pPr>
              <a:defRPr sz="2025" b="1">
                <a:solidFill>
                  <a:srgbClr val="14221A"/>
                </a:solidFill>
                <a:latin typeface="Inter"/>
                <a:ea typeface="Inter"/>
                <a:cs typeface="Inter"/>
              </a:defRPr>
            </a:lvl1pPr>
            <a:lvl2pPr>
              <a:defRPr sz="2025" b="1">
                <a:solidFill>
                  <a:srgbClr val="14221A"/>
                </a:solidFill>
                <a:latin typeface="Inter"/>
                <a:ea typeface="Inter"/>
                <a:cs typeface="Inter"/>
              </a:defRPr>
            </a:lvl2pPr>
            <a:lvl3pPr>
              <a:defRPr sz="2025" b="1">
                <a:solidFill>
                  <a:srgbClr val="14221A"/>
                </a:solidFill>
                <a:latin typeface="Inter"/>
                <a:ea typeface="Inter"/>
                <a:cs typeface="Inter"/>
              </a:defRPr>
            </a:lvl3pPr>
            <a:lvl4pPr>
              <a:defRPr sz="2025" b="1">
                <a:solidFill>
                  <a:srgbClr val="14221A"/>
                </a:solidFill>
                <a:latin typeface="Inter"/>
                <a:ea typeface="Inter"/>
                <a:cs typeface="Inter"/>
              </a:defRPr>
            </a:lvl4pPr>
            <a:lvl5pPr>
              <a:defRPr sz="2025" b="1">
                <a:solidFill>
                  <a:srgbClr val="14221A"/>
                </a:solidFill>
                <a:latin typeface="Inter"/>
                <a:ea typeface="Inter"/>
                <a:cs typeface="Inter"/>
              </a:defRPr>
            </a:lvl5pPr>
            <a:lvl6pPr>
              <a:defRPr sz="2025" b="1">
                <a:solidFill>
                  <a:srgbClr val="14221A"/>
                </a:solidFill>
                <a:latin typeface="Inter"/>
                <a:ea typeface="Inter"/>
                <a:cs typeface="Inter"/>
              </a:defRPr>
            </a:lvl6pPr>
            <a:lvl7pPr>
              <a:defRPr sz="2025" b="1">
                <a:solidFill>
                  <a:srgbClr val="14221A"/>
                </a:solidFill>
                <a:latin typeface="Inter"/>
                <a:ea typeface="Inter"/>
                <a:cs typeface="Inter"/>
              </a:defRPr>
            </a:lvl7pPr>
            <a:lvl8pPr>
              <a:defRPr sz="2025" b="1">
                <a:solidFill>
                  <a:srgbClr val="14221A"/>
                </a:solidFill>
                <a:latin typeface="Inter"/>
                <a:ea typeface="Inter"/>
                <a:cs typeface="Inter"/>
              </a:defRPr>
            </a:lvl8pPr>
            <a:lvl9pPr>
              <a:defRPr sz="2025" b="1">
                <a:solidFill>
                  <a:srgbClr val="14221A"/>
                </a:solidFill>
                <a:latin typeface="Inter"/>
                <a:ea typeface="Inter"/>
                <a:cs typeface="Inter"/>
              </a:defRPr>
            </a:lvl9pPr>
          </a:lstStyle>
          <a:p xmlns:a="http://schemas.openxmlformats.org/drawingml/2006/main">
            <a:pPr>
              <a:defRPr sz="2025" b="1">
                <a:solidFill>
                  <a:srgbClr val="14221A"/>
                </a:solidFill>
                <a:latin typeface="Inter"/>
                <a:ea typeface="Inter"/>
                <a:cs typeface="Inter"/>
              </a:defRPr>
            </a:pPr>
            <a:r>
              <a:rPr sz="2025" b="1">
                <a:solidFill>
                  <a:srgbClr val="14221A"/>
                </a:solidFill>
                <a:latin typeface="Inter"/>
                <a:ea typeface="Inter"/>
                <a:cs typeface="Inter"/>
              </a:rPr>
              <a:t>associations verified</a:t>
            </a:r>
          </a:p>
        </p:txBody>
      </p:sp>
      <p:sp>
        <p:nvSpPr>
          <p:cNvPr id="12" name="text-75">
            <a:extLst xmlns:a="http://schemas.openxmlformats.org/drawingml/2006/main">
              <a:ext uri="{FF2B5EF4-FFF2-40B4-BE49-F238E27FC236}">
                <a16:creationId xmlns:a16="http://schemas.microsoft.com/office/drawing/2014/main" id="{9E436B4B-B300-469C-8560-AB0DB1F09498}"/>
              </a:ext>
            </a:extLst>
          </p:cNvPr>
          <p:cNvSpPr>
            <a:spLocks xmlns:a="http://schemas.openxmlformats.org/drawingml/2006/main" noGrp="1"/>
          </p:cNvSpPr>
          <p:nvPr/>
        </p:nvSpPr>
        <p:spPr>
          <a:xfrm xmlns:a="http://schemas.openxmlformats.org/drawingml/2006/main">
            <a:off x="7162800" y="4143375"/>
            <a:ext cx="426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657167"/>
                </a:solidFill>
                <a:latin typeface="Inter"/>
                <a:ea typeface="Inter"/>
                <a:cs typeface="Inter"/>
              </a:defRPr>
            </a:defPPr>
            <a:lvl1pPr>
              <a:defRPr sz="1650" b="0">
                <a:solidFill>
                  <a:srgbClr val="657167"/>
                </a:solidFill>
                <a:latin typeface="Inter"/>
                <a:ea typeface="Inter"/>
                <a:cs typeface="Inter"/>
              </a:defRPr>
            </a:lvl1pPr>
            <a:lvl2pPr>
              <a:defRPr sz="1650" b="0">
                <a:solidFill>
                  <a:srgbClr val="657167"/>
                </a:solidFill>
                <a:latin typeface="Inter"/>
                <a:ea typeface="Inter"/>
                <a:cs typeface="Inter"/>
              </a:defRPr>
            </a:lvl2pPr>
            <a:lvl3pPr>
              <a:defRPr sz="1650" b="0">
                <a:solidFill>
                  <a:srgbClr val="657167"/>
                </a:solidFill>
                <a:latin typeface="Inter"/>
                <a:ea typeface="Inter"/>
                <a:cs typeface="Inter"/>
              </a:defRPr>
            </a:lvl3pPr>
            <a:lvl4pPr>
              <a:defRPr sz="1650" b="0">
                <a:solidFill>
                  <a:srgbClr val="657167"/>
                </a:solidFill>
                <a:latin typeface="Inter"/>
                <a:ea typeface="Inter"/>
                <a:cs typeface="Inter"/>
              </a:defRPr>
            </a:lvl4pPr>
            <a:lvl5pPr>
              <a:defRPr sz="1650" b="0">
                <a:solidFill>
                  <a:srgbClr val="657167"/>
                </a:solidFill>
                <a:latin typeface="Inter"/>
                <a:ea typeface="Inter"/>
                <a:cs typeface="Inter"/>
              </a:defRPr>
            </a:lvl5pPr>
            <a:lvl6pPr>
              <a:defRPr sz="1650" b="0">
                <a:solidFill>
                  <a:srgbClr val="657167"/>
                </a:solidFill>
                <a:latin typeface="Inter"/>
                <a:ea typeface="Inter"/>
                <a:cs typeface="Inter"/>
              </a:defRPr>
            </a:lvl6pPr>
            <a:lvl7pPr>
              <a:defRPr sz="1650" b="0">
                <a:solidFill>
                  <a:srgbClr val="657167"/>
                </a:solidFill>
                <a:latin typeface="Inter"/>
                <a:ea typeface="Inter"/>
                <a:cs typeface="Inter"/>
              </a:defRPr>
            </a:lvl7pPr>
            <a:lvl8pPr>
              <a:defRPr sz="1650" b="0">
                <a:solidFill>
                  <a:srgbClr val="657167"/>
                </a:solidFill>
                <a:latin typeface="Inter"/>
                <a:ea typeface="Inter"/>
                <a:cs typeface="Inter"/>
              </a:defRPr>
            </a:lvl8pPr>
            <a:lvl9pPr>
              <a:defRPr sz="1650" b="0">
                <a:solidFill>
                  <a:srgbClr val="657167"/>
                </a:solidFill>
                <a:latin typeface="Inter"/>
                <a:ea typeface="Inter"/>
                <a:cs typeface="Inter"/>
              </a:defRPr>
            </a:lvl9pPr>
          </a:lstStyle>
          <a:p xmlns:a="http://schemas.openxmlformats.org/drawingml/2006/main">
            <a:pPr>
              <a:defRPr sz="1650" b="0">
                <a:solidFill>
                  <a:srgbClr val="657167"/>
                </a:solidFill>
                <a:latin typeface="Inter"/>
                <a:ea typeface="Inter"/>
                <a:cs typeface="Inter"/>
              </a:defRPr>
            </a:pPr>
            <a:r>
              <a:rPr sz="1650" b="0">
                <a:solidFill>
                  <a:srgbClr val="657167"/>
                </a:solidFill>
                <a:latin typeface="Inter"/>
                <a:ea typeface="Inter"/>
                <a:cs typeface="Inter"/>
              </a:rPr>
              <a:t>41 genes · 9 root cell types</a:t>
            </a:r>
          </a:p>
        </p:txBody>
      </p:sp>
      <p:sp>
        <p:nvSpPr>
          <p:cNvPr id="13" name="text-76">
            <a:extLst xmlns:a="http://schemas.openxmlformats.org/drawingml/2006/main">
              <a:ext uri="{FF2B5EF4-FFF2-40B4-BE49-F238E27FC236}">
                <a16:creationId xmlns:a16="http://schemas.microsoft.com/office/drawing/2014/main" id="{5B2364AB-1A01-4A26-A6FC-A9783BF98111}"/>
              </a:ext>
            </a:extLst>
          </p:cNvPr>
          <p:cNvSpPr>
            <a:spLocks xmlns:a="http://schemas.openxmlformats.org/drawingml/2006/main" noGrp="1"/>
          </p:cNvSpPr>
          <p:nvPr/>
        </p:nvSpPr>
        <p:spPr>
          <a:xfrm xmlns:a="http://schemas.openxmlformats.org/drawingml/2006/main">
            <a:off x="7162800" y="4591050"/>
            <a:ext cx="4267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1">
                <a:solidFill>
                  <a:srgbClr val="1B5E20"/>
                </a:solidFill>
                <a:latin typeface="Inter"/>
                <a:ea typeface="Inter"/>
                <a:cs typeface="Inter"/>
              </a:defRPr>
            </a:defPPr>
            <a:lvl1pPr>
              <a:defRPr sz="1575" b="1">
                <a:solidFill>
                  <a:srgbClr val="1B5E20"/>
                </a:solidFill>
                <a:latin typeface="Inter"/>
                <a:ea typeface="Inter"/>
                <a:cs typeface="Inter"/>
              </a:defRPr>
            </a:lvl1pPr>
            <a:lvl2pPr>
              <a:defRPr sz="1575" b="1">
                <a:solidFill>
                  <a:srgbClr val="1B5E20"/>
                </a:solidFill>
                <a:latin typeface="Inter"/>
                <a:ea typeface="Inter"/>
                <a:cs typeface="Inter"/>
              </a:defRPr>
            </a:lvl2pPr>
            <a:lvl3pPr>
              <a:defRPr sz="1575" b="1">
                <a:solidFill>
                  <a:srgbClr val="1B5E20"/>
                </a:solidFill>
                <a:latin typeface="Inter"/>
                <a:ea typeface="Inter"/>
                <a:cs typeface="Inter"/>
              </a:defRPr>
            </a:lvl3pPr>
            <a:lvl4pPr>
              <a:defRPr sz="1575" b="1">
                <a:solidFill>
                  <a:srgbClr val="1B5E20"/>
                </a:solidFill>
                <a:latin typeface="Inter"/>
                <a:ea typeface="Inter"/>
                <a:cs typeface="Inter"/>
              </a:defRPr>
            </a:lvl4pPr>
            <a:lvl5pPr>
              <a:defRPr sz="1575" b="1">
                <a:solidFill>
                  <a:srgbClr val="1B5E20"/>
                </a:solidFill>
                <a:latin typeface="Inter"/>
                <a:ea typeface="Inter"/>
                <a:cs typeface="Inter"/>
              </a:defRPr>
            </a:lvl5pPr>
            <a:lvl6pPr>
              <a:defRPr sz="1575" b="1">
                <a:solidFill>
                  <a:srgbClr val="1B5E20"/>
                </a:solidFill>
                <a:latin typeface="Inter"/>
                <a:ea typeface="Inter"/>
                <a:cs typeface="Inter"/>
              </a:defRPr>
            </a:lvl6pPr>
            <a:lvl7pPr>
              <a:defRPr sz="1575" b="1">
                <a:solidFill>
                  <a:srgbClr val="1B5E20"/>
                </a:solidFill>
                <a:latin typeface="Inter"/>
                <a:ea typeface="Inter"/>
                <a:cs typeface="Inter"/>
              </a:defRPr>
            </a:lvl7pPr>
            <a:lvl8pPr>
              <a:defRPr sz="1575" b="1">
                <a:solidFill>
                  <a:srgbClr val="1B5E20"/>
                </a:solidFill>
                <a:latin typeface="Inter"/>
                <a:ea typeface="Inter"/>
                <a:cs typeface="Inter"/>
              </a:defRPr>
            </a:lvl8pPr>
            <a:lvl9pPr>
              <a:defRPr sz="1575" b="1">
                <a:solidFill>
                  <a:srgbClr val="1B5E20"/>
                </a:solidFill>
                <a:latin typeface="Inter"/>
                <a:ea typeface="Inter"/>
                <a:cs typeface="Inter"/>
              </a:defRPr>
            </a:lvl9pPr>
          </a:lstStyle>
          <a:p xmlns:a="http://schemas.openxmlformats.org/drawingml/2006/main">
            <a:pPr>
              <a:defRPr sz="1575" b="1">
                <a:solidFill>
                  <a:srgbClr val="1B5E20"/>
                </a:solidFill>
                <a:latin typeface="Inter"/>
                <a:ea typeface="Inter"/>
                <a:cs typeface="Inter"/>
              </a:defRPr>
            </a:pPr>
            <a:r>
              <a:rPr sz="1575" b="1">
                <a:solidFill>
                  <a:srgbClr val="1B5E20"/>
                </a:solidFill>
                <a:latin typeface="Inter"/>
                <a:ea typeface="Inter"/>
                <a:cs typeface="Inter"/>
              </a:rPr>
              <a:t>Annotation stops if verification fails.</a:t>
            </a:r>
          </a:p>
        </p:txBody>
      </p:sp>
      <p:pic>
        <p:nvPicPr>
          <p:cNvPr id="14" name="">
            <a:extLst xmlns:a="http://schemas.openxmlformats.org/drawingml/2006/main">
              <a:ext uri="{FF2B5EF4-FFF2-40B4-BE49-F238E27FC236}">
                <a16:creationId xmlns:a16="http://schemas.microsoft.com/office/drawing/2014/main" id="{5DE23A51-9F07-4608-9EE6-D74116F50E79}"/>
              </a:ext>
            </a:extLst>
          </p:cNvPr>
          <p:cNvPicPr>
            <a:picLocks xmlns:a="http://schemas.openxmlformats.org/drawingml/2006/main" noChangeAspect="1"/>
          </p:cNvPicPr>
          <p:nvPr/>
        </p:nvPicPr>
        <p:blipFill>
          <a:blip xmlns:r="http://schemas.openxmlformats.org/officeDocument/2006/relationships" xmlns:a="http://schemas.openxmlformats.org/drawingml/2006/main" r:embed="R7430127c3ab64649"/>
          <a:srcRect xmlns:a="http://schemas.openxmlformats.org/drawingml/2006/main" l="25600" t="13200" r="26400" b="80200"/>
          <a:stretch xmlns:a="http://schemas.openxmlformats.org/drawingml/2006/main"/>
        </p:blipFill>
        <p:spPr>
          <a:xfrm xmlns:a="http://schemas.openxmlformats.org/drawingml/2006/main">
            <a:off x="552450" y="5181600"/>
            <a:ext cx="11106150" cy="1066800"/>
          </a:xfrm>
          <a:prstGeom xmlns:a="http://schemas.openxmlformats.org/drawingml/2006/main" prst="rect">
            <a:avLst/>
          </a:prstGeom>
        </p:spPr>
      </p:pic>
    </p:spTree>
    <p:extLst>
      <p:ext uri="{BB962C8B-B14F-4D97-AF65-F5344CB8AC3E}">
        <p14:creationId xmlns:p14="http://schemas.microsoft.com/office/powerpoint/2010/main" val="176693836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77">
            <a:extLst xmlns:a="http://schemas.openxmlformats.org/drawingml/2006/main">
              <a:ext uri="{FF2B5EF4-FFF2-40B4-BE49-F238E27FC236}">
                <a16:creationId xmlns:a16="http://schemas.microsoft.com/office/drawing/2014/main" id="{82AC2A63-8499-4FE6-8A71-C8DBBAE4B3A4}"/>
              </a:ext>
            </a:extLst>
          </p:cNvPr>
          <p:cNvSpPr>
            <a:spLocks xmlns:a="http://schemas.openxmlformats.org/drawingml/2006/main" noGrp="1"/>
          </p:cNvSpPr>
          <p:nvPr/>
        </p:nvSpPr>
        <p:spPr>
          <a:xfrm xmlns:a="http://schemas.openxmlformats.org/drawingml/2006/main">
            <a:off x="533400" y="285750"/>
            <a:ext cx="11125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1B5E20"/>
                </a:solidFill>
                <a:latin typeface="Inter"/>
                <a:ea typeface="Inter"/>
                <a:cs typeface="Inter"/>
              </a:defRPr>
            </a:defPPr>
            <a:lvl1pPr>
              <a:defRPr sz="1275" b="1">
                <a:solidFill>
                  <a:srgbClr val="1B5E20"/>
                </a:solidFill>
                <a:latin typeface="Inter"/>
                <a:ea typeface="Inter"/>
                <a:cs typeface="Inter"/>
              </a:defRPr>
            </a:lvl1pPr>
            <a:lvl2pPr>
              <a:defRPr sz="1275" b="1">
                <a:solidFill>
                  <a:srgbClr val="1B5E20"/>
                </a:solidFill>
                <a:latin typeface="Inter"/>
                <a:ea typeface="Inter"/>
                <a:cs typeface="Inter"/>
              </a:defRPr>
            </a:lvl2pPr>
            <a:lvl3pPr>
              <a:defRPr sz="1275" b="1">
                <a:solidFill>
                  <a:srgbClr val="1B5E20"/>
                </a:solidFill>
                <a:latin typeface="Inter"/>
                <a:ea typeface="Inter"/>
                <a:cs typeface="Inter"/>
              </a:defRPr>
            </a:lvl3pPr>
            <a:lvl4pPr>
              <a:defRPr sz="1275" b="1">
                <a:solidFill>
                  <a:srgbClr val="1B5E20"/>
                </a:solidFill>
                <a:latin typeface="Inter"/>
                <a:ea typeface="Inter"/>
                <a:cs typeface="Inter"/>
              </a:defRPr>
            </a:lvl4pPr>
            <a:lvl5pPr>
              <a:defRPr sz="1275" b="1">
                <a:solidFill>
                  <a:srgbClr val="1B5E20"/>
                </a:solidFill>
                <a:latin typeface="Inter"/>
                <a:ea typeface="Inter"/>
                <a:cs typeface="Inter"/>
              </a:defRPr>
            </a:lvl5pPr>
            <a:lvl6pPr>
              <a:defRPr sz="1275" b="1">
                <a:solidFill>
                  <a:srgbClr val="1B5E20"/>
                </a:solidFill>
                <a:latin typeface="Inter"/>
                <a:ea typeface="Inter"/>
                <a:cs typeface="Inter"/>
              </a:defRPr>
            </a:lvl6pPr>
            <a:lvl7pPr>
              <a:defRPr sz="1275" b="1">
                <a:solidFill>
                  <a:srgbClr val="1B5E20"/>
                </a:solidFill>
                <a:latin typeface="Inter"/>
                <a:ea typeface="Inter"/>
                <a:cs typeface="Inter"/>
              </a:defRPr>
            </a:lvl7pPr>
            <a:lvl8pPr>
              <a:defRPr sz="1275" b="1">
                <a:solidFill>
                  <a:srgbClr val="1B5E20"/>
                </a:solidFill>
                <a:latin typeface="Inter"/>
                <a:ea typeface="Inter"/>
                <a:cs typeface="Inter"/>
              </a:defRPr>
            </a:lvl8pPr>
            <a:lvl9pPr>
              <a:defRPr sz="1275" b="1">
                <a:solidFill>
                  <a:srgbClr val="1B5E20"/>
                </a:solidFill>
                <a:latin typeface="Inter"/>
                <a:ea typeface="Inter"/>
                <a:cs typeface="Inter"/>
              </a:defRPr>
            </a:lvl9pPr>
          </a:lstStyle>
          <a:p xmlns:a="http://schemas.openxmlformats.org/drawingml/2006/main">
            <a:pPr>
              <a:defRPr sz="1275" b="1">
                <a:solidFill>
                  <a:srgbClr val="1B5E20"/>
                </a:solidFill>
                <a:latin typeface="Inter"/>
                <a:ea typeface="Inter"/>
                <a:cs typeface="Inter"/>
              </a:defRPr>
            </a:pPr>
            <a:r>
              <a:rPr sz="1275" b="1">
                <a:solidFill>
                  <a:srgbClr val="1B5E20"/>
                </a:solidFill>
                <a:latin typeface="Inter"/>
                <a:ea typeface="Inter"/>
                <a:cs typeface="Inter"/>
              </a:rPr>
              <a:t>05 / ANNOTATION</a:t>
            </a:r>
          </a:p>
        </p:txBody>
      </p:sp>
      <p:sp>
        <p:nvSpPr>
          <p:cNvPr id="2" name="text-78">
            <a:extLst xmlns:a="http://schemas.openxmlformats.org/drawingml/2006/main">
              <a:ext uri="{FF2B5EF4-FFF2-40B4-BE49-F238E27FC236}">
                <a16:creationId xmlns:a16="http://schemas.microsoft.com/office/drawing/2014/main" id="{66D997BD-E0F0-47C4-8A5A-AF59FEA0FD2A}"/>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4221A"/>
                </a:solidFill>
                <a:latin typeface="Inter"/>
                <a:ea typeface="Inter"/>
                <a:cs typeface="Inter"/>
              </a:defRPr>
            </a:defPPr>
            <a:lvl1pPr>
              <a:defRPr sz="3225" b="1">
                <a:solidFill>
                  <a:srgbClr val="14221A"/>
                </a:solidFill>
                <a:latin typeface="Inter"/>
                <a:ea typeface="Inter"/>
                <a:cs typeface="Inter"/>
              </a:defRPr>
            </a:lvl1pPr>
            <a:lvl2pPr>
              <a:defRPr sz="3225" b="1">
                <a:solidFill>
                  <a:srgbClr val="14221A"/>
                </a:solidFill>
                <a:latin typeface="Inter"/>
                <a:ea typeface="Inter"/>
                <a:cs typeface="Inter"/>
              </a:defRPr>
            </a:lvl2pPr>
            <a:lvl3pPr>
              <a:defRPr sz="3225" b="1">
                <a:solidFill>
                  <a:srgbClr val="14221A"/>
                </a:solidFill>
                <a:latin typeface="Inter"/>
                <a:ea typeface="Inter"/>
                <a:cs typeface="Inter"/>
              </a:defRPr>
            </a:lvl3pPr>
            <a:lvl4pPr>
              <a:defRPr sz="3225" b="1">
                <a:solidFill>
                  <a:srgbClr val="14221A"/>
                </a:solidFill>
                <a:latin typeface="Inter"/>
                <a:ea typeface="Inter"/>
                <a:cs typeface="Inter"/>
              </a:defRPr>
            </a:lvl4pPr>
            <a:lvl5pPr>
              <a:defRPr sz="3225" b="1">
                <a:solidFill>
                  <a:srgbClr val="14221A"/>
                </a:solidFill>
                <a:latin typeface="Inter"/>
                <a:ea typeface="Inter"/>
                <a:cs typeface="Inter"/>
              </a:defRPr>
            </a:lvl5pPr>
            <a:lvl6pPr>
              <a:defRPr sz="3225" b="1">
                <a:solidFill>
                  <a:srgbClr val="14221A"/>
                </a:solidFill>
                <a:latin typeface="Inter"/>
                <a:ea typeface="Inter"/>
                <a:cs typeface="Inter"/>
              </a:defRPr>
            </a:lvl6pPr>
            <a:lvl7pPr>
              <a:defRPr sz="3225" b="1">
                <a:solidFill>
                  <a:srgbClr val="14221A"/>
                </a:solidFill>
                <a:latin typeface="Inter"/>
                <a:ea typeface="Inter"/>
                <a:cs typeface="Inter"/>
              </a:defRPr>
            </a:lvl7pPr>
            <a:lvl8pPr>
              <a:defRPr sz="3225" b="1">
                <a:solidFill>
                  <a:srgbClr val="14221A"/>
                </a:solidFill>
                <a:latin typeface="Inter"/>
                <a:ea typeface="Inter"/>
                <a:cs typeface="Inter"/>
              </a:defRPr>
            </a:lvl8pPr>
            <a:lvl9pPr>
              <a:defRPr sz="3225" b="1">
                <a:solidFill>
                  <a:srgbClr val="14221A"/>
                </a:solidFill>
                <a:latin typeface="Inter"/>
                <a:ea typeface="Inter"/>
                <a:cs typeface="Inter"/>
              </a:defRPr>
            </a:lvl9pPr>
          </a:lstStyle>
          <a:p xmlns:a="http://schemas.openxmlformats.org/drawingml/2006/main">
            <a:pPr>
              <a:defRPr sz="3225" b="1">
                <a:solidFill>
                  <a:srgbClr val="14221A"/>
                </a:solidFill>
                <a:latin typeface="Inter"/>
                <a:ea typeface="Inter"/>
                <a:cs typeface="Inter"/>
              </a:defRPr>
            </a:pPr>
            <a:r>
              <a:rPr sz="3225" b="1">
                <a:solidFill>
                  <a:srgbClr val="14221A"/>
                </a:solidFill>
                <a:latin typeface="Inter"/>
                <a:ea typeface="Inter"/>
                <a:cs typeface="Inter"/>
              </a:rPr>
              <a:t>The candidate comes from measured gene activity.</a:t>
            </a:r>
          </a:p>
        </p:txBody>
      </p:sp>
      <p:sp>
        <p:nvSpPr>
          <p:cNvPr id="3" name="text-79">
            <a:extLst xmlns:a="http://schemas.openxmlformats.org/drawingml/2006/main">
              <a:ext uri="{FF2B5EF4-FFF2-40B4-BE49-F238E27FC236}">
                <a16:creationId xmlns:a16="http://schemas.microsoft.com/office/drawing/2014/main" id="{2A119ACF-C13F-4DC7-B242-97D6D8D28549}"/>
              </a:ext>
            </a:extLst>
          </p:cNvPr>
          <p:cNvSpPr>
            <a:spLocks xmlns:a="http://schemas.openxmlformats.org/drawingml/2006/main" noGrp="1"/>
          </p:cNvSpPr>
          <p:nvPr/>
        </p:nvSpPr>
        <p:spPr>
          <a:xfrm xmlns:a="http://schemas.openxmlformats.org/drawingml/2006/main">
            <a:off x="552450" y="6496050"/>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657167"/>
                </a:solidFill>
                <a:latin typeface="Inter"/>
                <a:ea typeface="Inter"/>
                <a:cs typeface="Inter"/>
              </a:defRPr>
            </a:defPPr>
            <a:lvl1pPr>
              <a:defRPr sz="1050" b="0">
                <a:solidFill>
                  <a:srgbClr val="657167"/>
                </a:solidFill>
                <a:latin typeface="Inter"/>
                <a:ea typeface="Inter"/>
                <a:cs typeface="Inter"/>
              </a:defRPr>
            </a:lvl1pPr>
            <a:lvl2pPr>
              <a:defRPr sz="1050" b="0">
                <a:solidFill>
                  <a:srgbClr val="657167"/>
                </a:solidFill>
                <a:latin typeface="Inter"/>
                <a:ea typeface="Inter"/>
                <a:cs typeface="Inter"/>
              </a:defRPr>
            </a:lvl2pPr>
            <a:lvl3pPr>
              <a:defRPr sz="1050" b="0">
                <a:solidFill>
                  <a:srgbClr val="657167"/>
                </a:solidFill>
                <a:latin typeface="Inter"/>
                <a:ea typeface="Inter"/>
                <a:cs typeface="Inter"/>
              </a:defRPr>
            </a:lvl3pPr>
            <a:lvl4pPr>
              <a:defRPr sz="1050" b="0">
                <a:solidFill>
                  <a:srgbClr val="657167"/>
                </a:solidFill>
                <a:latin typeface="Inter"/>
                <a:ea typeface="Inter"/>
                <a:cs typeface="Inter"/>
              </a:defRPr>
            </a:lvl4pPr>
            <a:lvl5pPr>
              <a:defRPr sz="1050" b="0">
                <a:solidFill>
                  <a:srgbClr val="657167"/>
                </a:solidFill>
                <a:latin typeface="Inter"/>
                <a:ea typeface="Inter"/>
                <a:cs typeface="Inter"/>
              </a:defRPr>
            </a:lvl5pPr>
            <a:lvl6pPr>
              <a:defRPr sz="1050" b="0">
                <a:solidFill>
                  <a:srgbClr val="657167"/>
                </a:solidFill>
                <a:latin typeface="Inter"/>
                <a:ea typeface="Inter"/>
                <a:cs typeface="Inter"/>
              </a:defRPr>
            </a:lvl6pPr>
            <a:lvl7pPr>
              <a:defRPr sz="1050" b="0">
                <a:solidFill>
                  <a:srgbClr val="657167"/>
                </a:solidFill>
                <a:latin typeface="Inter"/>
                <a:ea typeface="Inter"/>
                <a:cs typeface="Inter"/>
              </a:defRPr>
            </a:lvl7pPr>
            <a:lvl8pPr>
              <a:defRPr sz="1050" b="0">
                <a:solidFill>
                  <a:srgbClr val="657167"/>
                </a:solidFill>
                <a:latin typeface="Inter"/>
                <a:ea typeface="Inter"/>
                <a:cs typeface="Inter"/>
              </a:defRPr>
            </a:lvl8pPr>
            <a:lvl9pPr>
              <a:defRPr sz="1050" b="0">
                <a:solidFill>
                  <a:srgbClr val="657167"/>
                </a:solidFill>
                <a:latin typeface="Inter"/>
                <a:ea typeface="Inter"/>
                <a:cs typeface="Inter"/>
              </a:defRPr>
            </a:lvl9pPr>
          </a:lstStyle>
          <a:p xmlns:a="http://schemas.openxmlformats.org/drawingml/2006/main">
            <a:pPr>
              <a:defRPr sz="1050" b="0">
                <a:solidFill>
                  <a:srgbClr val="657167"/>
                </a:solidFill>
                <a:latin typeface="Inter"/>
                <a:ea typeface="Inter"/>
                <a:cs typeface="Inter"/>
              </a:defRPr>
            </a:pPr>
            <a:r>
              <a:rPr sz="1050" b="0">
                <a:solidFill>
                  <a:srgbClr val="657167"/>
                </a:solidFill>
                <a:latin typeface="Inter"/>
                <a:ea typeface="Inter"/>
                <a:cs typeface="Inter"/>
              </a:rPr>
              <a:t>CELLORAS / TECHNICAL COMPANION</a:t>
            </a:r>
          </a:p>
        </p:txBody>
      </p:sp>
      <p:sp>
        <p:nvSpPr>
          <p:cNvPr id="4" name="text-80">
            <a:extLst xmlns:a="http://schemas.openxmlformats.org/drawingml/2006/main">
              <a:ext uri="{FF2B5EF4-FFF2-40B4-BE49-F238E27FC236}">
                <a16:creationId xmlns:a16="http://schemas.microsoft.com/office/drawing/2014/main" id="{35CF9AA4-7624-43AF-9327-FF2E54FAC998}"/>
              </a:ext>
            </a:extLst>
          </p:cNvPr>
          <p:cNvSpPr>
            <a:spLocks xmlns:a="http://schemas.openxmlformats.org/drawingml/2006/main" noGrp="1"/>
          </p:cNvSpPr>
          <p:nvPr/>
        </p:nvSpPr>
        <p:spPr>
          <a:xfrm xmlns:a="http://schemas.openxmlformats.org/drawingml/2006/main">
            <a:off x="11239500" y="6467475"/>
            <a:ext cx="419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1B5E20"/>
                </a:solidFill>
                <a:latin typeface="Inter"/>
                <a:ea typeface="Inter"/>
                <a:cs typeface="Inter"/>
              </a:defRPr>
            </a:defPPr>
            <a:lvl1pPr>
              <a:defRPr sz="1275" b="1">
                <a:solidFill>
                  <a:srgbClr val="1B5E20"/>
                </a:solidFill>
                <a:latin typeface="Inter"/>
                <a:ea typeface="Inter"/>
                <a:cs typeface="Inter"/>
              </a:defRPr>
            </a:lvl1pPr>
            <a:lvl2pPr>
              <a:defRPr sz="1275" b="1">
                <a:solidFill>
                  <a:srgbClr val="1B5E20"/>
                </a:solidFill>
                <a:latin typeface="Inter"/>
                <a:ea typeface="Inter"/>
                <a:cs typeface="Inter"/>
              </a:defRPr>
            </a:lvl2pPr>
            <a:lvl3pPr>
              <a:defRPr sz="1275" b="1">
                <a:solidFill>
                  <a:srgbClr val="1B5E20"/>
                </a:solidFill>
                <a:latin typeface="Inter"/>
                <a:ea typeface="Inter"/>
                <a:cs typeface="Inter"/>
              </a:defRPr>
            </a:lvl3pPr>
            <a:lvl4pPr>
              <a:defRPr sz="1275" b="1">
                <a:solidFill>
                  <a:srgbClr val="1B5E20"/>
                </a:solidFill>
                <a:latin typeface="Inter"/>
                <a:ea typeface="Inter"/>
                <a:cs typeface="Inter"/>
              </a:defRPr>
            </a:lvl4pPr>
            <a:lvl5pPr>
              <a:defRPr sz="1275" b="1">
                <a:solidFill>
                  <a:srgbClr val="1B5E20"/>
                </a:solidFill>
                <a:latin typeface="Inter"/>
                <a:ea typeface="Inter"/>
                <a:cs typeface="Inter"/>
              </a:defRPr>
            </a:lvl5pPr>
            <a:lvl6pPr>
              <a:defRPr sz="1275" b="1">
                <a:solidFill>
                  <a:srgbClr val="1B5E20"/>
                </a:solidFill>
                <a:latin typeface="Inter"/>
                <a:ea typeface="Inter"/>
                <a:cs typeface="Inter"/>
              </a:defRPr>
            </a:lvl6pPr>
            <a:lvl7pPr>
              <a:defRPr sz="1275" b="1">
                <a:solidFill>
                  <a:srgbClr val="1B5E20"/>
                </a:solidFill>
                <a:latin typeface="Inter"/>
                <a:ea typeface="Inter"/>
                <a:cs typeface="Inter"/>
              </a:defRPr>
            </a:lvl7pPr>
            <a:lvl8pPr>
              <a:defRPr sz="1275" b="1">
                <a:solidFill>
                  <a:srgbClr val="1B5E20"/>
                </a:solidFill>
                <a:latin typeface="Inter"/>
                <a:ea typeface="Inter"/>
                <a:cs typeface="Inter"/>
              </a:defRPr>
            </a:lvl8pPr>
            <a:lvl9pPr>
              <a:defRPr sz="1275" b="1">
                <a:solidFill>
                  <a:srgbClr val="1B5E20"/>
                </a:solidFill>
                <a:latin typeface="Inter"/>
                <a:ea typeface="Inter"/>
                <a:cs typeface="Inter"/>
              </a:defRPr>
            </a:lvl9pPr>
          </a:lstStyle>
          <a:p xmlns:a="http://schemas.openxmlformats.org/drawingml/2006/main">
            <a:pPr>
              <a:defRPr sz="1275" b="1">
                <a:solidFill>
                  <a:srgbClr val="1B5E20"/>
                </a:solidFill>
                <a:latin typeface="Inter"/>
                <a:ea typeface="Inter"/>
                <a:cs typeface="Inter"/>
              </a:defRPr>
            </a:pPr>
            <a:r>
              <a:rPr sz="1275" b="1">
                <a:solidFill>
                  <a:srgbClr val="1B5E20"/>
                </a:solidFill>
                <a:latin typeface="Inter"/>
                <a:ea typeface="Inter"/>
                <a:cs typeface="Inter"/>
              </a:rPr>
              <a:t>05</a:t>
            </a:r>
          </a:p>
        </p:txBody>
      </p:sp>
      <p:sp>
        <p:nvSpPr>
          <p:cNvPr id="5" name="text-81">
            <a:extLst xmlns:a="http://schemas.openxmlformats.org/drawingml/2006/main">
              <a:ext uri="{FF2B5EF4-FFF2-40B4-BE49-F238E27FC236}">
                <a16:creationId xmlns:a16="http://schemas.microsoft.com/office/drawing/2014/main" id="{A2CBF47D-9B1F-45C9-9E6E-F05ACC457EA2}"/>
              </a:ext>
            </a:extLst>
          </p:cNvPr>
          <p:cNvSpPr>
            <a:spLocks xmlns:a="http://schemas.openxmlformats.org/drawingml/2006/main" noGrp="1"/>
          </p:cNvSpPr>
          <p:nvPr/>
        </p:nvSpPr>
        <p:spPr>
          <a:xfrm xmlns:a="http://schemas.openxmlformats.org/drawingml/2006/main">
            <a:off x="552450" y="2057400"/>
            <a:ext cx="6991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B5E20"/>
                </a:solidFill>
                <a:latin typeface="Inter"/>
                <a:ea typeface="Inter"/>
                <a:cs typeface="Inter"/>
              </a:defRPr>
            </a:defPPr>
            <a:lvl1pPr>
              <a:defRPr sz="2175" b="1">
                <a:solidFill>
                  <a:srgbClr val="1B5E20"/>
                </a:solidFill>
                <a:latin typeface="Inter"/>
                <a:ea typeface="Inter"/>
                <a:cs typeface="Inter"/>
              </a:defRPr>
            </a:lvl1pPr>
            <a:lvl2pPr>
              <a:defRPr sz="2175" b="1">
                <a:solidFill>
                  <a:srgbClr val="1B5E20"/>
                </a:solidFill>
                <a:latin typeface="Inter"/>
                <a:ea typeface="Inter"/>
                <a:cs typeface="Inter"/>
              </a:defRPr>
            </a:lvl2pPr>
            <a:lvl3pPr>
              <a:defRPr sz="2175" b="1">
                <a:solidFill>
                  <a:srgbClr val="1B5E20"/>
                </a:solidFill>
                <a:latin typeface="Inter"/>
                <a:ea typeface="Inter"/>
                <a:cs typeface="Inter"/>
              </a:defRPr>
            </a:lvl3pPr>
            <a:lvl4pPr>
              <a:defRPr sz="2175" b="1">
                <a:solidFill>
                  <a:srgbClr val="1B5E20"/>
                </a:solidFill>
                <a:latin typeface="Inter"/>
                <a:ea typeface="Inter"/>
                <a:cs typeface="Inter"/>
              </a:defRPr>
            </a:lvl4pPr>
            <a:lvl5pPr>
              <a:defRPr sz="2175" b="1">
                <a:solidFill>
                  <a:srgbClr val="1B5E20"/>
                </a:solidFill>
                <a:latin typeface="Inter"/>
                <a:ea typeface="Inter"/>
                <a:cs typeface="Inter"/>
              </a:defRPr>
            </a:lvl5pPr>
            <a:lvl6pPr>
              <a:defRPr sz="2175" b="1">
                <a:solidFill>
                  <a:srgbClr val="1B5E20"/>
                </a:solidFill>
                <a:latin typeface="Inter"/>
                <a:ea typeface="Inter"/>
                <a:cs typeface="Inter"/>
              </a:defRPr>
            </a:lvl6pPr>
            <a:lvl7pPr>
              <a:defRPr sz="2175" b="1">
                <a:solidFill>
                  <a:srgbClr val="1B5E20"/>
                </a:solidFill>
                <a:latin typeface="Inter"/>
                <a:ea typeface="Inter"/>
                <a:cs typeface="Inter"/>
              </a:defRPr>
            </a:lvl7pPr>
            <a:lvl8pPr>
              <a:defRPr sz="2175" b="1">
                <a:solidFill>
                  <a:srgbClr val="1B5E20"/>
                </a:solidFill>
                <a:latin typeface="Inter"/>
                <a:ea typeface="Inter"/>
                <a:cs typeface="Inter"/>
              </a:defRPr>
            </a:lvl8pPr>
            <a:lvl9pPr>
              <a:defRPr sz="2175" b="1">
                <a:solidFill>
                  <a:srgbClr val="1B5E20"/>
                </a:solidFill>
                <a:latin typeface="Inter"/>
                <a:ea typeface="Inter"/>
                <a:cs typeface="Inter"/>
              </a:defRPr>
            </a:lvl9pPr>
          </a:lstStyle>
          <a:p xmlns:a="http://schemas.openxmlformats.org/drawingml/2006/main">
            <a:pPr>
              <a:defRPr sz="2175" b="1">
                <a:solidFill>
                  <a:srgbClr val="1B5E20"/>
                </a:solidFill>
                <a:latin typeface="Inter"/>
                <a:ea typeface="Inter"/>
                <a:cs typeface="Inter"/>
              </a:defRPr>
            </a:pPr>
            <a:r>
              <a:rPr sz="2175" b="1">
                <a:solidFill>
                  <a:srgbClr val="1B5E20"/>
                </a:solidFill>
                <a:latin typeface="Inter"/>
                <a:ea typeface="Inter"/>
                <a:cs typeface="Inter"/>
              </a:rPr>
              <a:t>Example: group 6, 388 nuclei</a:t>
            </a:r>
          </a:p>
        </p:txBody>
      </p:sp>
      <p:sp>
        <p:nvSpPr>
          <p:cNvPr id="6" name="text-82">
            <a:extLst xmlns:a="http://schemas.openxmlformats.org/drawingml/2006/main">
              <a:ext uri="{FF2B5EF4-FFF2-40B4-BE49-F238E27FC236}">
                <a16:creationId xmlns:a16="http://schemas.microsoft.com/office/drawing/2014/main" id="{C341C604-3FF0-4AE8-BDC4-700ECE4D4F9B}"/>
              </a:ext>
            </a:extLst>
          </p:cNvPr>
          <p:cNvSpPr>
            <a:spLocks xmlns:a="http://schemas.openxmlformats.org/drawingml/2006/main" noGrp="1"/>
          </p:cNvSpPr>
          <p:nvPr/>
        </p:nvSpPr>
        <p:spPr>
          <a:xfrm xmlns:a="http://schemas.openxmlformats.org/drawingml/2006/main">
            <a:off x="552450" y="2714625"/>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1B5E20"/>
                </a:solidFill>
                <a:latin typeface="Inter"/>
                <a:ea typeface="Inter"/>
                <a:cs typeface="Inter"/>
              </a:defRPr>
            </a:defPPr>
            <a:lvl1pPr>
              <a:defRPr sz="1800" b="1">
                <a:solidFill>
                  <a:srgbClr val="1B5E20"/>
                </a:solidFill>
                <a:latin typeface="Inter"/>
                <a:ea typeface="Inter"/>
                <a:cs typeface="Inter"/>
              </a:defRPr>
            </a:lvl1pPr>
            <a:lvl2pPr>
              <a:defRPr sz="1800" b="1">
                <a:solidFill>
                  <a:srgbClr val="1B5E20"/>
                </a:solidFill>
                <a:latin typeface="Inter"/>
                <a:ea typeface="Inter"/>
                <a:cs typeface="Inter"/>
              </a:defRPr>
            </a:lvl2pPr>
            <a:lvl3pPr>
              <a:defRPr sz="1800" b="1">
                <a:solidFill>
                  <a:srgbClr val="1B5E20"/>
                </a:solidFill>
                <a:latin typeface="Inter"/>
                <a:ea typeface="Inter"/>
                <a:cs typeface="Inter"/>
              </a:defRPr>
            </a:lvl3pPr>
            <a:lvl4pPr>
              <a:defRPr sz="1800" b="1">
                <a:solidFill>
                  <a:srgbClr val="1B5E20"/>
                </a:solidFill>
                <a:latin typeface="Inter"/>
                <a:ea typeface="Inter"/>
                <a:cs typeface="Inter"/>
              </a:defRPr>
            </a:lvl4pPr>
            <a:lvl5pPr>
              <a:defRPr sz="1800" b="1">
                <a:solidFill>
                  <a:srgbClr val="1B5E20"/>
                </a:solidFill>
                <a:latin typeface="Inter"/>
                <a:ea typeface="Inter"/>
                <a:cs typeface="Inter"/>
              </a:defRPr>
            </a:lvl5pPr>
            <a:lvl6pPr>
              <a:defRPr sz="1800" b="1">
                <a:solidFill>
                  <a:srgbClr val="1B5E20"/>
                </a:solidFill>
                <a:latin typeface="Inter"/>
                <a:ea typeface="Inter"/>
                <a:cs typeface="Inter"/>
              </a:defRPr>
            </a:lvl6pPr>
            <a:lvl7pPr>
              <a:defRPr sz="1800" b="1">
                <a:solidFill>
                  <a:srgbClr val="1B5E20"/>
                </a:solidFill>
                <a:latin typeface="Inter"/>
                <a:ea typeface="Inter"/>
                <a:cs typeface="Inter"/>
              </a:defRPr>
            </a:lvl7pPr>
            <a:lvl8pPr>
              <a:defRPr sz="1800" b="1">
                <a:solidFill>
                  <a:srgbClr val="1B5E20"/>
                </a:solidFill>
                <a:latin typeface="Inter"/>
                <a:ea typeface="Inter"/>
                <a:cs typeface="Inter"/>
              </a:defRPr>
            </a:lvl8pPr>
            <a:lvl9pPr>
              <a:defRPr sz="1800" b="1">
                <a:solidFill>
                  <a:srgbClr val="1B5E20"/>
                </a:solidFill>
                <a:latin typeface="Inter"/>
                <a:ea typeface="Inter"/>
                <a:cs typeface="Inter"/>
              </a:defRPr>
            </a:lvl9pPr>
          </a:lstStyle>
          <a:p xmlns:a="http://schemas.openxmlformats.org/drawingml/2006/main">
            <a:pPr>
              <a:defRPr sz="1800" b="1">
                <a:solidFill>
                  <a:srgbClr val="1B5E20"/>
                </a:solidFill>
                <a:latin typeface="Inter"/>
                <a:ea typeface="Inter"/>
                <a:cs typeface="Inter"/>
              </a:defRPr>
            </a:pPr>
            <a:r>
              <a:rPr sz="1800" b="1">
                <a:solidFill>
                  <a:srgbClr val="1B5E20"/>
                </a:solidFill>
                <a:latin typeface="Inter"/>
                <a:ea typeface="Inter"/>
                <a:cs typeface="Inter"/>
              </a:rPr>
              <a:t>01</a:t>
            </a:r>
          </a:p>
        </p:txBody>
      </p:sp>
      <p:sp>
        <p:nvSpPr>
          <p:cNvPr id="7" name="text-83">
            <a:extLst xmlns:a="http://schemas.openxmlformats.org/drawingml/2006/main">
              <a:ext uri="{FF2B5EF4-FFF2-40B4-BE49-F238E27FC236}">
                <a16:creationId xmlns:a16="http://schemas.microsoft.com/office/drawing/2014/main" id="{D78B9786-F2D6-421F-999F-8DAE2AA6FFB0}"/>
              </a:ext>
            </a:extLst>
          </p:cNvPr>
          <p:cNvSpPr>
            <a:spLocks xmlns:a="http://schemas.openxmlformats.org/drawingml/2006/main" noGrp="1"/>
          </p:cNvSpPr>
          <p:nvPr/>
        </p:nvSpPr>
        <p:spPr>
          <a:xfrm xmlns:a="http://schemas.openxmlformats.org/drawingml/2006/main">
            <a:off x="1171575" y="27146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14221A"/>
                </a:solidFill>
                <a:latin typeface="Inter"/>
                <a:ea typeface="Inter"/>
                <a:cs typeface="Inter"/>
              </a:defRPr>
            </a:defPPr>
            <a:lvl1pPr>
              <a:defRPr sz="1875" b="1">
                <a:solidFill>
                  <a:srgbClr val="14221A"/>
                </a:solidFill>
                <a:latin typeface="Inter"/>
                <a:ea typeface="Inter"/>
                <a:cs typeface="Inter"/>
              </a:defRPr>
            </a:lvl1pPr>
            <a:lvl2pPr>
              <a:defRPr sz="1875" b="1">
                <a:solidFill>
                  <a:srgbClr val="14221A"/>
                </a:solidFill>
                <a:latin typeface="Inter"/>
                <a:ea typeface="Inter"/>
                <a:cs typeface="Inter"/>
              </a:defRPr>
            </a:lvl2pPr>
            <a:lvl3pPr>
              <a:defRPr sz="1875" b="1">
                <a:solidFill>
                  <a:srgbClr val="14221A"/>
                </a:solidFill>
                <a:latin typeface="Inter"/>
                <a:ea typeface="Inter"/>
                <a:cs typeface="Inter"/>
              </a:defRPr>
            </a:lvl3pPr>
            <a:lvl4pPr>
              <a:defRPr sz="1875" b="1">
                <a:solidFill>
                  <a:srgbClr val="14221A"/>
                </a:solidFill>
                <a:latin typeface="Inter"/>
                <a:ea typeface="Inter"/>
                <a:cs typeface="Inter"/>
              </a:defRPr>
            </a:lvl4pPr>
            <a:lvl5pPr>
              <a:defRPr sz="1875" b="1">
                <a:solidFill>
                  <a:srgbClr val="14221A"/>
                </a:solidFill>
                <a:latin typeface="Inter"/>
                <a:ea typeface="Inter"/>
                <a:cs typeface="Inter"/>
              </a:defRPr>
            </a:lvl5pPr>
            <a:lvl6pPr>
              <a:defRPr sz="1875" b="1">
                <a:solidFill>
                  <a:srgbClr val="14221A"/>
                </a:solidFill>
                <a:latin typeface="Inter"/>
                <a:ea typeface="Inter"/>
                <a:cs typeface="Inter"/>
              </a:defRPr>
            </a:lvl6pPr>
            <a:lvl7pPr>
              <a:defRPr sz="1875" b="1">
                <a:solidFill>
                  <a:srgbClr val="14221A"/>
                </a:solidFill>
                <a:latin typeface="Inter"/>
                <a:ea typeface="Inter"/>
                <a:cs typeface="Inter"/>
              </a:defRPr>
            </a:lvl7pPr>
            <a:lvl8pPr>
              <a:defRPr sz="1875" b="1">
                <a:solidFill>
                  <a:srgbClr val="14221A"/>
                </a:solidFill>
                <a:latin typeface="Inter"/>
                <a:ea typeface="Inter"/>
                <a:cs typeface="Inter"/>
              </a:defRPr>
            </a:lvl8pPr>
            <a:lvl9pPr>
              <a:defRPr sz="1875" b="1">
                <a:solidFill>
                  <a:srgbClr val="14221A"/>
                </a:solidFill>
                <a:latin typeface="Inter"/>
                <a:ea typeface="Inter"/>
                <a:cs typeface="Inter"/>
              </a:defRPr>
            </a:lvl9pPr>
          </a:lstStyle>
          <a:p xmlns:a="http://schemas.openxmlformats.org/drawingml/2006/main">
            <a:pPr>
              <a:defRPr sz="1875" b="1">
                <a:solidFill>
                  <a:srgbClr val="14221A"/>
                </a:solidFill>
                <a:latin typeface="Inter"/>
                <a:ea typeface="Inter"/>
                <a:cs typeface="Inter"/>
              </a:defRPr>
            </a:pPr>
            <a:r>
              <a:rPr sz="1875" b="1">
                <a:solidFill>
                  <a:srgbClr val="14221A"/>
                </a:solidFill>
                <a:latin typeface="Inter"/>
                <a:ea typeface="Inter"/>
                <a:cs typeface="Inter"/>
              </a:rPr>
              <a:t>Normalise raw counts</a:t>
            </a:r>
          </a:p>
        </p:txBody>
      </p:sp>
      <p:sp>
        <p:nvSpPr>
          <p:cNvPr id="8" name="text-84">
            <a:extLst xmlns:a="http://schemas.openxmlformats.org/drawingml/2006/main">
              <a:ext uri="{FF2B5EF4-FFF2-40B4-BE49-F238E27FC236}">
                <a16:creationId xmlns:a16="http://schemas.microsoft.com/office/drawing/2014/main" id="{C1C8C00E-F51A-4416-8EE0-783DBD4ABA86}"/>
              </a:ext>
            </a:extLst>
          </p:cNvPr>
          <p:cNvSpPr>
            <a:spLocks xmlns:a="http://schemas.openxmlformats.org/drawingml/2006/main" noGrp="1"/>
          </p:cNvSpPr>
          <p:nvPr/>
        </p:nvSpPr>
        <p:spPr>
          <a:xfrm xmlns:a="http://schemas.openxmlformats.org/drawingml/2006/main">
            <a:off x="1171575" y="30765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657167"/>
                </a:solidFill>
                <a:latin typeface="Inter"/>
                <a:ea typeface="Inter"/>
                <a:cs typeface="Inter"/>
              </a:defRPr>
            </a:defPPr>
            <a:lvl1pPr>
              <a:defRPr sz="1500" b="0">
                <a:solidFill>
                  <a:srgbClr val="657167"/>
                </a:solidFill>
                <a:latin typeface="Inter"/>
                <a:ea typeface="Inter"/>
                <a:cs typeface="Inter"/>
              </a:defRPr>
            </a:lvl1pPr>
            <a:lvl2pPr>
              <a:defRPr sz="1500" b="0">
                <a:solidFill>
                  <a:srgbClr val="657167"/>
                </a:solidFill>
                <a:latin typeface="Inter"/>
                <a:ea typeface="Inter"/>
                <a:cs typeface="Inter"/>
              </a:defRPr>
            </a:lvl2pPr>
            <a:lvl3pPr>
              <a:defRPr sz="1500" b="0">
                <a:solidFill>
                  <a:srgbClr val="657167"/>
                </a:solidFill>
                <a:latin typeface="Inter"/>
                <a:ea typeface="Inter"/>
                <a:cs typeface="Inter"/>
              </a:defRPr>
            </a:lvl3pPr>
            <a:lvl4pPr>
              <a:defRPr sz="1500" b="0">
                <a:solidFill>
                  <a:srgbClr val="657167"/>
                </a:solidFill>
                <a:latin typeface="Inter"/>
                <a:ea typeface="Inter"/>
                <a:cs typeface="Inter"/>
              </a:defRPr>
            </a:lvl4pPr>
            <a:lvl5pPr>
              <a:defRPr sz="1500" b="0">
                <a:solidFill>
                  <a:srgbClr val="657167"/>
                </a:solidFill>
                <a:latin typeface="Inter"/>
                <a:ea typeface="Inter"/>
                <a:cs typeface="Inter"/>
              </a:defRPr>
            </a:lvl5pPr>
            <a:lvl6pPr>
              <a:defRPr sz="1500" b="0">
                <a:solidFill>
                  <a:srgbClr val="657167"/>
                </a:solidFill>
                <a:latin typeface="Inter"/>
                <a:ea typeface="Inter"/>
                <a:cs typeface="Inter"/>
              </a:defRPr>
            </a:lvl6pPr>
            <a:lvl7pPr>
              <a:defRPr sz="1500" b="0">
                <a:solidFill>
                  <a:srgbClr val="657167"/>
                </a:solidFill>
                <a:latin typeface="Inter"/>
                <a:ea typeface="Inter"/>
                <a:cs typeface="Inter"/>
              </a:defRPr>
            </a:lvl7pPr>
            <a:lvl8pPr>
              <a:defRPr sz="1500" b="0">
                <a:solidFill>
                  <a:srgbClr val="657167"/>
                </a:solidFill>
                <a:latin typeface="Inter"/>
                <a:ea typeface="Inter"/>
                <a:cs typeface="Inter"/>
              </a:defRPr>
            </a:lvl8pPr>
            <a:lvl9pPr>
              <a:defRPr sz="1500" b="0">
                <a:solidFill>
                  <a:srgbClr val="657167"/>
                </a:solidFill>
                <a:latin typeface="Inter"/>
                <a:ea typeface="Inter"/>
                <a:cs typeface="Inter"/>
              </a:defRPr>
            </a:lvl9pPr>
          </a:lstStyle>
          <a:p xmlns:a="http://schemas.openxmlformats.org/drawingml/2006/main">
            <a:pPr>
              <a:defRPr sz="1500" b="0">
                <a:solidFill>
                  <a:srgbClr val="657167"/>
                </a:solidFill>
                <a:latin typeface="Inter"/>
                <a:ea typeface="Inter"/>
                <a:cs typeface="Inter"/>
              </a:defRPr>
            </a:pPr>
            <a:r>
              <a:rPr sz="1500" b="0">
                <a:solidFill>
                  <a:srgbClr val="657167"/>
                </a:solidFill>
                <a:latin typeface="Inter"/>
                <a:ea typeface="Inter"/>
                <a:cs typeface="Inter"/>
              </a:rPr>
              <a:t>log1p(count / cell total × 10,000)</a:t>
            </a:r>
          </a:p>
        </p:txBody>
      </p:sp>
      <p:sp>
        <p:nvSpPr>
          <p:cNvPr id="9" name="text-85">
            <a:extLst xmlns:a="http://schemas.openxmlformats.org/drawingml/2006/main">
              <a:ext uri="{FF2B5EF4-FFF2-40B4-BE49-F238E27FC236}">
                <a16:creationId xmlns:a16="http://schemas.microsoft.com/office/drawing/2014/main" id="{845C02DA-BB3C-4A39-AF2E-70141A4091FD}"/>
              </a:ext>
            </a:extLst>
          </p:cNvPr>
          <p:cNvSpPr>
            <a:spLocks xmlns:a="http://schemas.openxmlformats.org/drawingml/2006/main" noGrp="1"/>
          </p:cNvSpPr>
          <p:nvPr/>
        </p:nvSpPr>
        <p:spPr>
          <a:xfrm xmlns:a="http://schemas.openxmlformats.org/drawingml/2006/main">
            <a:off x="552450" y="3514725"/>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1B5E20"/>
                </a:solidFill>
                <a:latin typeface="Inter"/>
                <a:ea typeface="Inter"/>
                <a:cs typeface="Inter"/>
              </a:defRPr>
            </a:defPPr>
            <a:lvl1pPr>
              <a:defRPr sz="1800" b="1">
                <a:solidFill>
                  <a:srgbClr val="1B5E20"/>
                </a:solidFill>
                <a:latin typeface="Inter"/>
                <a:ea typeface="Inter"/>
                <a:cs typeface="Inter"/>
              </a:defRPr>
            </a:lvl1pPr>
            <a:lvl2pPr>
              <a:defRPr sz="1800" b="1">
                <a:solidFill>
                  <a:srgbClr val="1B5E20"/>
                </a:solidFill>
                <a:latin typeface="Inter"/>
                <a:ea typeface="Inter"/>
                <a:cs typeface="Inter"/>
              </a:defRPr>
            </a:lvl2pPr>
            <a:lvl3pPr>
              <a:defRPr sz="1800" b="1">
                <a:solidFill>
                  <a:srgbClr val="1B5E20"/>
                </a:solidFill>
                <a:latin typeface="Inter"/>
                <a:ea typeface="Inter"/>
                <a:cs typeface="Inter"/>
              </a:defRPr>
            </a:lvl3pPr>
            <a:lvl4pPr>
              <a:defRPr sz="1800" b="1">
                <a:solidFill>
                  <a:srgbClr val="1B5E20"/>
                </a:solidFill>
                <a:latin typeface="Inter"/>
                <a:ea typeface="Inter"/>
                <a:cs typeface="Inter"/>
              </a:defRPr>
            </a:lvl4pPr>
            <a:lvl5pPr>
              <a:defRPr sz="1800" b="1">
                <a:solidFill>
                  <a:srgbClr val="1B5E20"/>
                </a:solidFill>
                <a:latin typeface="Inter"/>
                <a:ea typeface="Inter"/>
                <a:cs typeface="Inter"/>
              </a:defRPr>
            </a:lvl5pPr>
            <a:lvl6pPr>
              <a:defRPr sz="1800" b="1">
                <a:solidFill>
                  <a:srgbClr val="1B5E20"/>
                </a:solidFill>
                <a:latin typeface="Inter"/>
                <a:ea typeface="Inter"/>
                <a:cs typeface="Inter"/>
              </a:defRPr>
            </a:lvl6pPr>
            <a:lvl7pPr>
              <a:defRPr sz="1800" b="1">
                <a:solidFill>
                  <a:srgbClr val="1B5E20"/>
                </a:solidFill>
                <a:latin typeface="Inter"/>
                <a:ea typeface="Inter"/>
                <a:cs typeface="Inter"/>
              </a:defRPr>
            </a:lvl7pPr>
            <a:lvl8pPr>
              <a:defRPr sz="1800" b="1">
                <a:solidFill>
                  <a:srgbClr val="1B5E20"/>
                </a:solidFill>
                <a:latin typeface="Inter"/>
                <a:ea typeface="Inter"/>
                <a:cs typeface="Inter"/>
              </a:defRPr>
            </a:lvl8pPr>
            <a:lvl9pPr>
              <a:defRPr sz="1800" b="1">
                <a:solidFill>
                  <a:srgbClr val="1B5E20"/>
                </a:solidFill>
                <a:latin typeface="Inter"/>
                <a:ea typeface="Inter"/>
                <a:cs typeface="Inter"/>
              </a:defRPr>
            </a:lvl9pPr>
          </a:lstStyle>
          <a:p xmlns:a="http://schemas.openxmlformats.org/drawingml/2006/main">
            <a:pPr>
              <a:defRPr sz="1800" b="1">
                <a:solidFill>
                  <a:srgbClr val="1B5E20"/>
                </a:solidFill>
                <a:latin typeface="Inter"/>
                <a:ea typeface="Inter"/>
                <a:cs typeface="Inter"/>
              </a:defRPr>
            </a:pPr>
            <a:r>
              <a:rPr sz="1800" b="1">
                <a:solidFill>
                  <a:srgbClr val="1B5E20"/>
                </a:solidFill>
                <a:latin typeface="Inter"/>
                <a:ea typeface="Inter"/>
                <a:cs typeface="Inter"/>
              </a:rPr>
              <a:t>02</a:t>
            </a:r>
          </a:p>
        </p:txBody>
      </p:sp>
      <p:sp>
        <p:nvSpPr>
          <p:cNvPr id="10" name="text-86">
            <a:extLst xmlns:a="http://schemas.openxmlformats.org/drawingml/2006/main">
              <a:ext uri="{FF2B5EF4-FFF2-40B4-BE49-F238E27FC236}">
                <a16:creationId xmlns:a16="http://schemas.microsoft.com/office/drawing/2014/main" id="{9FB885B7-829A-4124-82EB-7E791095620B}"/>
              </a:ext>
            </a:extLst>
          </p:cNvPr>
          <p:cNvSpPr>
            <a:spLocks xmlns:a="http://schemas.openxmlformats.org/drawingml/2006/main" noGrp="1"/>
          </p:cNvSpPr>
          <p:nvPr/>
        </p:nvSpPr>
        <p:spPr>
          <a:xfrm xmlns:a="http://schemas.openxmlformats.org/drawingml/2006/main">
            <a:off x="1171575" y="3514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14221A"/>
                </a:solidFill>
                <a:latin typeface="Inter"/>
                <a:ea typeface="Inter"/>
                <a:cs typeface="Inter"/>
              </a:defRPr>
            </a:defPPr>
            <a:lvl1pPr>
              <a:defRPr sz="1875" b="1">
                <a:solidFill>
                  <a:srgbClr val="14221A"/>
                </a:solidFill>
                <a:latin typeface="Inter"/>
                <a:ea typeface="Inter"/>
                <a:cs typeface="Inter"/>
              </a:defRPr>
            </a:lvl1pPr>
            <a:lvl2pPr>
              <a:defRPr sz="1875" b="1">
                <a:solidFill>
                  <a:srgbClr val="14221A"/>
                </a:solidFill>
                <a:latin typeface="Inter"/>
                <a:ea typeface="Inter"/>
                <a:cs typeface="Inter"/>
              </a:defRPr>
            </a:lvl2pPr>
            <a:lvl3pPr>
              <a:defRPr sz="1875" b="1">
                <a:solidFill>
                  <a:srgbClr val="14221A"/>
                </a:solidFill>
                <a:latin typeface="Inter"/>
                <a:ea typeface="Inter"/>
                <a:cs typeface="Inter"/>
              </a:defRPr>
            </a:lvl3pPr>
            <a:lvl4pPr>
              <a:defRPr sz="1875" b="1">
                <a:solidFill>
                  <a:srgbClr val="14221A"/>
                </a:solidFill>
                <a:latin typeface="Inter"/>
                <a:ea typeface="Inter"/>
                <a:cs typeface="Inter"/>
              </a:defRPr>
            </a:lvl4pPr>
            <a:lvl5pPr>
              <a:defRPr sz="1875" b="1">
                <a:solidFill>
                  <a:srgbClr val="14221A"/>
                </a:solidFill>
                <a:latin typeface="Inter"/>
                <a:ea typeface="Inter"/>
                <a:cs typeface="Inter"/>
              </a:defRPr>
            </a:lvl5pPr>
            <a:lvl6pPr>
              <a:defRPr sz="1875" b="1">
                <a:solidFill>
                  <a:srgbClr val="14221A"/>
                </a:solidFill>
                <a:latin typeface="Inter"/>
                <a:ea typeface="Inter"/>
                <a:cs typeface="Inter"/>
              </a:defRPr>
            </a:lvl6pPr>
            <a:lvl7pPr>
              <a:defRPr sz="1875" b="1">
                <a:solidFill>
                  <a:srgbClr val="14221A"/>
                </a:solidFill>
                <a:latin typeface="Inter"/>
                <a:ea typeface="Inter"/>
                <a:cs typeface="Inter"/>
              </a:defRPr>
            </a:lvl7pPr>
            <a:lvl8pPr>
              <a:defRPr sz="1875" b="1">
                <a:solidFill>
                  <a:srgbClr val="14221A"/>
                </a:solidFill>
                <a:latin typeface="Inter"/>
                <a:ea typeface="Inter"/>
                <a:cs typeface="Inter"/>
              </a:defRPr>
            </a:lvl8pPr>
            <a:lvl9pPr>
              <a:defRPr sz="1875" b="1">
                <a:solidFill>
                  <a:srgbClr val="14221A"/>
                </a:solidFill>
                <a:latin typeface="Inter"/>
                <a:ea typeface="Inter"/>
                <a:cs typeface="Inter"/>
              </a:defRPr>
            </a:lvl9pPr>
          </a:lstStyle>
          <a:p xmlns:a="http://schemas.openxmlformats.org/drawingml/2006/main">
            <a:pPr>
              <a:defRPr sz="1875" b="1">
                <a:solidFill>
                  <a:srgbClr val="14221A"/>
                </a:solidFill>
                <a:latin typeface="Inter"/>
                <a:ea typeface="Inter"/>
                <a:cs typeface="Inter"/>
              </a:defRPr>
            </a:pPr>
            <a:r>
              <a:rPr sz="1875" b="1">
                <a:solidFill>
                  <a:srgbClr val="14221A"/>
                </a:solidFill>
                <a:latin typeface="Inter"/>
                <a:ea typeface="Inter"/>
                <a:cs typeface="Inter"/>
              </a:rPr>
              <a:t>Compare each group</a:t>
            </a:r>
          </a:p>
        </p:txBody>
      </p:sp>
      <p:sp>
        <p:nvSpPr>
          <p:cNvPr id="11" name="text-87">
            <a:extLst xmlns:a="http://schemas.openxmlformats.org/drawingml/2006/main">
              <a:ext uri="{FF2B5EF4-FFF2-40B4-BE49-F238E27FC236}">
                <a16:creationId xmlns:a16="http://schemas.microsoft.com/office/drawing/2014/main" id="{5B11B9B4-6CD3-4775-86F3-36CAEF293E5D}"/>
              </a:ext>
            </a:extLst>
          </p:cNvPr>
          <p:cNvSpPr>
            <a:spLocks xmlns:a="http://schemas.openxmlformats.org/drawingml/2006/main" noGrp="1"/>
          </p:cNvSpPr>
          <p:nvPr/>
        </p:nvSpPr>
        <p:spPr>
          <a:xfrm xmlns:a="http://schemas.openxmlformats.org/drawingml/2006/main">
            <a:off x="1171575" y="38766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657167"/>
                </a:solidFill>
                <a:latin typeface="Inter"/>
                <a:ea typeface="Inter"/>
                <a:cs typeface="Inter"/>
              </a:defRPr>
            </a:defPPr>
            <a:lvl1pPr>
              <a:defRPr sz="1500" b="0">
                <a:solidFill>
                  <a:srgbClr val="657167"/>
                </a:solidFill>
                <a:latin typeface="Inter"/>
                <a:ea typeface="Inter"/>
                <a:cs typeface="Inter"/>
              </a:defRPr>
            </a:lvl1pPr>
            <a:lvl2pPr>
              <a:defRPr sz="1500" b="0">
                <a:solidFill>
                  <a:srgbClr val="657167"/>
                </a:solidFill>
                <a:latin typeface="Inter"/>
                <a:ea typeface="Inter"/>
                <a:cs typeface="Inter"/>
              </a:defRPr>
            </a:lvl2pPr>
            <a:lvl3pPr>
              <a:defRPr sz="1500" b="0">
                <a:solidFill>
                  <a:srgbClr val="657167"/>
                </a:solidFill>
                <a:latin typeface="Inter"/>
                <a:ea typeface="Inter"/>
                <a:cs typeface="Inter"/>
              </a:defRPr>
            </a:lvl3pPr>
            <a:lvl4pPr>
              <a:defRPr sz="1500" b="0">
                <a:solidFill>
                  <a:srgbClr val="657167"/>
                </a:solidFill>
                <a:latin typeface="Inter"/>
                <a:ea typeface="Inter"/>
                <a:cs typeface="Inter"/>
              </a:defRPr>
            </a:lvl4pPr>
            <a:lvl5pPr>
              <a:defRPr sz="1500" b="0">
                <a:solidFill>
                  <a:srgbClr val="657167"/>
                </a:solidFill>
                <a:latin typeface="Inter"/>
                <a:ea typeface="Inter"/>
                <a:cs typeface="Inter"/>
              </a:defRPr>
            </a:lvl5pPr>
            <a:lvl6pPr>
              <a:defRPr sz="1500" b="0">
                <a:solidFill>
                  <a:srgbClr val="657167"/>
                </a:solidFill>
                <a:latin typeface="Inter"/>
                <a:ea typeface="Inter"/>
                <a:cs typeface="Inter"/>
              </a:defRPr>
            </a:lvl6pPr>
            <a:lvl7pPr>
              <a:defRPr sz="1500" b="0">
                <a:solidFill>
                  <a:srgbClr val="657167"/>
                </a:solidFill>
                <a:latin typeface="Inter"/>
                <a:ea typeface="Inter"/>
                <a:cs typeface="Inter"/>
              </a:defRPr>
            </a:lvl7pPr>
            <a:lvl8pPr>
              <a:defRPr sz="1500" b="0">
                <a:solidFill>
                  <a:srgbClr val="657167"/>
                </a:solidFill>
                <a:latin typeface="Inter"/>
                <a:ea typeface="Inter"/>
                <a:cs typeface="Inter"/>
              </a:defRPr>
            </a:lvl8pPr>
            <a:lvl9pPr>
              <a:defRPr sz="1500" b="0">
                <a:solidFill>
                  <a:srgbClr val="657167"/>
                </a:solidFill>
                <a:latin typeface="Inter"/>
                <a:ea typeface="Inter"/>
                <a:cs typeface="Inter"/>
              </a:defRPr>
            </a:lvl9pPr>
          </a:lstStyle>
          <a:p xmlns:a="http://schemas.openxmlformats.org/drawingml/2006/main">
            <a:pPr>
              <a:defRPr sz="1500" b="0">
                <a:solidFill>
                  <a:srgbClr val="657167"/>
                </a:solidFill>
                <a:latin typeface="Inter"/>
                <a:ea typeface="Inter"/>
                <a:cs typeface="Inter"/>
              </a:defRPr>
            </a:pPr>
            <a:r>
              <a:rPr sz="1500" b="0">
                <a:solidFill>
                  <a:srgbClr val="657167"/>
                </a:solidFill>
                <a:latin typeface="Inter"/>
                <a:ea typeface="Inter"/>
                <a:cs typeface="Inter"/>
              </a:rPr>
              <a:t>Mean expression, detection and group-versus-rest</a:t>
            </a:r>
          </a:p>
        </p:txBody>
      </p:sp>
      <p:sp>
        <p:nvSpPr>
          <p:cNvPr id="12" name="text-88">
            <a:extLst xmlns:a="http://schemas.openxmlformats.org/drawingml/2006/main">
              <a:ext uri="{FF2B5EF4-FFF2-40B4-BE49-F238E27FC236}">
                <a16:creationId xmlns:a16="http://schemas.microsoft.com/office/drawing/2014/main" id="{3B28A372-AA53-4740-ACB2-7916A89D8CC4}"/>
              </a:ext>
            </a:extLst>
          </p:cNvPr>
          <p:cNvSpPr>
            <a:spLocks xmlns:a="http://schemas.openxmlformats.org/drawingml/2006/main" noGrp="1"/>
          </p:cNvSpPr>
          <p:nvPr/>
        </p:nvSpPr>
        <p:spPr>
          <a:xfrm xmlns:a="http://schemas.openxmlformats.org/drawingml/2006/main">
            <a:off x="552450" y="4314825"/>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1B5E20"/>
                </a:solidFill>
                <a:latin typeface="Inter"/>
                <a:ea typeface="Inter"/>
                <a:cs typeface="Inter"/>
              </a:defRPr>
            </a:defPPr>
            <a:lvl1pPr>
              <a:defRPr sz="1800" b="1">
                <a:solidFill>
                  <a:srgbClr val="1B5E20"/>
                </a:solidFill>
                <a:latin typeface="Inter"/>
                <a:ea typeface="Inter"/>
                <a:cs typeface="Inter"/>
              </a:defRPr>
            </a:lvl1pPr>
            <a:lvl2pPr>
              <a:defRPr sz="1800" b="1">
                <a:solidFill>
                  <a:srgbClr val="1B5E20"/>
                </a:solidFill>
                <a:latin typeface="Inter"/>
                <a:ea typeface="Inter"/>
                <a:cs typeface="Inter"/>
              </a:defRPr>
            </a:lvl2pPr>
            <a:lvl3pPr>
              <a:defRPr sz="1800" b="1">
                <a:solidFill>
                  <a:srgbClr val="1B5E20"/>
                </a:solidFill>
                <a:latin typeface="Inter"/>
                <a:ea typeface="Inter"/>
                <a:cs typeface="Inter"/>
              </a:defRPr>
            </a:lvl3pPr>
            <a:lvl4pPr>
              <a:defRPr sz="1800" b="1">
                <a:solidFill>
                  <a:srgbClr val="1B5E20"/>
                </a:solidFill>
                <a:latin typeface="Inter"/>
                <a:ea typeface="Inter"/>
                <a:cs typeface="Inter"/>
              </a:defRPr>
            </a:lvl4pPr>
            <a:lvl5pPr>
              <a:defRPr sz="1800" b="1">
                <a:solidFill>
                  <a:srgbClr val="1B5E20"/>
                </a:solidFill>
                <a:latin typeface="Inter"/>
                <a:ea typeface="Inter"/>
                <a:cs typeface="Inter"/>
              </a:defRPr>
            </a:lvl5pPr>
            <a:lvl6pPr>
              <a:defRPr sz="1800" b="1">
                <a:solidFill>
                  <a:srgbClr val="1B5E20"/>
                </a:solidFill>
                <a:latin typeface="Inter"/>
                <a:ea typeface="Inter"/>
                <a:cs typeface="Inter"/>
              </a:defRPr>
            </a:lvl6pPr>
            <a:lvl7pPr>
              <a:defRPr sz="1800" b="1">
                <a:solidFill>
                  <a:srgbClr val="1B5E20"/>
                </a:solidFill>
                <a:latin typeface="Inter"/>
                <a:ea typeface="Inter"/>
                <a:cs typeface="Inter"/>
              </a:defRPr>
            </a:lvl7pPr>
            <a:lvl8pPr>
              <a:defRPr sz="1800" b="1">
                <a:solidFill>
                  <a:srgbClr val="1B5E20"/>
                </a:solidFill>
                <a:latin typeface="Inter"/>
                <a:ea typeface="Inter"/>
                <a:cs typeface="Inter"/>
              </a:defRPr>
            </a:lvl8pPr>
            <a:lvl9pPr>
              <a:defRPr sz="1800" b="1">
                <a:solidFill>
                  <a:srgbClr val="1B5E20"/>
                </a:solidFill>
                <a:latin typeface="Inter"/>
                <a:ea typeface="Inter"/>
                <a:cs typeface="Inter"/>
              </a:defRPr>
            </a:lvl9pPr>
          </a:lstStyle>
          <a:p xmlns:a="http://schemas.openxmlformats.org/drawingml/2006/main">
            <a:pPr>
              <a:defRPr sz="1800" b="1">
                <a:solidFill>
                  <a:srgbClr val="1B5E20"/>
                </a:solidFill>
                <a:latin typeface="Inter"/>
                <a:ea typeface="Inter"/>
                <a:cs typeface="Inter"/>
              </a:defRPr>
            </a:pPr>
            <a:r>
              <a:rPr sz="1800" b="1">
                <a:solidFill>
                  <a:srgbClr val="1B5E20"/>
                </a:solidFill>
                <a:latin typeface="Inter"/>
                <a:ea typeface="Inter"/>
                <a:cs typeface="Inter"/>
              </a:rPr>
              <a:t>03</a:t>
            </a:r>
          </a:p>
        </p:txBody>
      </p:sp>
      <p:sp>
        <p:nvSpPr>
          <p:cNvPr id="13" name="text-89">
            <a:extLst xmlns:a="http://schemas.openxmlformats.org/drawingml/2006/main">
              <a:ext uri="{FF2B5EF4-FFF2-40B4-BE49-F238E27FC236}">
                <a16:creationId xmlns:a16="http://schemas.microsoft.com/office/drawing/2014/main" id="{27DE9A62-2E20-486E-9425-88AB351E5B15}"/>
              </a:ext>
            </a:extLst>
          </p:cNvPr>
          <p:cNvSpPr>
            <a:spLocks xmlns:a="http://schemas.openxmlformats.org/drawingml/2006/main" noGrp="1"/>
          </p:cNvSpPr>
          <p:nvPr/>
        </p:nvSpPr>
        <p:spPr>
          <a:xfrm xmlns:a="http://schemas.openxmlformats.org/drawingml/2006/main">
            <a:off x="1171575" y="43148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14221A"/>
                </a:solidFill>
                <a:latin typeface="Inter"/>
                <a:ea typeface="Inter"/>
                <a:cs typeface="Inter"/>
              </a:defRPr>
            </a:defPPr>
            <a:lvl1pPr>
              <a:defRPr sz="1875" b="1">
                <a:solidFill>
                  <a:srgbClr val="14221A"/>
                </a:solidFill>
                <a:latin typeface="Inter"/>
                <a:ea typeface="Inter"/>
                <a:cs typeface="Inter"/>
              </a:defRPr>
            </a:lvl1pPr>
            <a:lvl2pPr>
              <a:defRPr sz="1875" b="1">
                <a:solidFill>
                  <a:srgbClr val="14221A"/>
                </a:solidFill>
                <a:latin typeface="Inter"/>
                <a:ea typeface="Inter"/>
                <a:cs typeface="Inter"/>
              </a:defRPr>
            </a:lvl2pPr>
            <a:lvl3pPr>
              <a:defRPr sz="1875" b="1">
                <a:solidFill>
                  <a:srgbClr val="14221A"/>
                </a:solidFill>
                <a:latin typeface="Inter"/>
                <a:ea typeface="Inter"/>
                <a:cs typeface="Inter"/>
              </a:defRPr>
            </a:lvl3pPr>
            <a:lvl4pPr>
              <a:defRPr sz="1875" b="1">
                <a:solidFill>
                  <a:srgbClr val="14221A"/>
                </a:solidFill>
                <a:latin typeface="Inter"/>
                <a:ea typeface="Inter"/>
                <a:cs typeface="Inter"/>
              </a:defRPr>
            </a:lvl4pPr>
            <a:lvl5pPr>
              <a:defRPr sz="1875" b="1">
                <a:solidFill>
                  <a:srgbClr val="14221A"/>
                </a:solidFill>
                <a:latin typeface="Inter"/>
                <a:ea typeface="Inter"/>
                <a:cs typeface="Inter"/>
              </a:defRPr>
            </a:lvl5pPr>
            <a:lvl6pPr>
              <a:defRPr sz="1875" b="1">
                <a:solidFill>
                  <a:srgbClr val="14221A"/>
                </a:solidFill>
                <a:latin typeface="Inter"/>
                <a:ea typeface="Inter"/>
                <a:cs typeface="Inter"/>
              </a:defRPr>
            </a:lvl6pPr>
            <a:lvl7pPr>
              <a:defRPr sz="1875" b="1">
                <a:solidFill>
                  <a:srgbClr val="14221A"/>
                </a:solidFill>
                <a:latin typeface="Inter"/>
                <a:ea typeface="Inter"/>
                <a:cs typeface="Inter"/>
              </a:defRPr>
            </a:lvl7pPr>
            <a:lvl8pPr>
              <a:defRPr sz="1875" b="1">
                <a:solidFill>
                  <a:srgbClr val="14221A"/>
                </a:solidFill>
                <a:latin typeface="Inter"/>
                <a:ea typeface="Inter"/>
                <a:cs typeface="Inter"/>
              </a:defRPr>
            </a:lvl8pPr>
            <a:lvl9pPr>
              <a:defRPr sz="1875" b="1">
                <a:solidFill>
                  <a:srgbClr val="14221A"/>
                </a:solidFill>
                <a:latin typeface="Inter"/>
                <a:ea typeface="Inter"/>
                <a:cs typeface="Inter"/>
              </a:defRPr>
            </a:lvl9pPr>
          </a:lstStyle>
          <a:p xmlns:a="http://schemas.openxmlformats.org/drawingml/2006/main">
            <a:pPr>
              <a:defRPr sz="1875" b="1">
                <a:solidFill>
                  <a:srgbClr val="14221A"/>
                </a:solidFill>
                <a:latin typeface="Inter"/>
                <a:ea typeface="Inter"/>
                <a:cs typeface="Inter"/>
              </a:defRPr>
            </a:pPr>
            <a:r>
              <a:rPr sz="1875" b="1">
                <a:solidFill>
                  <a:srgbClr val="14221A"/>
                </a:solidFill>
                <a:latin typeface="Inter"/>
                <a:ea typeface="Inter"/>
                <a:cs typeface="Inter"/>
              </a:rPr>
              <a:t>Score compatible markers</a:t>
            </a:r>
          </a:p>
        </p:txBody>
      </p:sp>
      <p:sp>
        <p:nvSpPr>
          <p:cNvPr id="14" name="text-90">
            <a:extLst xmlns:a="http://schemas.openxmlformats.org/drawingml/2006/main">
              <a:ext uri="{FF2B5EF4-FFF2-40B4-BE49-F238E27FC236}">
                <a16:creationId xmlns:a16="http://schemas.microsoft.com/office/drawing/2014/main" id="{BEF77517-7C84-48CE-A22D-13594A518BEA}"/>
              </a:ext>
            </a:extLst>
          </p:cNvPr>
          <p:cNvSpPr>
            <a:spLocks xmlns:a="http://schemas.openxmlformats.org/drawingml/2006/main" noGrp="1"/>
          </p:cNvSpPr>
          <p:nvPr/>
        </p:nvSpPr>
        <p:spPr>
          <a:xfrm xmlns:a="http://schemas.openxmlformats.org/drawingml/2006/main">
            <a:off x="1171575" y="46767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657167"/>
                </a:solidFill>
                <a:latin typeface="Inter"/>
                <a:ea typeface="Inter"/>
                <a:cs typeface="Inter"/>
              </a:defRPr>
            </a:defPPr>
            <a:lvl1pPr>
              <a:defRPr sz="1500" b="0">
                <a:solidFill>
                  <a:srgbClr val="657167"/>
                </a:solidFill>
                <a:latin typeface="Inter"/>
                <a:ea typeface="Inter"/>
                <a:cs typeface="Inter"/>
              </a:defRPr>
            </a:lvl1pPr>
            <a:lvl2pPr>
              <a:defRPr sz="1500" b="0">
                <a:solidFill>
                  <a:srgbClr val="657167"/>
                </a:solidFill>
                <a:latin typeface="Inter"/>
                <a:ea typeface="Inter"/>
                <a:cs typeface="Inter"/>
              </a:defRPr>
            </a:lvl2pPr>
            <a:lvl3pPr>
              <a:defRPr sz="1500" b="0">
                <a:solidFill>
                  <a:srgbClr val="657167"/>
                </a:solidFill>
                <a:latin typeface="Inter"/>
                <a:ea typeface="Inter"/>
                <a:cs typeface="Inter"/>
              </a:defRPr>
            </a:lvl3pPr>
            <a:lvl4pPr>
              <a:defRPr sz="1500" b="0">
                <a:solidFill>
                  <a:srgbClr val="657167"/>
                </a:solidFill>
                <a:latin typeface="Inter"/>
                <a:ea typeface="Inter"/>
                <a:cs typeface="Inter"/>
              </a:defRPr>
            </a:lvl4pPr>
            <a:lvl5pPr>
              <a:defRPr sz="1500" b="0">
                <a:solidFill>
                  <a:srgbClr val="657167"/>
                </a:solidFill>
                <a:latin typeface="Inter"/>
                <a:ea typeface="Inter"/>
                <a:cs typeface="Inter"/>
              </a:defRPr>
            </a:lvl5pPr>
            <a:lvl6pPr>
              <a:defRPr sz="1500" b="0">
                <a:solidFill>
                  <a:srgbClr val="657167"/>
                </a:solidFill>
                <a:latin typeface="Inter"/>
                <a:ea typeface="Inter"/>
                <a:cs typeface="Inter"/>
              </a:defRPr>
            </a:lvl6pPr>
            <a:lvl7pPr>
              <a:defRPr sz="1500" b="0">
                <a:solidFill>
                  <a:srgbClr val="657167"/>
                </a:solidFill>
                <a:latin typeface="Inter"/>
                <a:ea typeface="Inter"/>
                <a:cs typeface="Inter"/>
              </a:defRPr>
            </a:lvl7pPr>
            <a:lvl8pPr>
              <a:defRPr sz="1500" b="0">
                <a:solidFill>
                  <a:srgbClr val="657167"/>
                </a:solidFill>
                <a:latin typeface="Inter"/>
                <a:ea typeface="Inter"/>
                <a:cs typeface="Inter"/>
              </a:defRPr>
            </a:lvl8pPr>
            <a:lvl9pPr>
              <a:defRPr sz="1500" b="0">
                <a:solidFill>
                  <a:srgbClr val="657167"/>
                </a:solidFill>
                <a:latin typeface="Inter"/>
                <a:ea typeface="Inter"/>
                <a:cs typeface="Inter"/>
              </a:defRPr>
            </a:lvl9pPr>
          </a:lstStyle>
          <a:p xmlns:a="http://schemas.openxmlformats.org/drawingml/2006/main">
            <a:pPr>
              <a:defRPr sz="1500" b="0">
                <a:solidFill>
                  <a:srgbClr val="657167"/>
                </a:solidFill>
                <a:latin typeface="Inter"/>
                <a:ea typeface="Inter"/>
                <a:cs typeface="Inter"/>
              </a:defRPr>
            </a:pPr>
            <a:r>
              <a:rPr sz="1500" b="0">
                <a:solidFill>
                  <a:srgbClr val="657167"/>
                </a:solidFill>
                <a:latin typeface="Inter"/>
                <a:ea typeface="Inter"/>
                <a:cs typeface="Inter"/>
              </a:rPr>
              <a:t>Across-group z-scores and published gene sets</a:t>
            </a:r>
          </a:p>
        </p:txBody>
      </p:sp>
      <p:sp>
        <p:nvSpPr>
          <p:cNvPr id="15" name="text-91">
            <a:extLst xmlns:a="http://schemas.openxmlformats.org/drawingml/2006/main">
              <a:ext uri="{FF2B5EF4-FFF2-40B4-BE49-F238E27FC236}">
                <a16:creationId xmlns:a16="http://schemas.microsoft.com/office/drawing/2014/main" id="{7BE93170-4A45-437E-922D-D6A8EE0AA342}"/>
              </a:ext>
            </a:extLst>
          </p:cNvPr>
          <p:cNvSpPr>
            <a:spLocks xmlns:a="http://schemas.openxmlformats.org/drawingml/2006/main" noGrp="1"/>
          </p:cNvSpPr>
          <p:nvPr/>
        </p:nvSpPr>
        <p:spPr>
          <a:xfrm xmlns:a="http://schemas.openxmlformats.org/drawingml/2006/main">
            <a:off x="552450" y="5114925"/>
            <a:ext cx="49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1B5E20"/>
                </a:solidFill>
                <a:latin typeface="Inter"/>
                <a:ea typeface="Inter"/>
                <a:cs typeface="Inter"/>
              </a:defRPr>
            </a:defPPr>
            <a:lvl1pPr>
              <a:defRPr sz="1800" b="1">
                <a:solidFill>
                  <a:srgbClr val="1B5E20"/>
                </a:solidFill>
                <a:latin typeface="Inter"/>
                <a:ea typeface="Inter"/>
                <a:cs typeface="Inter"/>
              </a:defRPr>
            </a:lvl1pPr>
            <a:lvl2pPr>
              <a:defRPr sz="1800" b="1">
                <a:solidFill>
                  <a:srgbClr val="1B5E20"/>
                </a:solidFill>
                <a:latin typeface="Inter"/>
                <a:ea typeface="Inter"/>
                <a:cs typeface="Inter"/>
              </a:defRPr>
            </a:lvl2pPr>
            <a:lvl3pPr>
              <a:defRPr sz="1800" b="1">
                <a:solidFill>
                  <a:srgbClr val="1B5E20"/>
                </a:solidFill>
                <a:latin typeface="Inter"/>
                <a:ea typeface="Inter"/>
                <a:cs typeface="Inter"/>
              </a:defRPr>
            </a:lvl3pPr>
            <a:lvl4pPr>
              <a:defRPr sz="1800" b="1">
                <a:solidFill>
                  <a:srgbClr val="1B5E20"/>
                </a:solidFill>
                <a:latin typeface="Inter"/>
                <a:ea typeface="Inter"/>
                <a:cs typeface="Inter"/>
              </a:defRPr>
            </a:lvl4pPr>
            <a:lvl5pPr>
              <a:defRPr sz="1800" b="1">
                <a:solidFill>
                  <a:srgbClr val="1B5E20"/>
                </a:solidFill>
                <a:latin typeface="Inter"/>
                <a:ea typeface="Inter"/>
                <a:cs typeface="Inter"/>
              </a:defRPr>
            </a:lvl5pPr>
            <a:lvl6pPr>
              <a:defRPr sz="1800" b="1">
                <a:solidFill>
                  <a:srgbClr val="1B5E20"/>
                </a:solidFill>
                <a:latin typeface="Inter"/>
                <a:ea typeface="Inter"/>
                <a:cs typeface="Inter"/>
              </a:defRPr>
            </a:lvl6pPr>
            <a:lvl7pPr>
              <a:defRPr sz="1800" b="1">
                <a:solidFill>
                  <a:srgbClr val="1B5E20"/>
                </a:solidFill>
                <a:latin typeface="Inter"/>
                <a:ea typeface="Inter"/>
                <a:cs typeface="Inter"/>
              </a:defRPr>
            </a:lvl7pPr>
            <a:lvl8pPr>
              <a:defRPr sz="1800" b="1">
                <a:solidFill>
                  <a:srgbClr val="1B5E20"/>
                </a:solidFill>
                <a:latin typeface="Inter"/>
                <a:ea typeface="Inter"/>
                <a:cs typeface="Inter"/>
              </a:defRPr>
            </a:lvl8pPr>
            <a:lvl9pPr>
              <a:defRPr sz="1800" b="1">
                <a:solidFill>
                  <a:srgbClr val="1B5E20"/>
                </a:solidFill>
                <a:latin typeface="Inter"/>
                <a:ea typeface="Inter"/>
                <a:cs typeface="Inter"/>
              </a:defRPr>
            </a:lvl9pPr>
          </a:lstStyle>
          <a:p xmlns:a="http://schemas.openxmlformats.org/drawingml/2006/main">
            <a:pPr>
              <a:defRPr sz="1800" b="1">
                <a:solidFill>
                  <a:srgbClr val="1B5E20"/>
                </a:solidFill>
                <a:latin typeface="Inter"/>
                <a:ea typeface="Inter"/>
                <a:cs typeface="Inter"/>
              </a:defRPr>
            </a:pPr>
            <a:r>
              <a:rPr sz="1800" b="1">
                <a:solidFill>
                  <a:srgbClr val="1B5E20"/>
                </a:solidFill>
                <a:latin typeface="Inter"/>
                <a:ea typeface="Inter"/>
                <a:cs typeface="Inter"/>
              </a:rPr>
              <a:t>04</a:t>
            </a:r>
          </a:p>
        </p:txBody>
      </p:sp>
      <p:sp>
        <p:nvSpPr>
          <p:cNvPr id="16" name="text-92">
            <a:extLst xmlns:a="http://schemas.openxmlformats.org/drawingml/2006/main">
              <a:ext uri="{FF2B5EF4-FFF2-40B4-BE49-F238E27FC236}">
                <a16:creationId xmlns:a16="http://schemas.microsoft.com/office/drawing/2014/main" id="{43D98265-37C2-4EA9-92E3-8B6A12811002}"/>
              </a:ext>
            </a:extLst>
          </p:cNvPr>
          <p:cNvSpPr>
            <a:spLocks xmlns:a="http://schemas.openxmlformats.org/drawingml/2006/main" noGrp="1"/>
          </p:cNvSpPr>
          <p:nvPr/>
        </p:nvSpPr>
        <p:spPr>
          <a:xfrm xmlns:a="http://schemas.openxmlformats.org/drawingml/2006/main">
            <a:off x="1171575" y="51149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14221A"/>
                </a:solidFill>
                <a:latin typeface="Inter"/>
                <a:ea typeface="Inter"/>
                <a:cs typeface="Inter"/>
              </a:defRPr>
            </a:defPPr>
            <a:lvl1pPr>
              <a:defRPr sz="1875" b="1">
                <a:solidFill>
                  <a:srgbClr val="14221A"/>
                </a:solidFill>
                <a:latin typeface="Inter"/>
                <a:ea typeface="Inter"/>
                <a:cs typeface="Inter"/>
              </a:defRPr>
            </a:lvl1pPr>
            <a:lvl2pPr>
              <a:defRPr sz="1875" b="1">
                <a:solidFill>
                  <a:srgbClr val="14221A"/>
                </a:solidFill>
                <a:latin typeface="Inter"/>
                <a:ea typeface="Inter"/>
                <a:cs typeface="Inter"/>
              </a:defRPr>
            </a:lvl2pPr>
            <a:lvl3pPr>
              <a:defRPr sz="1875" b="1">
                <a:solidFill>
                  <a:srgbClr val="14221A"/>
                </a:solidFill>
                <a:latin typeface="Inter"/>
                <a:ea typeface="Inter"/>
                <a:cs typeface="Inter"/>
              </a:defRPr>
            </a:lvl3pPr>
            <a:lvl4pPr>
              <a:defRPr sz="1875" b="1">
                <a:solidFill>
                  <a:srgbClr val="14221A"/>
                </a:solidFill>
                <a:latin typeface="Inter"/>
                <a:ea typeface="Inter"/>
                <a:cs typeface="Inter"/>
              </a:defRPr>
            </a:lvl4pPr>
            <a:lvl5pPr>
              <a:defRPr sz="1875" b="1">
                <a:solidFill>
                  <a:srgbClr val="14221A"/>
                </a:solidFill>
                <a:latin typeface="Inter"/>
                <a:ea typeface="Inter"/>
                <a:cs typeface="Inter"/>
              </a:defRPr>
            </a:lvl5pPr>
            <a:lvl6pPr>
              <a:defRPr sz="1875" b="1">
                <a:solidFill>
                  <a:srgbClr val="14221A"/>
                </a:solidFill>
                <a:latin typeface="Inter"/>
                <a:ea typeface="Inter"/>
                <a:cs typeface="Inter"/>
              </a:defRPr>
            </a:lvl6pPr>
            <a:lvl7pPr>
              <a:defRPr sz="1875" b="1">
                <a:solidFill>
                  <a:srgbClr val="14221A"/>
                </a:solidFill>
                <a:latin typeface="Inter"/>
                <a:ea typeface="Inter"/>
                <a:cs typeface="Inter"/>
              </a:defRPr>
            </a:lvl7pPr>
            <a:lvl8pPr>
              <a:defRPr sz="1875" b="1">
                <a:solidFill>
                  <a:srgbClr val="14221A"/>
                </a:solidFill>
                <a:latin typeface="Inter"/>
                <a:ea typeface="Inter"/>
                <a:cs typeface="Inter"/>
              </a:defRPr>
            </a:lvl8pPr>
            <a:lvl9pPr>
              <a:defRPr sz="1875" b="1">
                <a:solidFill>
                  <a:srgbClr val="14221A"/>
                </a:solidFill>
                <a:latin typeface="Inter"/>
                <a:ea typeface="Inter"/>
                <a:cs typeface="Inter"/>
              </a:defRPr>
            </a:lvl9pPr>
          </a:lstStyle>
          <a:p xmlns:a="http://schemas.openxmlformats.org/drawingml/2006/main">
            <a:pPr>
              <a:defRPr sz="1875" b="1">
                <a:solidFill>
                  <a:srgbClr val="14221A"/>
                </a:solidFill>
                <a:latin typeface="Inter"/>
                <a:ea typeface="Inter"/>
                <a:cs typeface="Inter"/>
              </a:defRPr>
            </a:pPr>
            <a:r>
              <a:rPr sz="1875" b="1">
                <a:solidFill>
                  <a:srgbClr val="14221A"/>
                </a:solidFill>
                <a:latin typeface="Inter"/>
                <a:ea typeface="Inter"/>
                <a:cs typeface="Inter"/>
              </a:rPr>
              <a:t>Return a candidate</a:t>
            </a:r>
          </a:p>
        </p:txBody>
      </p:sp>
      <p:sp>
        <p:nvSpPr>
          <p:cNvPr id="17" name="text-93">
            <a:extLst xmlns:a="http://schemas.openxmlformats.org/drawingml/2006/main">
              <a:ext uri="{FF2B5EF4-FFF2-40B4-BE49-F238E27FC236}">
                <a16:creationId xmlns:a16="http://schemas.microsoft.com/office/drawing/2014/main" id="{1E127313-02A7-4042-B026-720D40D07AB7}"/>
              </a:ext>
            </a:extLst>
          </p:cNvPr>
          <p:cNvSpPr>
            <a:spLocks xmlns:a="http://schemas.openxmlformats.org/drawingml/2006/main" noGrp="1"/>
          </p:cNvSpPr>
          <p:nvPr/>
        </p:nvSpPr>
        <p:spPr>
          <a:xfrm xmlns:a="http://schemas.openxmlformats.org/drawingml/2006/main">
            <a:off x="1171575" y="54768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657167"/>
                </a:solidFill>
                <a:latin typeface="Inter"/>
                <a:ea typeface="Inter"/>
                <a:cs typeface="Inter"/>
              </a:defRPr>
            </a:defPPr>
            <a:lvl1pPr>
              <a:defRPr sz="1500" b="0">
                <a:solidFill>
                  <a:srgbClr val="657167"/>
                </a:solidFill>
                <a:latin typeface="Inter"/>
                <a:ea typeface="Inter"/>
                <a:cs typeface="Inter"/>
              </a:defRPr>
            </a:lvl1pPr>
            <a:lvl2pPr>
              <a:defRPr sz="1500" b="0">
                <a:solidFill>
                  <a:srgbClr val="657167"/>
                </a:solidFill>
                <a:latin typeface="Inter"/>
                <a:ea typeface="Inter"/>
                <a:cs typeface="Inter"/>
              </a:defRPr>
            </a:lvl2pPr>
            <a:lvl3pPr>
              <a:defRPr sz="1500" b="0">
                <a:solidFill>
                  <a:srgbClr val="657167"/>
                </a:solidFill>
                <a:latin typeface="Inter"/>
                <a:ea typeface="Inter"/>
                <a:cs typeface="Inter"/>
              </a:defRPr>
            </a:lvl3pPr>
            <a:lvl4pPr>
              <a:defRPr sz="1500" b="0">
                <a:solidFill>
                  <a:srgbClr val="657167"/>
                </a:solidFill>
                <a:latin typeface="Inter"/>
                <a:ea typeface="Inter"/>
                <a:cs typeface="Inter"/>
              </a:defRPr>
            </a:lvl4pPr>
            <a:lvl5pPr>
              <a:defRPr sz="1500" b="0">
                <a:solidFill>
                  <a:srgbClr val="657167"/>
                </a:solidFill>
                <a:latin typeface="Inter"/>
                <a:ea typeface="Inter"/>
                <a:cs typeface="Inter"/>
              </a:defRPr>
            </a:lvl5pPr>
            <a:lvl6pPr>
              <a:defRPr sz="1500" b="0">
                <a:solidFill>
                  <a:srgbClr val="657167"/>
                </a:solidFill>
                <a:latin typeface="Inter"/>
                <a:ea typeface="Inter"/>
                <a:cs typeface="Inter"/>
              </a:defRPr>
            </a:lvl6pPr>
            <a:lvl7pPr>
              <a:defRPr sz="1500" b="0">
                <a:solidFill>
                  <a:srgbClr val="657167"/>
                </a:solidFill>
                <a:latin typeface="Inter"/>
                <a:ea typeface="Inter"/>
                <a:cs typeface="Inter"/>
              </a:defRPr>
            </a:lvl7pPr>
            <a:lvl8pPr>
              <a:defRPr sz="1500" b="0">
                <a:solidFill>
                  <a:srgbClr val="657167"/>
                </a:solidFill>
                <a:latin typeface="Inter"/>
                <a:ea typeface="Inter"/>
                <a:cs typeface="Inter"/>
              </a:defRPr>
            </a:lvl8pPr>
            <a:lvl9pPr>
              <a:defRPr sz="1500" b="0">
                <a:solidFill>
                  <a:srgbClr val="657167"/>
                </a:solidFill>
                <a:latin typeface="Inter"/>
                <a:ea typeface="Inter"/>
                <a:cs typeface="Inter"/>
              </a:defRPr>
            </a:lvl9pPr>
          </a:lstStyle>
          <a:p xmlns:a="http://schemas.openxmlformats.org/drawingml/2006/main">
            <a:pPr>
              <a:defRPr sz="1500" b="0">
                <a:solidFill>
                  <a:srgbClr val="657167"/>
                </a:solidFill>
                <a:latin typeface="Inter"/>
                <a:ea typeface="Inter"/>
                <a:cs typeface="Inter"/>
              </a:defRPr>
            </a:pPr>
            <a:r>
              <a:rPr sz="1500" b="0">
                <a:solidFill>
                  <a:srgbClr val="657167"/>
                </a:solidFill>
                <a:latin typeface="Inter"/>
                <a:ea typeface="Inter"/>
                <a:cs typeface="Inter"/>
              </a:rPr>
              <a:t>Root hair, supported by two measured genes</a:t>
            </a:r>
          </a:p>
        </p:txBody>
      </p:sp>
      <p:pic>
        <p:nvPicPr>
          <p:cNvPr id="18" name="">
            <a:extLst xmlns:a="http://schemas.openxmlformats.org/drawingml/2006/main">
              <a:ext uri="{FF2B5EF4-FFF2-40B4-BE49-F238E27FC236}">
                <a16:creationId xmlns:a16="http://schemas.microsoft.com/office/drawing/2014/main" id="{E334EFC6-AC55-4891-89C5-896FC39EB5A9}"/>
              </a:ext>
            </a:extLst>
          </p:cNvPr>
          <p:cNvPicPr>
            <a:picLocks xmlns:a="http://schemas.openxmlformats.org/drawingml/2006/main" noChangeAspect="1"/>
          </p:cNvPicPr>
          <p:nvPr/>
        </p:nvPicPr>
        <p:blipFill>
          <a:blip xmlns:r="http://schemas.openxmlformats.org/officeDocument/2006/relationships" xmlns:a="http://schemas.openxmlformats.org/drawingml/2006/main" r:embed="Rf866231911a54fec"/>
          <a:stretch xmlns:a="http://schemas.openxmlformats.org/drawingml/2006/main"/>
        </p:blipFill>
        <p:spPr>
          <a:xfrm xmlns:a="http://schemas.openxmlformats.org/drawingml/2006/main">
            <a:off x="8148303" y="1924050"/>
            <a:ext cx="3105819" cy="4352925"/>
          </a:xfrm>
          <a:prstGeom xmlns:a="http://schemas.openxmlformats.org/drawingml/2006/main" prst="rect">
            <a:avLst/>
          </a:prstGeom>
        </p:spPr>
      </p:pic>
      <p:sp>
        <p:nvSpPr>
          <p:cNvPr id="19" name="text-94">
            <a:extLst xmlns:a="http://schemas.openxmlformats.org/drawingml/2006/main">
              <a:ext uri="{FF2B5EF4-FFF2-40B4-BE49-F238E27FC236}">
                <a16:creationId xmlns:a16="http://schemas.microsoft.com/office/drawing/2014/main" id="{A481609F-1725-4B6A-AEE0-204C9C0E6403}"/>
              </a:ext>
            </a:extLst>
          </p:cNvPr>
          <p:cNvSpPr>
            <a:spLocks xmlns:a="http://schemas.openxmlformats.org/drawingml/2006/main" noGrp="1"/>
          </p:cNvSpPr>
          <p:nvPr/>
        </p:nvSpPr>
        <p:spPr>
          <a:xfrm xmlns:a="http://schemas.openxmlformats.org/drawingml/2006/main">
            <a:off x="552450" y="6048375"/>
            <a:ext cx="723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14221A"/>
                </a:solidFill>
                <a:latin typeface="Inter"/>
                <a:ea typeface="Inter"/>
                <a:cs typeface="Inter"/>
              </a:defRPr>
            </a:defPPr>
            <a:lvl1pPr>
              <a:defRPr sz="1725" b="1">
                <a:solidFill>
                  <a:srgbClr val="14221A"/>
                </a:solidFill>
                <a:latin typeface="Inter"/>
                <a:ea typeface="Inter"/>
                <a:cs typeface="Inter"/>
              </a:defRPr>
            </a:lvl1pPr>
            <a:lvl2pPr>
              <a:defRPr sz="1725" b="1">
                <a:solidFill>
                  <a:srgbClr val="14221A"/>
                </a:solidFill>
                <a:latin typeface="Inter"/>
                <a:ea typeface="Inter"/>
                <a:cs typeface="Inter"/>
              </a:defRPr>
            </a:lvl2pPr>
            <a:lvl3pPr>
              <a:defRPr sz="1725" b="1">
                <a:solidFill>
                  <a:srgbClr val="14221A"/>
                </a:solidFill>
                <a:latin typeface="Inter"/>
                <a:ea typeface="Inter"/>
                <a:cs typeface="Inter"/>
              </a:defRPr>
            </a:lvl3pPr>
            <a:lvl4pPr>
              <a:defRPr sz="1725" b="1">
                <a:solidFill>
                  <a:srgbClr val="14221A"/>
                </a:solidFill>
                <a:latin typeface="Inter"/>
                <a:ea typeface="Inter"/>
                <a:cs typeface="Inter"/>
              </a:defRPr>
            </a:lvl4pPr>
            <a:lvl5pPr>
              <a:defRPr sz="1725" b="1">
                <a:solidFill>
                  <a:srgbClr val="14221A"/>
                </a:solidFill>
                <a:latin typeface="Inter"/>
                <a:ea typeface="Inter"/>
                <a:cs typeface="Inter"/>
              </a:defRPr>
            </a:lvl5pPr>
            <a:lvl6pPr>
              <a:defRPr sz="1725" b="1">
                <a:solidFill>
                  <a:srgbClr val="14221A"/>
                </a:solidFill>
                <a:latin typeface="Inter"/>
                <a:ea typeface="Inter"/>
                <a:cs typeface="Inter"/>
              </a:defRPr>
            </a:lvl6pPr>
            <a:lvl7pPr>
              <a:defRPr sz="1725" b="1">
                <a:solidFill>
                  <a:srgbClr val="14221A"/>
                </a:solidFill>
                <a:latin typeface="Inter"/>
                <a:ea typeface="Inter"/>
                <a:cs typeface="Inter"/>
              </a:defRPr>
            </a:lvl7pPr>
            <a:lvl8pPr>
              <a:defRPr sz="1725" b="1">
                <a:solidFill>
                  <a:srgbClr val="14221A"/>
                </a:solidFill>
                <a:latin typeface="Inter"/>
                <a:ea typeface="Inter"/>
                <a:cs typeface="Inter"/>
              </a:defRPr>
            </a:lvl8pPr>
            <a:lvl9pPr>
              <a:defRPr sz="1725" b="1">
                <a:solidFill>
                  <a:srgbClr val="14221A"/>
                </a:solidFill>
                <a:latin typeface="Inter"/>
                <a:ea typeface="Inter"/>
                <a:cs typeface="Inter"/>
              </a:defRPr>
            </a:lvl9pPr>
          </a:lstStyle>
          <a:p xmlns:a="http://schemas.openxmlformats.org/drawingml/2006/main">
            <a:pPr>
              <a:defRPr sz="1725" b="1">
                <a:solidFill>
                  <a:srgbClr val="14221A"/>
                </a:solidFill>
                <a:latin typeface="Inter"/>
                <a:ea typeface="Inter"/>
                <a:cs typeface="Inter"/>
              </a:defRPr>
            </a:pPr>
            <a:r>
              <a:rPr sz="1725" b="1">
                <a:solidFill>
                  <a:srgbClr val="14221A"/>
                </a:solidFill>
                <a:latin typeface="Inter"/>
                <a:ea typeface="Inter"/>
                <a:cs typeface="Inter"/>
              </a:rPr>
              <a:t>7 suggested groups   /   1 ambiguous   /   4 unresolved</a:t>
            </a:r>
          </a:p>
        </p:txBody>
      </p:sp>
    </p:spTree>
    <p:extLst>
      <p:ext uri="{BB962C8B-B14F-4D97-AF65-F5344CB8AC3E}">
        <p14:creationId xmlns:p14="http://schemas.microsoft.com/office/powerpoint/2010/main" val="90623264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95">
            <a:extLst xmlns:a="http://schemas.openxmlformats.org/drawingml/2006/main">
              <a:ext uri="{FF2B5EF4-FFF2-40B4-BE49-F238E27FC236}">
                <a16:creationId xmlns:a16="http://schemas.microsoft.com/office/drawing/2014/main" id="{676FB512-F0C1-41C0-BF09-CDDF1ECEB117}"/>
              </a:ext>
            </a:extLst>
          </p:cNvPr>
          <p:cNvSpPr>
            <a:spLocks xmlns:a="http://schemas.openxmlformats.org/drawingml/2006/main" noGrp="1"/>
          </p:cNvSpPr>
          <p:nvPr/>
        </p:nvSpPr>
        <p:spPr>
          <a:xfrm xmlns:a="http://schemas.openxmlformats.org/drawingml/2006/main">
            <a:off x="533400" y="285750"/>
            <a:ext cx="11125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1B5E20"/>
                </a:solidFill>
                <a:latin typeface="Inter"/>
                <a:ea typeface="Inter"/>
                <a:cs typeface="Inter"/>
              </a:defRPr>
            </a:defPPr>
            <a:lvl1pPr>
              <a:defRPr sz="1275" b="1">
                <a:solidFill>
                  <a:srgbClr val="1B5E20"/>
                </a:solidFill>
                <a:latin typeface="Inter"/>
                <a:ea typeface="Inter"/>
                <a:cs typeface="Inter"/>
              </a:defRPr>
            </a:lvl1pPr>
            <a:lvl2pPr>
              <a:defRPr sz="1275" b="1">
                <a:solidFill>
                  <a:srgbClr val="1B5E20"/>
                </a:solidFill>
                <a:latin typeface="Inter"/>
                <a:ea typeface="Inter"/>
                <a:cs typeface="Inter"/>
              </a:defRPr>
            </a:lvl2pPr>
            <a:lvl3pPr>
              <a:defRPr sz="1275" b="1">
                <a:solidFill>
                  <a:srgbClr val="1B5E20"/>
                </a:solidFill>
                <a:latin typeface="Inter"/>
                <a:ea typeface="Inter"/>
                <a:cs typeface="Inter"/>
              </a:defRPr>
            </a:lvl3pPr>
            <a:lvl4pPr>
              <a:defRPr sz="1275" b="1">
                <a:solidFill>
                  <a:srgbClr val="1B5E20"/>
                </a:solidFill>
                <a:latin typeface="Inter"/>
                <a:ea typeface="Inter"/>
                <a:cs typeface="Inter"/>
              </a:defRPr>
            </a:lvl4pPr>
            <a:lvl5pPr>
              <a:defRPr sz="1275" b="1">
                <a:solidFill>
                  <a:srgbClr val="1B5E20"/>
                </a:solidFill>
                <a:latin typeface="Inter"/>
                <a:ea typeface="Inter"/>
                <a:cs typeface="Inter"/>
              </a:defRPr>
            </a:lvl5pPr>
            <a:lvl6pPr>
              <a:defRPr sz="1275" b="1">
                <a:solidFill>
                  <a:srgbClr val="1B5E20"/>
                </a:solidFill>
                <a:latin typeface="Inter"/>
                <a:ea typeface="Inter"/>
                <a:cs typeface="Inter"/>
              </a:defRPr>
            </a:lvl6pPr>
            <a:lvl7pPr>
              <a:defRPr sz="1275" b="1">
                <a:solidFill>
                  <a:srgbClr val="1B5E20"/>
                </a:solidFill>
                <a:latin typeface="Inter"/>
                <a:ea typeface="Inter"/>
                <a:cs typeface="Inter"/>
              </a:defRPr>
            </a:lvl7pPr>
            <a:lvl8pPr>
              <a:defRPr sz="1275" b="1">
                <a:solidFill>
                  <a:srgbClr val="1B5E20"/>
                </a:solidFill>
                <a:latin typeface="Inter"/>
                <a:ea typeface="Inter"/>
                <a:cs typeface="Inter"/>
              </a:defRPr>
            </a:lvl8pPr>
            <a:lvl9pPr>
              <a:defRPr sz="1275" b="1">
                <a:solidFill>
                  <a:srgbClr val="1B5E20"/>
                </a:solidFill>
                <a:latin typeface="Inter"/>
                <a:ea typeface="Inter"/>
                <a:cs typeface="Inter"/>
              </a:defRPr>
            </a:lvl9pPr>
          </a:lstStyle>
          <a:p xmlns:a="http://schemas.openxmlformats.org/drawingml/2006/main">
            <a:pPr>
              <a:defRPr sz="1275" b="1">
                <a:solidFill>
                  <a:srgbClr val="1B5E20"/>
                </a:solidFill>
                <a:latin typeface="Inter"/>
                <a:ea typeface="Inter"/>
                <a:cs typeface="Inter"/>
              </a:defRPr>
            </a:pPr>
            <a:r>
              <a:rPr sz="1275" b="1">
                <a:solidFill>
                  <a:srgbClr val="1B5E20"/>
                </a:solidFill>
                <a:latin typeface="Inter"/>
                <a:ea typeface="Inter"/>
                <a:cs typeface="Inter"/>
              </a:rPr>
              <a:t>06 / METERLESS H-MEM</a:t>
            </a:r>
          </a:p>
        </p:txBody>
      </p:sp>
      <p:sp>
        <p:nvSpPr>
          <p:cNvPr id="2" name="text-96">
            <a:extLst xmlns:a="http://schemas.openxmlformats.org/drawingml/2006/main">
              <a:ext uri="{FF2B5EF4-FFF2-40B4-BE49-F238E27FC236}">
                <a16:creationId xmlns:a16="http://schemas.microsoft.com/office/drawing/2014/main" id="{1E53367D-86B3-4251-B56A-5158D9A330B1}"/>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4221A"/>
                </a:solidFill>
                <a:latin typeface="Inter"/>
                <a:ea typeface="Inter"/>
                <a:cs typeface="Inter"/>
              </a:defRPr>
            </a:defPPr>
            <a:lvl1pPr>
              <a:defRPr sz="3225" b="1">
                <a:solidFill>
                  <a:srgbClr val="14221A"/>
                </a:solidFill>
                <a:latin typeface="Inter"/>
                <a:ea typeface="Inter"/>
                <a:cs typeface="Inter"/>
              </a:defRPr>
            </a:lvl1pPr>
            <a:lvl2pPr>
              <a:defRPr sz="3225" b="1">
                <a:solidFill>
                  <a:srgbClr val="14221A"/>
                </a:solidFill>
                <a:latin typeface="Inter"/>
                <a:ea typeface="Inter"/>
                <a:cs typeface="Inter"/>
              </a:defRPr>
            </a:lvl2pPr>
            <a:lvl3pPr>
              <a:defRPr sz="3225" b="1">
                <a:solidFill>
                  <a:srgbClr val="14221A"/>
                </a:solidFill>
                <a:latin typeface="Inter"/>
                <a:ea typeface="Inter"/>
                <a:cs typeface="Inter"/>
              </a:defRPr>
            </a:lvl3pPr>
            <a:lvl4pPr>
              <a:defRPr sz="3225" b="1">
                <a:solidFill>
                  <a:srgbClr val="14221A"/>
                </a:solidFill>
                <a:latin typeface="Inter"/>
                <a:ea typeface="Inter"/>
                <a:cs typeface="Inter"/>
              </a:defRPr>
            </a:lvl4pPr>
            <a:lvl5pPr>
              <a:defRPr sz="3225" b="1">
                <a:solidFill>
                  <a:srgbClr val="14221A"/>
                </a:solidFill>
                <a:latin typeface="Inter"/>
                <a:ea typeface="Inter"/>
                <a:cs typeface="Inter"/>
              </a:defRPr>
            </a:lvl5pPr>
            <a:lvl6pPr>
              <a:defRPr sz="3225" b="1">
                <a:solidFill>
                  <a:srgbClr val="14221A"/>
                </a:solidFill>
                <a:latin typeface="Inter"/>
                <a:ea typeface="Inter"/>
                <a:cs typeface="Inter"/>
              </a:defRPr>
            </a:lvl6pPr>
            <a:lvl7pPr>
              <a:defRPr sz="3225" b="1">
                <a:solidFill>
                  <a:srgbClr val="14221A"/>
                </a:solidFill>
                <a:latin typeface="Inter"/>
                <a:ea typeface="Inter"/>
                <a:cs typeface="Inter"/>
              </a:defRPr>
            </a:lvl7pPr>
            <a:lvl8pPr>
              <a:defRPr sz="3225" b="1">
                <a:solidFill>
                  <a:srgbClr val="14221A"/>
                </a:solidFill>
                <a:latin typeface="Inter"/>
                <a:ea typeface="Inter"/>
                <a:cs typeface="Inter"/>
              </a:defRPr>
            </a:lvl8pPr>
            <a:lvl9pPr>
              <a:defRPr sz="3225" b="1">
                <a:solidFill>
                  <a:srgbClr val="14221A"/>
                </a:solidFill>
                <a:latin typeface="Inter"/>
                <a:ea typeface="Inter"/>
                <a:cs typeface="Inter"/>
              </a:defRPr>
            </a:lvl9pPr>
          </a:lstStyle>
          <a:p xmlns:a="http://schemas.openxmlformats.org/drawingml/2006/main">
            <a:pPr>
              <a:defRPr sz="3225" b="1">
                <a:solidFill>
                  <a:srgbClr val="14221A"/>
                </a:solidFill>
                <a:latin typeface="Inter"/>
                <a:ea typeface="Inter"/>
                <a:cs typeface="Inter"/>
              </a:defRPr>
            </a:pPr>
            <a:r>
              <a:rPr sz="3225" b="1">
                <a:solidFill>
                  <a:srgbClr val="14221A"/>
                </a:solidFill>
                <a:latin typeface="Inter"/>
                <a:ea typeface="Inter"/>
                <a:cs typeface="Inter"/>
              </a:rPr>
              <a:t>The next answer remembers the reviewed decision.</a:t>
            </a:r>
          </a:p>
        </p:txBody>
      </p:sp>
      <p:sp>
        <p:nvSpPr>
          <p:cNvPr id="3" name="text-97">
            <a:extLst xmlns:a="http://schemas.openxmlformats.org/drawingml/2006/main">
              <a:ext uri="{FF2B5EF4-FFF2-40B4-BE49-F238E27FC236}">
                <a16:creationId xmlns:a16="http://schemas.microsoft.com/office/drawing/2014/main" id="{5D6978D6-B3EF-4462-BC1F-193A1C8D7226}"/>
              </a:ext>
            </a:extLst>
          </p:cNvPr>
          <p:cNvSpPr>
            <a:spLocks xmlns:a="http://schemas.openxmlformats.org/drawingml/2006/main" noGrp="1"/>
          </p:cNvSpPr>
          <p:nvPr/>
        </p:nvSpPr>
        <p:spPr>
          <a:xfrm xmlns:a="http://schemas.openxmlformats.org/drawingml/2006/main">
            <a:off x="552450" y="6496050"/>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657167"/>
                </a:solidFill>
                <a:latin typeface="Inter"/>
                <a:ea typeface="Inter"/>
                <a:cs typeface="Inter"/>
              </a:defRPr>
            </a:defPPr>
            <a:lvl1pPr>
              <a:defRPr sz="1050" b="0">
                <a:solidFill>
                  <a:srgbClr val="657167"/>
                </a:solidFill>
                <a:latin typeface="Inter"/>
                <a:ea typeface="Inter"/>
                <a:cs typeface="Inter"/>
              </a:defRPr>
            </a:lvl1pPr>
            <a:lvl2pPr>
              <a:defRPr sz="1050" b="0">
                <a:solidFill>
                  <a:srgbClr val="657167"/>
                </a:solidFill>
                <a:latin typeface="Inter"/>
                <a:ea typeface="Inter"/>
                <a:cs typeface="Inter"/>
              </a:defRPr>
            </a:lvl2pPr>
            <a:lvl3pPr>
              <a:defRPr sz="1050" b="0">
                <a:solidFill>
                  <a:srgbClr val="657167"/>
                </a:solidFill>
                <a:latin typeface="Inter"/>
                <a:ea typeface="Inter"/>
                <a:cs typeface="Inter"/>
              </a:defRPr>
            </a:lvl3pPr>
            <a:lvl4pPr>
              <a:defRPr sz="1050" b="0">
                <a:solidFill>
                  <a:srgbClr val="657167"/>
                </a:solidFill>
                <a:latin typeface="Inter"/>
                <a:ea typeface="Inter"/>
                <a:cs typeface="Inter"/>
              </a:defRPr>
            </a:lvl4pPr>
            <a:lvl5pPr>
              <a:defRPr sz="1050" b="0">
                <a:solidFill>
                  <a:srgbClr val="657167"/>
                </a:solidFill>
                <a:latin typeface="Inter"/>
                <a:ea typeface="Inter"/>
                <a:cs typeface="Inter"/>
              </a:defRPr>
            </a:lvl5pPr>
            <a:lvl6pPr>
              <a:defRPr sz="1050" b="0">
                <a:solidFill>
                  <a:srgbClr val="657167"/>
                </a:solidFill>
                <a:latin typeface="Inter"/>
                <a:ea typeface="Inter"/>
                <a:cs typeface="Inter"/>
              </a:defRPr>
            </a:lvl6pPr>
            <a:lvl7pPr>
              <a:defRPr sz="1050" b="0">
                <a:solidFill>
                  <a:srgbClr val="657167"/>
                </a:solidFill>
                <a:latin typeface="Inter"/>
                <a:ea typeface="Inter"/>
                <a:cs typeface="Inter"/>
              </a:defRPr>
            </a:lvl7pPr>
            <a:lvl8pPr>
              <a:defRPr sz="1050" b="0">
                <a:solidFill>
                  <a:srgbClr val="657167"/>
                </a:solidFill>
                <a:latin typeface="Inter"/>
                <a:ea typeface="Inter"/>
                <a:cs typeface="Inter"/>
              </a:defRPr>
            </a:lvl8pPr>
            <a:lvl9pPr>
              <a:defRPr sz="1050" b="0">
                <a:solidFill>
                  <a:srgbClr val="657167"/>
                </a:solidFill>
                <a:latin typeface="Inter"/>
                <a:ea typeface="Inter"/>
                <a:cs typeface="Inter"/>
              </a:defRPr>
            </a:lvl9pPr>
          </a:lstStyle>
          <a:p xmlns:a="http://schemas.openxmlformats.org/drawingml/2006/main">
            <a:pPr>
              <a:defRPr sz="1050" b="0">
                <a:solidFill>
                  <a:srgbClr val="657167"/>
                </a:solidFill>
                <a:latin typeface="Inter"/>
                <a:ea typeface="Inter"/>
                <a:cs typeface="Inter"/>
              </a:defRPr>
            </a:pPr>
            <a:r>
              <a:rPr sz="1050" b="0">
                <a:solidFill>
                  <a:srgbClr val="657167"/>
                </a:solidFill>
                <a:latin typeface="Inter"/>
                <a:ea typeface="Inter"/>
                <a:cs typeface="Inter"/>
              </a:rPr>
              <a:t>CELLORAS / TECHNICAL COMPANION</a:t>
            </a:r>
          </a:p>
        </p:txBody>
      </p:sp>
      <p:sp>
        <p:nvSpPr>
          <p:cNvPr id="4" name="text-98">
            <a:extLst xmlns:a="http://schemas.openxmlformats.org/drawingml/2006/main">
              <a:ext uri="{FF2B5EF4-FFF2-40B4-BE49-F238E27FC236}">
                <a16:creationId xmlns:a16="http://schemas.microsoft.com/office/drawing/2014/main" id="{C2EF8027-35B2-4DEF-BB47-E6FA7E81C91F}"/>
              </a:ext>
            </a:extLst>
          </p:cNvPr>
          <p:cNvSpPr>
            <a:spLocks xmlns:a="http://schemas.openxmlformats.org/drawingml/2006/main" noGrp="1"/>
          </p:cNvSpPr>
          <p:nvPr/>
        </p:nvSpPr>
        <p:spPr>
          <a:xfrm xmlns:a="http://schemas.openxmlformats.org/drawingml/2006/main">
            <a:off x="11239500" y="6467475"/>
            <a:ext cx="419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1B5E20"/>
                </a:solidFill>
                <a:latin typeface="Inter"/>
                <a:ea typeface="Inter"/>
                <a:cs typeface="Inter"/>
              </a:defRPr>
            </a:defPPr>
            <a:lvl1pPr>
              <a:defRPr sz="1275" b="1">
                <a:solidFill>
                  <a:srgbClr val="1B5E20"/>
                </a:solidFill>
                <a:latin typeface="Inter"/>
                <a:ea typeface="Inter"/>
                <a:cs typeface="Inter"/>
              </a:defRPr>
            </a:lvl1pPr>
            <a:lvl2pPr>
              <a:defRPr sz="1275" b="1">
                <a:solidFill>
                  <a:srgbClr val="1B5E20"/>
                </a:solidFill>
                <a:latin typeface="Inter"/>
                <a:ea typeface="Inter"/>
                <a:cs typeface="Inter"/>
              </a:defRPr>
            </a:lvl2pPr>
            <a:lvl3pPr>
              <a:defRPr sz="1275" b="1">
                <a:solidFill>
                  <a:srgbClr val="1B5E20"/>
                </a:solidFill>
                <a:latin typeface="Inter"/>
                <a:ea typeface="Inter"/>
                <a:cs typeface="Inter"/>
              </a:defRPr>
            </a:lvl3pPr>
            <a:lvl4pPr>
              <a:defRPr sz="1275" b="1">
                <a:solidFill>
                  <a:srgbClr val="1B5E20"/>
                </a:solidFill>
                <a:latin typeface="Inter"/>
                <a:ea typeface="Inter"/>
                <a:cs typeface="Inter"/>
              </a:defRPr>
            </a:lvl4pPr>
            <a:lvl5pPr>
              <a:defRPr sz="1275" b="1">
                <a:solidFill>
                  <a:srgbClr val="1B5E20"/>
                </a:solidFill>
                <a:latin typeface="Inter"/>
                <a:ea typeface="Inter"/>
                <a:cs typeface="Inter"/>
              </a:defRPr>
            </a:lvl5pPr>
            <a:lvl6pPr>
              <a:defRPr sz="1275" b="1">
                <a:solidFill>
                  <a:srgbClr val="1B5E20"/>
                </a:solidFill>
                <a:latin typeface="Inter"/>
                <a:ea typeface="Inter"/>
                <a:cs typeface="Inter"/>
              </a:defRPr>
            </a:lvl6pPr>
            <a:lvl7pPr>
              <a:defRPr sz="1275" b="1">
                <a:solidFill>
                  <a:srgbClr val="1B5E20"/>
                </a:solidFill>
                <a:latin typeface="Inter"/>
                <a:ea typeface="Inter"/>
                <a:cs typeface="Inter"/>
              </a:defRPr>
            </a:lvl7pPr>
            <a:lvl8pPr>
              <a:defRPr sz="1275" b="1">
                <a:solidFill>
                  <a:srgbClr val="1B5E20"/>
                </a:solidFill>
                <a:latin typeface="Inter"/>
                <a:ea typeface="Inter"/>
                <a:cs typeface="Inter"/>
              </a:defRPr>
            </a:lvl8pPr>
            <a:lvl9pPr>
              <a:defRPr sz="1275" b="1">
                <a:solidFill>
                  <a:srgbClr val="1B5E20"/>
                </a:solidFill>
                <a:latin typeface="Inter"/>
                <a:ea typeface="Inter"/>
                <a:cs typeface="Inter"/>
              </a:defRPr>
            </a:lvl9pPr>
          </a:lstStyle>
          <a:p xmlns:a="http://schemas.openxmlformats.org/drawingml/2006/main">
            <a:pPr>
              <a:defRPr sz="1275" b="1">
                <a:solidFill>
                  <a:srgbClr val="1B5E20"/>
                </a:solidFill>
                <a:latin typeface="Inter"/>
                <a:ea typeface="Inter"/>
                <a:cs typeface="Inter"/>
              </a:defRPr>
            </a:pPr>
            <a:r>
              <a:rPr sz="1275" b="1">
                <a:solidFill>
                  <a:srgbClr val="1B5E20"/>
                </a:solidFill>
                <a:latin typeface="Inter"/>
                <a:ea typeface="Inter"/>
                <a:cs typeface="Inter"/>
              </a:rPr>
              <a:t>06</a:t>
            </a:r>
          </a:p>
        </p:txBody>
      </p:sp>
      <p:sp>
        <p:nvSpPr>
          <p:cNvPr id="5" name="box-99">
            <a:extLst xmlns:a="http://schemas.openxmlformats.org/drawingml/2006/main">
              <a:ext uri="{FF2B5EF4-FFF2-40B4-BE49-F238E27FC236}">
                <a16:creationId xmlns:a16="http://schemas.microsoft.com/office/drawing/2014/main" id="{4C333AAD-19B2-4DC4-AF5C-CE6AC205B29E}"/>
              </a:ext>
            </a:extLst>
          </p:cNvPr>
          <p:cNvSpPr>
            <a:spLocks xmlns:a="http://schemas.openxmlformats.org/drawingml/2006/main" noGrp="1"/>
          </p:cNvSpPr>
          <p:nvPr/>
        </p:nvSpPr>
        <p:spPr>
          <a:xfrm xmlns:a="http://schemas.openxmlformats.org/drawingml/2006/main">
            <a:off x="552450" y="2105025"/>
            <a:ext cx="5562600" cy="1000125"/>
          </a:xfrm>
          <a:prstGeom xmlns:a="http://schemas.openxmlformats.org/drawingml/2006/main" prst="rect">
            <a:avLst/>
          </a:prstGeom>
          <a:solidFill xmlns:a="http://schemas.openxmlformats.org/drawingml/2006/main">
            <a:srgbClr val="F0F5ED"/>
          </a:solidFill>
          <a:ln xmlns:a="http://schemas.openxmlformats.org/drawingml/2006/main" w="0">
            <a:noFill/>
          </a:ln>
        </p:spPr>
      </p:sp>
      <p:sp>
        <p:nvSpPr>
          <p:cNvPr id="6" name="text-100">
            <a:extLst xmlns:a="http://schemas.openxmlformats.org/drawingml/2006/main">
              <a:ext uri="{FF2B5EF4-FFF2-40B4-BE49-F238E27FC236}">
                <a16:creationId xmlns:a16="http://schemas.microsoft.com/office/drawing/2014/main" id="{4DD67483-302B-41B1-AFEE-5427322F14B8}"/>
              </a:ext>
            </a:extLst>
          </p:cNvPr>
          <p:cNvSpPr>
            <a:spLocks xmlns:a="http://schemas.openxmlformats.org/drawingml/2006/main" noGrp="1"/>
          </p:cNvSpPr>
          <p:nvPr/>
        </p:nvSpPr>
        <p:spPr>
          <a:xfrm xmlns:a="http://schemas.openxmlformats.org/drawingml/2006/main">
            <a:off x="742950" y="2247900"/>
            <a:ext cx="5181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14221A"/>
                </a:solidFill>
                <a:latin typeface="Inter"/>
                <a:ea typeface="Inter"/>
                <a:cs typeface="Inter"/>
              </a:defRPr>
            </a:defPPr>
            <a:lvl1pPr>
              <a:defRPr sz="1875" b="1">
                <a:solidFill>
                  <a:srgbClr val="14221A"/>
                </a:solidFill>
                <a:latin typeface="Inter"/>
                <a:ea typeface="Inter"/>
                <a:cs typeface="Inter"/>
              </a:defRPr>
            </a:lvl1pPr>
            <a:lvl2pPr>
              <a:defRPr sz="1875" b="1">
                <a:solidFill>
                  <a:srgbClr val="14221A"/>
                </a:solidFill>
                <a:latin typeface="Inter"/>
                <a:ea typeface="Inter"/>
                <a:cs typeface="Inter"/>
              </a:defRPr>
            </a:lvl2pPr>
            <a:lvl3pPr>
              <a:defRPr sz="1875" b="1">
                <a:solidFill>
                  <a:srgbClr val="14221A"/>
                </a:solidFill>
                <a:latin typeface="Inter"/>
                <a:ea typeface="Inter"/>
                <a:cs typeface="Inter"/>
              </a:defRPr>
            </a:lvl3pPr>
            <a:lvl4pPr>
              <a:defRPr sz="1875" b="1">
                <a:solidFill>
                  <a:srgbClr val="14221A"/>
                </a:solidFill>
                <a:latin typeface="Inter"/>
                <a:ea typeface="Inter"/>
                <a:cs typeface="Inter"/>
              </a:defRPr>
            </a:lvl4pPr>
            <a:lvl5pPr>
              <a:defRPr sz="1875" b="1">
                <a:solidFill>
                  <a:srgbClr val="14221A"/>
                </a:solidFill>
                <a:latin typeface="Inter"/>
                <a:ea typeface="Inter"/>
                <a:cs typeface="Inter"/>
              </a:defRPr>
            </a:lvl5pPr>
            <a:lvl6pPr>
              <a:defRPr sz="1875" b="1">
                <a:solidFill>
                  <a:srgbClr val="14221A"/>
                </a:solidFill>
                <a:latin typeface="Inter"/>
                <a:ea typeface="Inter"/>
                <a:cs typeface="Inter"/>
              </a:defRPr>
            </a:lvl6pPr>
            <a:lvl7pPr>
              <a:defRPr sz="1875" b="1">
                <a:solidFill>
                  <a:srgbClr val="14221A"/>
                </a:solidFill>
                <a:latin typeface="Inter"/>
                <a:ea typeface="Inter"/>
                <a:cs typeface="Inter"/>
              </a:defRPr>
            </a:lvl7pPr>
            <a:lvl8pPr>
              <a:defRPr sz="1875" b="1">
                <a:solidFill>
                  <a:srgbClr val="14221A"/>
                </a:solidFill>
                <a:latin typeface="Inter"/>
                <a:ea typeface="Inter"/>
                <a:cs typeface="Inter"/>
              </a:defRPr>
            </a:lvl8pPr>
            <a:lvl9pPr>
              <a:defRPr sz="1875" b="1">
                <a:solidFill>
                  <a:srgbClr val="14221A"/>
                </a:solidFill>
                <a:latin typeface="Inter"/>
                <a:ea typeface="Inter"/>
                <a:cs typeface="Inter"/>
              </a:defRPr>
            </a:lvl9pPr>
          </a:lstStyle>
          <a:p xmlns:a="http://schemas.openxmlformats.org/drawingml/2006/main">
            <a:pPr>
              <a:defRPr sz="1875" b="1">
                <a:solidFill>
                  <a:srgbClr val="14221A"/>
                </a:solidFill>
                <a:latin typeface="Inter"/>
                <a:ea typeface="Inter"/>
                <a:cs typeface="Inter"/>
              </a:defRPr>
            </a:pPr>
            <a:r>
              <a:rPr sz="1875" b="1">
                <a:solidFill>
                  <a:srgbClr val="14221A"/>
                </a:solidFill>
                <a:latin typeface="Inter"/>
                <a:ea typeface="Inter"/>
                <a:cs typeface="Inter"/>
              </a:rPr>
              <a:t>Saved review</a:t>
            </a:r>
          </a:p>
        </p:txBody>
      </p:sp>
      <p:sp>
        <p:nvSpPr>
          <p:cNvPr id="7" name="text-101">
            <a:extLst xmlns:a="http://schemas.openxmlformats.org/drawingml/2006/main">
              <a:ext uri="{FF2B5EF4-FFF2-40B4-BE49-F238E27FC236}">
                <a16:creationId xmlns:a16="http://schemas.microsoft.com/office/drawing/2014/main" id="{9126CEB6-09E7-4915-ABED-A2728A7353BE}"/>
              </a:ext>
            </a:extLst>
          </p:cNvPr>
          <p:cNvSpPr>
            <a:spLocks xmlns:a="http://schemas.openxmlformats.org/drawingml/2006/main" noGrp="1"/>
          </p:cNvSpPr>
          <p:nvPr/>
        </p:nvSpPr>
        <p:spPr>
          <a:xfrm xmlns:a="http://schemas.openxmlformats.org/drawingml/2006/main">
            <a:off x="742950" y="2686050"/>
            <a:ext cx="5181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657167"/>
                </a:solidFill>
                <a:latin typeface="Inter"/>
                <a:ea typeface="Inter"/>
                <a:cs typeface="Inter"/>
              </a:defRPr>
            </a:defPPr>
            <a:lvl1pPr>
              <a:defRPr sz="1575" b="0">
                <a:solidFill>
                  <a:srgbClr val="657167"/>
                </a:solidFill>
                <a:latin typeface="Inter"/>
                <a:ea typeface="Inter"/>
                <a:cs typeface="Inter"/>
              </a:defRPr>
            </a:lvl1pPr>
            <a:lvl2pPr>
              <a:defRPr sz="1575" b="0">
                <a:solidFill>
                  <a:srgbClr val="657167"/>
                </a:solidFill>
                <a:latin typeface="Inter"/>
                <a:ea typeface="Inter"/>
                <a:cs typeface="Inter"/>
              </a:defRPr>
            </a:lvl2pPr>
            <a:lvl3pPr>
              <a:defRPr sz="1575" b="0">
                <a:solidFill>
                  <a:srgbClr val="657167"/>
                </a:solidFill>
                <a:latin typeface="Inter"/>
                <a:ea typeface="Inter"/>
                <a:cs typeface="Inter"/>
              </a:defRPr>
            </a:lvl3pPr>
            <a:lvl4pPr>
              <a:defRPr sz="1575" b="0">
                <a:solidFill>
                  <a:srgbClr val="657167"/>
                </a:solidFill>
                <a:latin typeface="Inter"/>
                <a:ea typeface="Inter"/>
                <a:cs typeface="Inter"/>
              </a:defRPr>
            </a:lvl4pPr>
            <a:lvl5pPr>
              <a:defRPr sz="1575" b="0">
                <a:solidFill>
                  <a:srgbClr val="657167"/>
                </a:solidFill>
                <a:latin typeface="Inter"/>
                <a:ea typeface="Inter"/>
                <a:cs typeface="Inter"/>
              </a:defRPr>
            </a:lvl5pPr>
            <a:lvl6pPr>
              <a:defRPr sz="1575" b="0">
                <a:solidFill>
                  <a:srgbClr val="657167"/>
                </a:solidFill>
                <a:latin typeface="Inter"/>
                <a:ea typeface="Inter"/>
                <a:cs typeface="Inter"/>
              </a:defRPr>
            </a:lvl6pPr>
            <a:lvl7pPr>
              <a:defRPr sz="1575" b="0">
                <a:solidFill>
                  <a:srgbClr val="657167"/>
                </a:solidFill>
                <a:latin typeface="Inter"/>
                <a:ea typeface="Inter"/>
                <a:cs typeface="Inter"/>
              </a:defRPr>
            </a:lvl7pPr>
            <a:lvl8pPr>
              <a:defRPr sz="1575" b="0">
                <a:solidFill>
                  <a:srgbClr val="657167"/>
                </a:solidFill>
                <a:latin typeface="Inter"/>
                <a:ea typeface="Inter"/>
                <a:cs typeface="Inter"/>
              </a:defRPr>
            </a:lvl8pPr>
            <a:lvl9pPr>
              <a:defRPr sz="1575" b="0">
                <a:solidFill>
                  <a:srgbClr val="657167"/>
                </a:solidFill>
                <a:latin typeface="Inter"/>
                <a:ea typeface="Inter"/>
                <a:cs typeface="Inter"/>
              </a:defRPr>
            </a:lvl9pPr>
          </a:lstStyle>
          <a:p xmlns:a="http://schemas.openxmlformats.org/drawingml/2006/main">
            <a:pPr>
              <a:defRPr sz="1575" b="0">
                <a:solidFill>
                  <a:srgbClr val="657167"/>
                </a:solidFill>
                <a:latin typeface="Inter"/>
                <a:ea typeface="Inter"/>
                <a:cs typeface="Inter"/>
              </a:defRPr>
            </a:pPr>
            <a:r>
              <a:rPr sz="1575" b="0">
                <a:solidFill>
                  <a:srgbClr val="657167"/>
                </a:solidFill>
                <a:latin typeface="Inter"/>
                <a:ea typeface="Inter"/>
                <a:cs typeface="Inter"/>
              </a:rPr>
              <a:t>Root hair, provisional</a:t>
            </a:r>
          </a:p>
        </p:txBody>
      </p:sp>
      <p:sp>
        <p:nvSpPr>
          <p:cNvPr id="8" name="box-102">
            <a:extLst xmlns:a="http://schemas.openxmlformats.org/drawingml/2006/main">
              <a:ext uri="{FF2B5EF4-FFF2-40B4-BE49-F238E27FC236}">
                <a16:creationId xmlns:a16="http://schemas.microsoft.com/office/drawing/2014/main" id="{5CE5005F-E54D-4A91-8C8D-79F51BAC635C}"/>
              </a:ext>
            </a:extLst>
          </p:cNvPr>
          <p:cNvSpPr>
            <a:spLocks xmlns:a="http://schemas.openxmlformats.org/drawingml/2006/main" noGrp="1"/>
          </p:cNvSpPr>
          <p:nvPr/>
        </p:nvSpPr>
        <p:spPr>
          <a:xfrm xmlns:a="http://schemas.openxmlformats.org/drawingml/2006/main">
            <a:off x="552450" y="3305175"/>
            <a:ext cx="5562600" cy="1000125"/>
          </a:xfrm>
          <a:prstGeom xmlns:a="http://schemas.openxmlformats.org/drawingml/2006/main" prst="rect">
            <a:avLst/>
          </a:prstGeom>
          <a:solidFill xmlns:a="http://schemas.openxmlformats.org/drawingml/2006/main">
            <a:srgbClr val="F0F5ED"/>
          </a:solidFill>
          <a:ln xmlns:a="http://schemas.openxmlformats.org/drawingml/2006/main" w="0">
            <a:noFill/>
          </a:ln>
        </p:spPr>
      </p:sp>
      <p:sp>
        <p:nvSpPr>
          <p:cNvPr id="9" name="text-103">
            <a:extLst xmlns:a="http://schemas.openxmlformats.org/drawingml/2006/main">
              <a:ext uri="{FF2B5EF4-FFF2-40B4-BE49-F238E27FC236}">
                <a16:creationId xmlns:a16="http://schemas.microsoft.com/office/drawing/2014/main" id="{55516124-A4B1-4161-8800-DE30580275FC}"/>
              </a:ext>
            </a:extLst>
          </p:cNvPr>
          <p:cNvSpPr>
            <a:spLocks xmlns:a="http://schemas.openxmlformats.org/drawingml/2006/main" noGrp="1"/>
          </p:cNvSpPr>
          <p:nvPr/>
        </p:nvSpPr>
        <p:spPr>
          <a:xfrm xmlns:a="http://schemas.openxmlformats.org/drawingml/2006/main">
            <a:off x="742950" y="3448050"/>
            <a:ext cx="5181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14221A"/>
                </a:solidFill>
                <a:latin typeface="Inter"/>
                <a:ea typeface="Inter"/>
                <a:cs typeface="Inter"/>
              </a:defRPr>
            </a:defPPr>
            <a:lvl1pPr>
              <a:defRPr sz="1875" b="1">
                <a:solidFill>
                  <a:srgbClr val="14221A"/>
                </a:solidFill>
                <a:latin typeface="Inter"/>
                <a:ea typeface="Inter"/>
                <a:cs typeface="Inter"/>
              </a:defRPr>
            </a:lvl1pPr>
            <a:lvl2pPr>
              <a:defRPr sz="1875" b="1">
                <a:solidFill>
                  <a:srgbClr val="14221A"/>
                </a:solidFill>
                <a:latin typeface="Inter"/>
                <a:ea typeface="Inter"/>
                <a:cs typeface="Inter"/>
              </a:defRPr>
            </a:lvl2pPr>
            <a:lvl3pPr>
              <a:defRPr sz="1875" b="1">
                <a:solidFill>
                  <a:srgbClr val="14221A"/>
                </a:solidFill>
                <a:latin typeface="Inter"/>
                <a:ea typeface="Inter"/>
                <a:cs typeface="Inter"/>
              </a:defRPr>
            </a:lvl3pPr>
            <a:lvl4pPr>
              <a:defRPr sz="1875" b="1">
                <a:solidFill>
                  <a:srgbClr val="14221A"/>
                </a:solidFill>
                <a:latin typeface="Inter"/>
                <a:ea typeface="Inter"/>
                <a:cs typeface="Inter"/>
              </a:defRPr>
            </a:lvl4pPr>
            <a:lvl5pPr>
              <a:defRPr sz="1875" b="1">
                <a:solidFill>
                  <a:srgbClr val="14221A"/>
                </a:solidFill>
                <a:latin typeface="Inter"/>
                <a:ea typeface="Inter"/>
                <a:cs typeface="Inter"/>
              </a:defRPr>
            </a:lvl5pPr>
            <a:lvl6pPr>
              <a:defRPr sz="1875" b="1">
                <a:solidFill>
                  <a:srgbClr val="14221A"/>
                </a:solidFill>
                <a:latin typeface="Inter"/>
                <a:ea typeface="Inter"/>
                <a:cs typeface="Inter"/>
              </a:defRPr>
            </a:lvl6pPr>
            <a:lvl7pPr>
              <a:defRPr sz="1875" b="1">
                <a:solidFill>
                  <a:srgbClr val="14221A"/>
                </a:solidFill>
                <a:latin typeface="Inter"/>
                <a:ea typeface="Inter"/>
                <a:cs typeface="Inter"/>
              </a:defRPr>
            </a:lvl7pPr>
            <a:lvl8pPr>
              <a:defRPr sz="1875" b="1">
                <a:solidFill>
                  <a:srgbClr val="14221A"/>
                </a:solidFill>
                <a:latin typeface="Inter"/>
                <a:ea typeface="Inter"/>
                <a:cs typeface="Inter"/>
              </a:defRPr>
            </a:lvl8pPr>
            <a:lvl9pPr>
              <a:defRPr sz="1875" b="1">
                <a:solidFill>
                  <a:srgbClr val="14221A"/>
                </a:solidFill>
                <a:latin typeface="Inter"/>
                <a:ea typeface="Inter"/>
                <a:cs typeface="Inter"/>
              </a:defRPr>
            </a:lvl9pPr>
          </a:lstStyle>
          <a:p xmlns:a="http://schemas.openxmlformats.org/drawingml/2006/main">
            <a:pPr>
              <a:defRPr sz="1875" b="1">
                <a:solidFill>
                  <a:srgbClr val="14221A"/>
                </a:solidFill>
                <a:latin typeface="Inter"/>
                <a:ea typeface="Inter"/>
                <a:cs typeface="Inter"/>
              </a:defRPr>
            </a:pPr>
            <a:r>
              <a:rPr sz="1875" b="1">
                <a:solidFill>
                  <a:srgbClr val="14221A"/>
                </a:solidFill>
                <a:latin typeface="Inter"/>
                <a:ea typeface="Inter"/>
                <a:cs typeface="Inter"/>
              </a:rPr>
              <a:t>Corrected review</a:t>
            </a:r>
          </a:p>
        </p:txBody>
      </p:sp>
      <p:sp>
        <p:nvSpPr>
          <p:cNvPr id="10" name="text-104">
            <a:extLst xmlns:a="http://schemas.openxmlformats.org/drawingml/2006/main">
              <a:ext uri="{FF2B5EF4-FFF2-40B4-BE49-F238E27FC236}">
                <a16:creationId xmlns:a16="http://schemas.microsoft.com/office/drawing/2014/main" id="{B10EE9C5-A040-4344-9464-F47E054941E5}"/>
              </a:ext>
            </a:extLst>
          </p:cNvPr>
          <p:cNvSpPr>
            <a:spLocks xmlns:a="http://schemas.openxmlformats.org/drawingml/2006/main" noGrp="1"/>
          </p:cNvSpPr>
          <p:nvPr/>
        </p:nvSpPr>
        <p:spPr>
          <a:xfrm xmlns:a="http://schemas.openxmlformats.org/drawingml/2006/main">
            <a:off x="742950" y="3886200"/>
            <a:ext cx="5181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657167"/>
                </a:solidFill>
                <a:latin typeface="Inter"/>
                <a:ea typeface="Inter"/>
                <a:cs typeface="Inter"/>
              </a:defRPr>
            </a:defPPr>
            <a:lvl1pPr>
              <a:defRPr sz="1575" b="0">
                <a:solidFill>
                  <a:srgbClr val="657167"/>
                </a:solidFill>
                <a:latin typeface="Inter"/>
                <a:ea typeface="Inter"/>
                <a:cs typeface="Inter"/>
              </a:defRPr>
            </a:lvl1pPr>
            <a:lvl2pPr>
              <a:defRPr sz="1575" b="0">
                <a:solidFill>
                  <a:srgbClr val="657167"/>
                </a:solidFill>
                <a:latin typeface="Inter"/>
                <a:ea typeface="Inter"/>
                <a:cs typeface="Inter"/>
              </a:defRPr>
            </a:lvl2pPr>
            <a:lvl3pPr>
              <a:defRPr sz="1575" b="0">
                <a:solidFill>
                  <a:srgbClr val="657167"/>
                </a:solidFill>
                <a:latin typeface="Inter"/>
                <a:ea typeface="Inter"/>
                <a:cs typeface="Inter"/>
              </a:defRPr>
            </a:lvl3pPr>
            <a:lvl4pPr>
              <a:defRPr sz="1575" b="0">
                <a:solidFill>
                  <a:srgbClr val="657167"/>
                </a:solidFill>
                <a:latin typeface="Inter"/>
                <a:ea typeface="Inter"/>
                <a:cs typeface="Inter"/>
              </a:defRPr>
            </a:lvl4pPr>
            <a:lvl5pPr>
              <a:defRPr sz="1575" b="0">
                <a:solidFill>
                  <a:srgbClr val="657167"/>
                </a:solidFill>
                <a:latin typeface="Inter"/>
                <a:ea typeface="Inter"/>
                <a:cs typeface="Inter"/>
              </a:defRPr>
            </a:lvl5pPr>
            <a:lvl6pPr>
              <a:defRPr sz="1575" b="0">
                <a:solidFill>
                  <a:srgbClr val="657167"/>
                </a:solidFill>
                <a:latin typeface="Inter"/>
                <a:ea typeface="Inter"/>
                <a:cs typeface="Inter"/>
              </a:defRPr>
            </a:lvl6pPr>
            <a:lvl7pPr>
              <a:defRPr sz="1575" b="0">
                <a:solidFill>
                  <a:srgbClr val="657167"/>
                </a:solidFill>
                <a:latin typeface="Inter"/>
                <a:ea typeface="Inter"/>
                <a:cs typeface="Inter"/>
              </a:defRPr>
            </a:lvl7pPr>
            <a:lvl8pPr>
              <a:defRPr sz="1575" b="0">
                <a:solidFill>
                  <a:srgbClr val="657167"/>
                </a:solidFill>
                <a:latin typeface="Inter"/>
                <a:ea typeface="Inter"/>
                <a:cs typeface="Inter"/>
              </a:defRPr>
            </a:lvl8pPr>
            <a:lvl9pPr>
              <a:defRPr sz="1575" b="0">
                <a:solidFill>
                  <a:srgbClr val="657167"/>
                </a:solidFill>
                <a:latin typeface="Inter"/>
                <a:ea typeface="Inter"/>
                <a:cs typeface="Inter"/>
              </a:defRPr>
            </a:lvl9pPr>
          </a:lstStyle>
          <a:p xmlns:a="http://schemas.openxmlformats.org/drawingml/2006/main">
            <a:pPr>
              <a:defRPr sz="1575" b="0">
                <a:solidFill>
                  <a:srgbClr val="657167"/>
                </a:solidFill>
                <a:latin typeface="Inter"/>
                <a:ea typeface="Inter"/>
                <a:cs typeface="Inter"/>
              </a:defRPr>
            </a:pPr>
            <a:r>
              <a:rPr sz="1575" b="0">
                <a:solidFill>
                  <a:srgbClr val="657167"/>
                </a:solidFill>
                <a:latin typeface="Inter"/>
                <a:ea typeface="Inter"/>
                <a:cs typeface="Inter"/>
              </a:rPr>
              <a:t>Unresolved pending independent evidence</a:t>
            </a:r>
          </a:p>
        </p:txBody>
      </p:sp>
      <p:sp>
        <p:nvSpPr>
          <p:cNvPr id="11" name="box-105">
            <a:extLst xmlns:a="http://schemas.openxmlformats.org/drawingml/2006/main">
              <a:ext uri="{FF2B5EF4-FFF2-40B4-BE49-F238E27FC236}">
                <a16:creationId xmlns:a16="http://schemas.microsoft.com/office/drawing/2014/main" id="{F6F5E5E8-7980-4BF8-AC27-719F035C52A3}"/>
              </a:ext>
            </a:extLst>
          </p:cNvPr>
          <p:cNvSpPr>
            <a:spLocks xmlns:a="http://schemas.openxmlformats.org/drawingml/2006/main" noGrp="1"/>
          </p:cNvSpPr>
          <p:nvPr/>
        </p:nvSpPr>
        <p:spPr>
          <a:xfrm xmlns:a="http://schemas.openxmlformats.org/drawingml/2006/main">
            <a:off x="552450" y="4505325"/>
            <a:ext cx="5562600" cy="1000125"/>
          </a:xfrm>
          <a:prstGeom xmlns:a="http://schemas.openxmlformats.org/drawingml/2006/main" prst="rect">
            <a:avLst/>
          </a:prstGeom>
          <a:solidFill xmlns:a="http://schemas.openxmlformats.org/drawingml/2006/main">
            <a:srgbClr val="E9F2E5"/>
          </a:solidFill>
          <a:ln xmlns:a="http://schemas.openxmlformats.org/drawingml/2006/main" w="0">
            <a:noFill/>
          </a:ln>
        </p:spPr>
      </p:sp>
      <p:sp>
        <p:nvSpPr>
          <p:cNvPr id="12" name="text-106">
            <a:extLst xmlns:a="http://schemas.openxmlformats.org/drawingml/2006/main">
              <a:ext uri="{FF2B5EF4-FFF2-40B4-BE49-F238E27FC236}">
                <a16:creationId xmlns:a16="http://schemas.microsoft.com/office/drawing/2014/main" id="{02220EE7-0E09-4FD1-B6A0-C8D054341C98}"/>
              </a:ext>
            </a:extLst>
          </p:cNvPr>
          <p:cNvSpPr>
            <a:spLocks xmlns:a="http://schemas.openxmlformats.org/drawingml/2006/main" noGrp="1"/>
          </p:cNvSpPr>
          <p:nvPr/>
        </p:nvSpPr>
        <p:spPr>
          <a:xfrm xmlns:a="http://schemas.openxmlformats.org/drawingml/2006/main">
            <a:off x="742950" y="4648200"/>
            <a:ext cx="5181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14221A"/>
                </a:solidFill>
                <a:latin typeface="Inter"/>
                <a:ea typeface="Inter"/>
                <a:cs typeface="Inter"/>
              </a:defRPr>
            </a:defPPr>
            <a:lvl1pPr>
              <a:defRPr sz="1875" b="1">
                <a:solidFill>
                  <a:srgbClr val="14221A"/>
                </a:solidFill>
                <a:latin typeface="Inter"/>
                <a:ea typeface="Inter"/>
                <a:cs typeface="Inter"/>
              </a:defRPr>
            </a:lvl1pPr>
            <a:lvl2pPr>
              <a:defRPr sz="1875" b="1">
                <a:solidFill>
                  <a:srgbClr val="14221A"/>
                </a:solidFill>
                <a:latin typeface="Inter"/>
                <a:ea typeface="Inter"/>
                <a:cs typeface="Inter"/>
              </a:defRPr>
            </a:lvl2pPr>
            <a:lvl3pPr>
              <a:defRPr sz="1875" b="1">
                <a:solidFill>
                  <a:srgbClr val="14221A"/>
                </a:solidFill>
                <a:latin typeface="Inter"/>
                <a:ea typeface="Inter"/>
                <a:cs typeface="Inter"/>
              </a:defRPr>
            </a:lvl3pPr>
            <a:lvl4pPr>
              <a:defRPr sz="1875" b="1">
                <a:solidFill>
                  <a:srgbClr val="14221A"/>
                </a:solidFill>
                <a:latin typeface="Inter"/>
                <a:ea typeface="Inter"/>
                <a:cs typeface="Inter"/>
              </a:defRPr>
            </a:lvl4pPr>
            <a:lvl5pPr>
              <a:defRPr sz="1875" b="1">
                <a:solidFill>
                  <a:srgbClr val="14221A"/>
                </a:solidFill>
                <a:latin typeface="Inter"/>
                <a:ea typeface="Inter"/>
                <a:cs typeface="Inter"/>
              </a:defRPr>
            </a:lvl5pPr>
            <a:lvl6pPr>
              <a:defRPr sz="1875" b="1">
                <a:solidFill>
                  <a:srgbClr val="14221A"/>
                </a:solidFill>
                <a:latin typeface="Inter"/>
                <a:ea typeface="Inter"/>
                <a:cs typeface="Inter"/>
              </a:defRPr>
            </a:lvl6pPr>
            <a:lvl7pPr>
              <a:defRPr sz="1875" b="1">
                <a:solidFill>
                  <a:srgbClr val="14221A"/>
                </a:solidFill>
                <a:latin typeface="Inter"/>
                <a:ea typeface="Inter"/>
                <a:cs typeface="Inter"/>
              </a:defRPr>
            </a:lvl7pPr>
            <a:lvl8pPr>
              <a:defRPr sz="1875" b="1">
                <a:solidFill>
                  <a:srgbClr val="14221A"/>
                </a:solidFill>
                <a:latin typeface="Inter"/>
                <a:ea typeface="Inter"/>
                <a:cs typeface="Inter"/>
              </a:defRPr>
            </a:lvl8pPr>
            <a:lvl9pPr>
              <a:defRPr sz="1875" b="1">
                <a:solidFill>
                  <a:srgbClr val="14221A"/>
                </a:solidFill>
                <a:latin typeface="Inter"/>
                <a:ea typeface="Inter"/>
                <a:cs typeface="Inter"/>
              </a:defRPr>
            </a:lvl9pPr>
          </a:lstStyle>
          <a:p xmlns:a="http://schemas.openxmlformats.org/drawingml/2006/main">
            <a:pPr>
              <a:defRPr sz="1875" b="1">
                <a:solidFill>
                  <a:srgbClr val="14221A"/>
                </a:solidFill>
                <a:latin typeface="Inter"/>
                <a:ea typeface="Inter"/>
                <a:cs typeface="Inter"/>
              </a:defRPr>
            </a:pPr>
            <a:r>
              <a:rPr sz="1875" b="1">
                <a:solidFill>
                  <a:srgbClr val="14221A"/>
                </a:solidFill>
                <a:latin typeface="Inter"/>
                <a:ea typeface="Inter"/>
                <a:cs typeface="Inter"/>
              </a:rPr>
              <a:t>Next agent turn</a:t>
            </a:r>
          </a:p>
        </p:txBody>
      </p:sp>
      <p:sp>
        <p:nvSpPr>
          <p:cNvPr id="13" name="text-107">
            <a:extLst xmlns:a="http://schemas.openxmlformats.org/drawingml/2006/main">
              <a:ext uri="{FF2B5EF4-FFF2-40B4-BE49-F238E27FC236}">
                <a16:creationId xmlns:a16="http://schemas.microsoft.com/office/drawing/2014/main" id="{60AD7B23-CCC5-441B-8E78-147A09E5679D}"/>
              </a:ext>
            </a:extLst>
          </p:cNvPr>
          <p:cNvSpPr>
            <a:spLocks xmlns:a="http://schemas.openxmlformats.org/drawingml/2006/main" noGrp="1"/>
          </p:cNvSpPr>
          <p:nvPr/>
        </p:nvSpPr>
        <p:spPr>
          <a:xfrm xmlns:a="http://schemas.openxmlformats.org/drawingml/2006/main">
            <a:off x="742950" y="5086350"/>
            <a:ext cx="51816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b="0">
                <a:solidFill>
                  <a:srgbClr val="1B5E20"/>
                </a:solidFill>
                <a:latin typeface="Inter"/>
                <a:ea typeface="Inter"/>
                <a:cs typeface="Inter"/>
              </a:defRPr>
            </a:defPPr>
            <a:lvl1pPr>
              <a:defRPr sz="1575" b="0">
                <a:solidFill>
                  <a:srgbClr val="1B5E20"/>
                </a:solidFill>
                <a:latin typeface="Inter"/>
                <a:ea typeface="Inter"/>
                <a:cs typeface="Inter"/>
              </a:defRPr>
            </a:lvl1pPr>
            <a:lvl2pPr>
              <a:defRPr sz="1575" b="0">
                <a:solidFill>
                  <a:srgbClr val="1B5E20"/>
                </a:solidFill>
                <a:latin typeface="Inter"/>
                <a:ea typeface="Inter"/>
                <a:cs typeface="Inter"/>
              </a:defRPr>
            </a:lvl2pPr>
            <a:lvl3pPr>
              <a:defRPr sz="1575" b="0">
                <a:solidFill>
                  <a:srgbClr val="1B5E20"/>
                </a:solidFill>
                <a:latin typeface="Inter"/>
                <a:ea typeface="Inter"/>
                <a:cs typeface="Inter"/>
              </a:defRPr>
            </a:lvl3pPr>
            <a:lvl4pPr>
              <a:defRPr sz="1575" b="0">
                <a:solidFill>
                  <a:srgbClr val="1B5E20"/>
                </a:solidFill>
                <a:latin typeface="Inter"/>
                <a:ea typeface="Inter"/>
                <a:cs typeface="Inter"/>
              </a:defRPr>
            </a:lvl4pPr>
            <a:lvl5pPr>
              <a:defRPr sz="1575" b="0">
                <a:solidFill>
                  <a:srgbClr val="1B5E20"/>
                </a:solidFill>
                <a:latin typeface="Inter"/>
                <a:ea typeface="Inter"/>
                <a:cs typeface="Inter"/>
              </a:defRPr>
            </a:lvl5pPr>
            <a:lvl6pPr>
              <a:defRPr sz="1575" b="0">
                <a:solidFill>
                  <a:srgbClr val="1B5E20"/>
                </a:solidFill>
                <a:latin typeface="Inter"/>
                <a:ea typeface="Inter"/>
                <a:cs typeface="Inter"/>
              </a:defRPr>
            </a:lvl6pPr>
            <a:lvl7pPr>
              <a:defRPr sz="1575" b="0">
                <a:solidFill>
                  <a:srgbClr val="1B5E20"/>
                </a:solidFill>
                <a:latin typeface="Inter"/>
                <a:ea typeface="Inter"/>
                <a:cs typeface="Inter"/>
              </a:defRPr>
            </a:lvl7pPr>
            <a:lvl8pPr>
              <a:defRPr sz="1575" b="0">
                <a:solidFill>
                  <a:srgbClr val="1B5E20"/>
                </a:solidFill>
                <a:latin typeface="Inter"/>
                <a:ea typeface="Inter"/>
                <a:cs typeface="Inter"/>
              </a:defRPr>
            </a:lvl8pPr>
            <a:lvl9pPr>
              <a:defRPr sz="1575" b="0">
                <a:solidFill>
                  <a:srgbClr val="1B5E20"/>
                </a:solidFill>
                <a:latin typeface="Inter"/>
                <a:ea typeface="Inter"/>
                <a:cs typeface="Inter"/>
              </a:defRPr>
            </a:lvl9pPr>
          </a:lstStyle>
          <a:p xmlns:a="http://schemas.openxmlformats.org/drawingml/2006/main">
            <a:pPr>
              <a:defRPr sz="1575" b="0">
                <a:solidFill>
                  <a:srgbClr val="1B5E20"/>
                </a:solidFill>
                <a:latin typeface="Inter"/>
                <a:ea typeface="Inter"/>
                <a:cs typeface="Inter"/>
              </a:defRPr>
            </a:pPr>
            <a:r>
              <a:rPr sz="1575" b="0">
                <a:solidFill>
                  <a:srgbClr val="1B5E20"/>
                </a:solidFill>
                <a:latin typeface="Inter"/>
                <a:ea typeface="Inter"/>
                <a:cs typeface="Inter"/>
              </a:rPr>
              <a:t>Recall the latest review and cite its source</a:t>
            </a:r>
          </a:p>
        </p:txBody>
      </p:sp>
      <p:pic>
        <p:nvPicPr>
          <p:cNvPr id="14" name="">
            <a:extLst xmlns:a="http://schemas.openxmlformats.org/drawingml/2006/main">
              <a:ext uri="{FF2B5EF4-FFF2-40B4-BE49-F238E27FC236}">
                <a16:creationId xmlns:a16="http://schemas.microsoft.com/office/drawing/2014/main" id="{C765E3CA-1B09-4E08-A6AE-2EC28221BEA9}"/>
              </a:ext>
            </a:extLst>
          </p:cNvPr>
          <p:cNvPicPr>
            <a:picLocks xmlns:a="http://schemas.openxmlformats.org/drawingml/2006/main" noChangeAspect="1"/>
          </p:cNvPicPr>
          <p:nvPr/>
        </p:nvPicPr>
        <p:blipFill>
          <a:blip xmlns:r="http://schemas.openxmlformats.org/officeDocument/2006/relationships" xmlns:a="http://schemas.openxmlformats.org/drawingml/2006/main" r:embed="R47d4c79e42794e43"/>
          <a:srcRect xmlns:a="http://schemas.openxmlformats.org/drawingml/2006/main" l="25600" t="26800" r="26400" b="25000"/>
          <a:stretch xmlns:a="http://schemas.openxmlformats.org/drawingml/2006/main"/>
        </p:blipFill>
        <p:spPr>
          <a:xfrm xmlns:a="http://schemas.openxmlformats.org/drawingml/2006/main">
            <a:off x="6591300" y="2190750"/>
            <a:ext cx="5067300" cy="3533775"/>
          </a:xfrm>
          <a:prstGeom xmlns:a="http://schemas.openxmlformats.org/drawingml/2006/main" prst="rect">
            <a:avLst/>
          </a:prstGeom>
        </p:spPr>
      </p:pic>
      <p:sp>
        <p:nvSpPr>
          <p:cNvPr id="15" name="text-108">
            <a:extLst xmlns:a="http://schemas.openxmlformats.org/drawingml/2006/main">
              <a:ext uri="{FF2B5EF4-FFF2-40B4-BE49-F238E27FC236}">
                <a16:creationId xmlns:a16="http://schemas.microsoft.com/office/drawing/2014/main" id="{BBDD91A2-0038-4F63-96B5-843D7E2195D5}"/>
              </a:ext>
            </a:extLst>
          </p:cNvPr>
          <p:cNvSpPr>
            <a:spLocks xmlns:a="http://schemas.openxmlformats.org/drawingml/2006/main" noGrp="1"/>
          </p:cNvSpPr>
          <p:nvPr/>
        </p:nvSpPr>
        <p:spPr>
          <a:xfrm xmlns:a="http://schemas.openxmlformats.org/drawingml/2006/main">
            <a:off x="552450" y="5943600"/>
            <a:ext cx="11106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1">
                <a:solidFill>
                  <a:srgbClr val="1B5E20"/>
                </a:solidFill>
                <a:latin typeface="Inter"/>
                <a:ea typeface="Inter"/>
                <a:cs typeface="Inter"/>
              </a:defRPr>
            </a:defPPr>
            <a:lvl1pPr>
              <a:defRPr sz="1800" b="1">
                <a:solidFill>
                  <a:srgbClr val="1B5E20"/>
                </a:solidFill>
                <a:latin typeface="Inter"/>
                <a:ea typeface="Inter"/>
                <a:cs typeface="Inter"/>
              </a:defRPr>
            </a:lvl1pPr>
            <a:lvl2pPr>
              <a:defRPr sz="1800" b="1">
                <a:solidFill>
                  <a:srgbClr val="1B5E20"/>
                </a:solidFill>
                <a:latin typeface="Inter"/>
                <a:ea typeface="Inter"/>
                <a:cs typeface="Inter"/>
              </a:defRPr>
            </a:lvl2pPr>
            <a:lvl3pPr>
              <a:defRPr sz="1800" b="1">
                <a:solidFill>
                  <a:srgbClr val="1B5E20"/>
                </a:solidFill>
                <a:latin typeface="Inter"/>
                <a:ea typeface="Inter"/>
                <a:cs typeface="Inter"/>
              </a:defRPr>
            </a:lvl3pPr>
            <a:lvl4pPr>
              <a:defRPr sz="1800" b="1">
                <a:solidFill>
                  <a:srgbClr val="1B5E20"/>
                </a:solidFill>
                <a:latin typeface="Inter"/>
                <a:ea typeface="Inter"/>
                <a:cs typeface="Inter"/>
              </a:defRPr>
            </a:lvl4pPr>
            <a:lvl5pPr>
              <a:defRPr sz="1800" b="1">
                <a:solidFill>
                  <a:srgbClr val="1B5E20"/>
                </a:solidFill>
                <a:latin typeface="Inter"/>
                <a:ea typeface="Inter"/>
                <a:cs typeface="Inter"/>
              </a:defRPr>
            </a:lvl5pPr>
            <a:lvl6pPr>
              <a:defRPr sz="1800" b="1">
                <a:solidFill>
                  <a:srgbClr val="1B5E20"/>
                </a:solidFill>
                <a:latin typeface="Inter"/>
                <a:ea typeface="Inter"/>
                <a:cs typeface="Inter"/>
              </a:defRPr>
            </a:lvl6pPr>
            <a:lvl7pPr>
              <a:defRPr sz="1800" b="1">
                <a:solidFill>
                  <a:srgbClr val="1B5E20"/>
                </a:solidFill>
                <a:latin typeface="Inter"/>
                <a:ea typeface="Inter"/>
                <a:cs typeface="Inter"/>
              </a:defRPr>
            </a:lvl7pPr>
            <a:lvl8pPr>
              <a:defRPr sz="1800" b="1">
                <a:solidFill>
                  <a:srgbClr val="1B5E20"/>
                </a:solidFill>
                <a:latin typeface="Inter"/>
                <a:ea typeface="Inter"/>
                <a:cs typeface="Inter"/>
              </a:defRPr>
            </a:lvl8pPr>
            <a:lvl9pPr>
              <a:defRPr sz="1800" b="1">
                <a:solidFill>
                  <a:srgbClr val="1B5E20"/>
                </a:solidFill>
                <a:latin typeface="Inter"/>
                <a:ea typeface="Inter"/>
                <a:cs typeface="Inter"/>
              </a:defRPr>
            </a:lvl9pPr>
          </a:lstStyle>
          <a:p xmlns:a="http://schemas.openxmlformats.org/drawingml/2006/main">
            <a:pPr>
              <a:defRPr sz="1800" b="1">
                <a:solidFill>
                  <a:srgbClr val="1B5E20"/>
                </a:solidFill>
                <a:latin typeface="Inter"/>
                <a:ea typeface="Inter"/>
                <a:cs typeface="Inter"/>
              </a:defRPr>
            </a:pPr>
            <a:r>
              <a:rPr sz="1800" b="1">
                <a:solidFill>
                  <a:srgbClr val="1B5E20"/>
                </a:solidFill>
                <a:latin typeface="Inter"/>
                <a:ea typeface="Inter"/>
                <a:cs typeface="Inter"/>
              </a:rPr>
              <a:t>The correction changes the saved decision. The computed evidence stays intact.</a:t>
            </a:r>
          </a:p>
        </p:txBody>
      </p:sp>
    </p:spTree>
    <p:extLst>
      <p:ext uri="{BB962C8B-B14F-4D97-AF65-F5344CB8AC3E}">
        <p14:creationId xmlns:p14="http://schemas.microsoft.com/office/powerpoint/2010/main" val="34169410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ext-109">
            <a:extLst xmlns:a="http://schemas.openxmlformats.org/drawingml/2006/main">
              <a:ext uri="{FF2B5EF4-FFF2-40B4-BE49-F238E27FC236}">
                <a16:creationId xmlns:a16="http://schemas.microsoft.com/office/drawing/2014/main" id="{E1F52701-7523-4CDF-AEEA-CFA7E3BF50A6}"/>
              </a:ext>
            </a:extLst>
          </p:cNvPr>
          <p:cNvSpPr>
            <a:spLocks xmlns:a="http://schemas.openxmlformats.org/drawingml/2006/main" noGrp="1"/>
          </p:cNvSpPr>
          <p:nvPr/>
        </p:nvSpPr>
        <p:spPr>
          <a:xfrm xmlns:a="http://schemas.openxmlformats.org/drawingml/2006/main">
            <a:off x="533400" y="285750"/>
            <a:ext cx="11125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1B5E20"/>
                </a:solidFill>
                <a:latin typeface="Inter"/>
                <a:ea typeface="Inter"/>
                <a:cs typeface="Inter"/>
              </a:defRPr>
            </a:defPPr>
            <a:lvl1pPr>
              <a:defRPr sz="1275" b="1">
                <a:solidFill>
                  <a:srgbClr val="1B5E20"/>
                </a:solidFill>
                <a:latin typeface="Inter"/>
                <a:ea typeface="Inter"/>
                <a:cs typeface="Inter"/>
              </a:defRPr>
            </a:lvl1pPr>
            <a:lvl2pPr>
              <a:defRPr sz="1275" b="1">
                <a:solidFill>
                  <a:srgbClr val="1B5E20"/>
                </a:solidFill>
                <a:latin typeface="Inter"/>
                <a:ea typeface="Inter"/>
                <a:cs typeface="Inter"/>
              </a:defRPr>
            </a:lvl2pPr>
            <a:lvl3pPr>
              <a:defRPr sz="1275" b="1">
                <a:solidFill>
                  <a:srgbClr val="1B5E20"/>
                </a:solidFill>
                <a:latin typeface="Inter"/>
                <a:ea typeface="Inter"/>
                <a:cs typeface="Inter"/>
              </a:defRPr>
            </a:lvl3pPr>
            <a:lvl4pPr>
              <a:defRPr sz="1275" b="1">
                <a:solidFill>
                  <a:srgbClr val="1B5E20"/>
                </a:solidFill>
                <a:latin typeface="Inter"/>
                <a:ea typeface="Inter"/>
                <a:cs typeface="Inter"/>
              </a:defRPr>
            </a:lvl4pPr>
            <a:lvl5pPr>
              <a:defRPr sz="1275" b="1">
                <a:solidFill>
                  <a:srgbClr val="1B5E20"/>
                </a:solidFill>
                <a:latin typeface="Inter"/>
                <a:ea typeface="Inter"/>
                <a:cs typeface="Inter"/>
              </a:defRPr>
            </a:lvl5pPr>
            <a:lvl6pPr>
              <a:defRPr sz="1275" b="1">
                <a:solidFill>
                  <a:srgbClr val="1B5E20"/>
                </a:solidFill>
                <a:latin typeface="Inter"/>
                <a:ea typeface="Inter"/>
                <a:cs typeface="Inter"/>
              </a:defRPr>
            </a:lvl6pPr>
            <a:lvl7pPr>
              <a:defRPr sz="1275" b="1">
                <a:solidFill>
                  <a:srgbClr val="1B5E20"/>
                </a:solidFill>
                <a:latin typeface="Inter"/>
                <a:ea typeface="Inter"/>
                <a:cs typeface="Inter"/>
              </a:defRPr>
            </a:lvl7pPr>
            <a:lvl8pPr>
              <a:defRPr sz="1275" b="1">
                <a:solidFill>
                  <a:srgbClr val="1B5E20"/>
                </a:solidFill>
                <a:latin typeface="Inter"/>
                <a:ea typeface="Inter"/>
                <a:cs typeface="Inter"/>
              </a:defRPr>
            </a:lvl8pPr>
            <a:lvl9pPr>
              <a:defRPr sz="1275" b="1">
                <a:solidFill>
                  <a:srgbClr val="1B5E20"/>
                </a:solidFill>
                <a:latin typeface="Inter"/>
                <a:ea typeface="Inter"/>
                <a:cs typeface="Inter"/>
              </a:defRPr>
            </a:lvl9pPr>
          </a:lstStyle>
          <a:p xmlns:a="http://schemas.openxmlformats.org/drawingml/2006/main">
            <a:pPr>
              <a:defRPr sz="1275" b="1">
                <a:solidFill>
                  <a:srgbClr val="1B5E20"/>
                </a:solidFill>
                <a:latin typeface="Inter"/>
                <a:ea typeface="Inter"/>
                <a:cs typeface="Inter"/>
              </a:defRPr>
            </a:pPr>
            <a:r>
              <a:rPr sz="1275" b="1">
                <a:solidFill>
                  <a:srgbClr val="1B5E20"/>
                </a:solidFill>
                <a:latin typeface="Inter"/>
                <a:ea typeface="Inter"/>
                <a:cs typeface="Inter"/>
              </a:rPr>
              <a:t>07 / STORAGE AND BOUNDARIES</a:t>
            </a:r>
          </a:p>
        </p:txBody>
      </p:sp>
      <p:sp>
        <p:nvSpPr>
          <p:cNvPr id="2" name="text-110">
            <a:extLst xmlns:a="http://schemas.openxmlformats.org/drawingml/2006/main">
              <a:ext uri="{FF2B5EF4-FFF2-40B4-BE49-F238E27FC236}">
                <a16:creationId xmlns:a16="http://schemas.microsoft.com/office/drawing/2014/main" id="{0F32D16B-E0B2-4AE8-A095-8E9386071F76}"/>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4221A"/>
                </a:solidFill>
                <a:latin typeface="Inter"/>
                <a:ea typeface="Inter"/>
                <a:cs typeface="Inter"/>
              </a:defRPr>
            </a:defPPr>
            <a:lvl1pPr>
              <a:defRPr sz="3225" b="1">
                <a:solidFill>
                  <a:srgbClr val="14221A"/>
                </a:solidFill>
                <a:latin typeface="Inter"/>
                <a:ea typeface="Inter"/>
                <a:cs typeface="Inter"/>
              </a:defRPr>
            </a:lvl1pPr>
            <a:lvl2pPr>
              <a:defRPr sz="3225" b="1">
                <a:solidFill>
                  <a:srgbClr val="14221A"/>
                </a:solidFill>
                <a:latin typeface="Inter"/>
                <a:ea typeface="Inter"/>
                <a:cs typeface="Inter"/>
              </a:defRPr>
            </a:lvl2pPr>
            <a:lvl3pPr>
              <a:defRPr sz="3225" b="1">
                <a:solidFill>
                  <a:srgbClr val="14221A"/>
                </a:solidFill>
                <a:latin typeface="Inter"/>
                <a:ea typeface="Inter"/>
                <a:cs typeface="Inter"/>
              </a:defRPr>
            </a:lvl3pPr>
            <a:lvl4pPr>
              <a:defRPr sz="3225" b="1">
                <a:solidFill>
                  <a:srgbClr val="14221A"/>
                </a:solidFill>
                <a:latin typeface="Inter"/>
                <a:ea typeface="Inter"/>
                <a:cs typeface="Inter"/>
              </a:defRPr>
            </a:lvl4pPr>
            <a:lvl5pPr>
              <a:defRPr sz="3225" b="1">
                <a:solidFill>
                  <a:srgbClr val="14221A"/>
                </a:solidFill>
                <a:latin typeface="Inter"/>
                <a:ea typeface="Inter"/>
                <a:cs typeface="Inter"/>
              </a:defRPr>
            </a:lvl5pPr>
            <a:lvl6pPr>
              <a:defRPr sz="3225" b="1">
                <a:solidFill>
                  <a:srgbClr val="14221A"/>
                </a:solidFill>
                <a:latin typeface="Inter"/>
                <a:ea typeface="Inter"/>
                <a:cs typeface="Inter"/>
              </a:defRPr>
            </a:lvl6pPr>
            <a:lvl7pPr>
              <a:defRPr sz="3225" b="1">
                <a:solidFill>
                  <a:srgbClr val="14221A"/>
                </a:solidFill>
                <a:latin typeface="Inter"/>
                <a:ea typeface="Inter"/>
                <a:cs typeface="Inter"/>
              </a:defRPr>
            </a:lvl7pPr>
            <a:lvl8pPr>
              <a:defRPr sz="3225" b="1">
                <a:solidFill>
                  <a:srgbClr val="14221A"/>
                </a:solidFill>
                <a:latin typeface="Inter"/>
                <a:ea typeface="Inter"/>
                <a:cs typeface="Inter"/>
              </a:defRPr>
            </a:lvl8pPr>
            <a:lvl9pPr>
              <a:defRPr sz="3225" b="1">
                <a:solidFill>
                  <a:srgbClr val="14221A"/>
                </a:solidFill>
                <a:latin typeface="Inter"/>
                <a:ea typeface="Inter"/>
                <a:cs typeface="Inter"/>
              </a:defRPr>
            </a:lvl9pPr>
          </a:lstStyle>
          <a:p xmlns:a="http://schemas.openxmlformats.org/drawingml/2006/main">
            <a:pPr>
              <a:defRPr sz="3225" b="1">
                <a:solidFill>
                  <a:srgbClr val="14221A"/>
                </a:solidFill>
                <a:latin typeface="Inter"/>
                <a:ea typeface="Inter"/>
                <a:cs typeface="Inter"/>
              </a:defRPr>
            </a:pPr>
            <a:r>
              <a:rPr sz="3225" b="1">
                <a:solidFill>
                  <a:srgbClr val="14221A"/>
                </a:solidFill>
                <a:latin typeface="Inter"/>
                <a:ea typeface="Inter"/>
                <a:cs typeface="Inter"/>
              </a:rPr>
              <a:t>Different data needs different storage.</a:t>
            </a:r>
          </a:p>
        </p:txBody>
      </p:sp>
      <p:sp>
        <p:nvSpPr>
          <p:cNvPr id="3" name="text-111">
            <a:extLst xmlns:a="http://schemas.openxmlformats.org/drawingml/2006/main">
              <a:ext uri="{FF2B5EF4-FFF2-40B4-BE49-F238E27FC236}">
                <a16:creationId xmlns:a16="http://schemas.microsoft.com/office/drawing/2014/main" id="{CEB0117A-23E6-468E-80AD-C543BDBEC4CA}"/>
              </a:ext>
            </a:extLst>
          </p:cNvPr>
          <p:cNvSpPr>
            <a:spLocks xmlns:a="http://schemas.openxmlformats.org/drawingml/2006/main" noGrp="1"/>
          </p:cNvSpPr>
          <p:nvPr/>
        </p:nvSpPr>
        <p:spPr>
          <a:xfrm xmlns:a="http://schemas.openxmlformats.org/drawingml/2006/main">
            <a:off x="552450" y="6496050"/>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657167"/>
                </a:solidFill>
                <a:latin typeface="Inter"/>
                <a:ea typeface="Inter"/>
                <a:cs typeface="Inter"/>
              </a:defRPr>
            </a:defPPr>
            <a:lvl1pPr>
              <a:defRPr sz="1050" b="0">
                <a:solidFill>
                  <a:srgbClr val="657167"/>
                </a:solidFill>
                <a:latin typeface="Inter"/>
                <a:ea typeface="Inter"/>
                <a:cs typeface="Inter"/>
              </a:defRPr>
            </a:lvl1pPr>
            <a:lvl2pPr>
              <a:defRPr sz="1050" b="0">
                <a:solidFill>
                  <a:srgbClr val="657167"/>
                </a:solidFill>
                <a:latin typeface="Inter"/>
                <a:ea typeface="Inter"/>
                <a:cs typeface="Inter"/>
              </a:defRPr>
            </a:lvl2pPr>
            <a:lvl3pPr>
              <a:defRPr sz="1050" b="0">
                <a:solidFill>
                  <a:srgbClr val="657167"/>
                </a:solidFill>
                <a:latin typeface="Inter"/>
                <a:ea typeface="Inter"/>
                <a:cs typeface="Inter"/>
              </a:defRPr>
            </a:lvl3pPr>
            <a:lvl4pPr>
              <a:defRPr sz="1050" b="0">
                <a:solidFill>
                  <a:srgbClr val="657167"/>
                </a:solidFill>
                <a:latin typeface="Inter"/>
                <a:ea typeface="Inter"/>
                <a:cs typeface="Inter"/>
              </a:defRPr>
            </a:lvl4pPr>
            <a:lvl5pPr>
              <a:defRPr sz="1050" b="0">
                <a:solidFill>
                  <a:srgbClr val="657167"/>
                </a:solidFill>
                <a:latin typeface="Inter"/>
                <a:ea typeface="Inter"/>
                <a:cs typeface="Inter"/>
              </a:defRPr>
            </a:lvl5pPr>
            <a:lvl6pPr>
              <a:defRPr sz="1050" b="0">
                <a:solidFill>
                  <a:srgbClr val="657167"/>
                </a:solidFill>
                <a:latin typeface="Inter"/>
                <a:ea typeface="Inter"/>
                <a:cs typeface="Inter"/>
              </a:defRPr>
            </a:lvl6pPr>
            <a:lvl7pPr>
              <a:defRPr sz="1050" b="0">
                <a:solidFill>
                  <a:srgbClr val="657167"/>
                </a:solidFill>
                <a:latin typeface="Inter"/>
                <a:ea typeface="Inter"/>
                <a:cs typeface="Inter"/>
              </a:defRPr>
            </a:lvl7pPr>
            <a:lvl8pPr>
              <a:defRPr sz="1050" b="0">
                <a:solidFill>
                  <a:srgbClr val="657167"/>
                </a:solidFill>
                <a:latin typeface="Inter"/>
                <a:ea typeface="Inter"/>
                <a:cs typeface="Inter"/>
              </a:defRPr>
            </a:lvl8pPr>
            <a:lvl9pPr>
              <a:defRPr sz="1050" b="0">
                <a:solidFill>
                  <a:srgbClr val="657167"/>
                </a:solidFill>
                <a:latin typeface="Inter"/>
                <a:ea typeface="Inter"/>
                <a:cs typeface="Inter"/>
              </a:defRPr>
            </a:lvl9pPr>
          </a:lstStyle>
          <a:p xmlns:a="http://schemas.openxmlformats.org/drawingml/2006/main">
            <a:pPr>
              <a:defRPr sz="1050" b="0">
                <a:solidFill>
                  <a:srgbClr val="657167"/>
                </a:solidFill>
                <a:latin typeface="Inter"/>
                <a:ea typeface="Inter"/>
                <a:cs typeface="Inter"/>
              </a:defRPr>
            </a:pPr>
            <a:r>
              <a:rPr sz="1050" b="0">
                <a:solidFill>
                  <a:srgbClr val="657167"/>
                </a:solidFill>
                <a:latin typeface="Inter"/>
                <a:ea typeface="Inter"/>
                <a:cs typeface="Inter"/>
              </a:rPr>
              <a:t>CELLORAS / TECHNICAL COMPANION</a:t>
            </a:r>
          </a:p>
        </p:txBody>
      </p:sp>
      <p:sp>
        <p:nvSpPr>
          <p:cNvPr id="4" name="text-112">
            <a:extLst xmlns:a="http://schemas.openxmlformats.org/drawingml/2006/main">
              <a:ext uri="{FF2B5EF4-FFF2-40B4-BE49-F238E27FC236}">
                <a16:creationId xmlns:a16="http://schemas.microsoft.com/office/drawing/2014/main" id="{0529629A-54DB-47CB-9B7E-C64BF0C0ED3B}"/>
              </a:ext>
            </a:extLst>
          </p:cNvPr>
          <p:cNvSpPr>
            <a:spLocks xmlns:a="http://schemas.openxmlformats.org/drawingml/2006/main" noGrp="1"/>
          </p:cNvSpPr>
          <p:nvPr/>
        </p:nvSpPr>
        <p:spPr>
          <a:xfrm xmlns:a="http://schemas.openxmlformats.org/drawingml/2006/main">
            <a:off x="11239500" y="6467475"/>
            <a:ext cx="419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1B5E20"/>
                </a:solidFill>
                <a:latin typeface="Inter"/>
                <a:ea typeface="Inter"/>
                <a:cs typeface="Inter"/>
              </a:defRPr>
            </a:defPPr>
            <a:lvl1pPr>
              <a:defRPr sz="1275" b="1">
                <a:solidFill>
                  <a:srgbClr val="1B5E20"/>
                </a:solidFill>
                <a:latin typeface="Inter"/>
                <a:ea typeface="Inter"/>
                <a:cs typeface="Inter"/>
              </a:defRPr>
            </a:lvl1pPr>
            <a:lvl2pPr>
              <a:defRPr sz="1275" b="1">
                <a:solidFill>
                  <a:srgbClr val="1B5E20"/>
                </a:solidFill>
                <a:latin typeface="Inter"/>
                <a:ea typeface="Inter"/>
                <a:cs typeface="Inter"/>
              </a:defRPr>
            </a:lvl2pPr>
            <a:lvl3pPr>
              <a:defRPr sz="1275" b="1">
                <a:solidFill>
                  <a:srgbClr val="1B5E20"/>
                </a:solidFill>
                <a:latin typeface="Inter"/>
                <a:ea typeface="Inter"/>
                <a:cs typeface="Inter"/>
              </a:defRPr>
            </a:lvl3pPr>
            <a:lvl4pPr>
              <a:defRPr sz="1275" b="1">
                <a:solidFill>
                  <a:srgbClr val="1B5E20"/>
                </a:solidFill>
                <a:latin typeface="Inter"/>
                <a:ea typeface="Inter"/>
                <a:cs typeface="Inter"/>
              </a:defRPr>
            </a:lvl4pPr>
            <a:lvl5pPr>
              <a:defRPr sz="1275" b="1">
                <a:solidFill>
                  <a:srgbClr val="1B5E20"/>
                </a:solidFill>
                <a:latin typeface="Inter"/>
                <a:ea typeface="Inter"/>
                <a:cs typeface="Inter"/>
              </a:defRPr>
            </a:lvl5pPr>
            <a:lvl6pPr>
              <a:defRPr sz="1275" b="1">
                <a:solidFill>
                  <a:srgbClr val="1B5E20"/>
                </a:solidFill>
                <a:latin typeface="Inter"/>
                <a:ea typeface="Inter"/>
                <a:cs typeface="Inter"/>
              </a:defRPr>
            </a:lvl6pPr>
            <a:lvl7pPr>
              <a:defRPr sz="1275" b="1">
                <a:solidFill>
                  <a:srgbClr val="1B5E20"/>
                </a:solidFill>
                <a:latin typeface="Inter"/>
                <a:ea typeface="Inter"/>
                <a:cs typeface="Inter"/>
              </a:defRPr>
            </a:lvl7pPr>
            <a:lvl8pPr>
              <a:defRPr sz="1275" b="1">
                <a:solidFill>
                  <a:srgbClr val="1B5E20"/>
                </a:solidFill>
                <a:latin typeface="Inter"/>
                <a:ea typeface="Inter"/>
                <a:cs typeface="Inter"/>
              </a:defRPr>
            </a:lvl8pPr>
            <a:lvl9pPr>
              <a:defRPr sz="1275" b="1">
                <a:solidFill>
                  <a:srgbClr val="1B5E20"/>
                </a:solidFill>
                <a:latin typeface="Inter"/>
                <a:ea typeface="Inter"/>
                <a:cs typeface="Inter"/>
              </a:defRPr>
            </a:lvl9pPr>
          </a:lstStyle>
          <a:p xmlns:a="http://schemas.openxmlformats.org/drawingml/2006/main">
            <a:pPr>
              <a:defRPr sz="1275" b="1">
                <a:solidFill>
                  <a:srgbClr val="1B5E20"/>
                </a:solidFill>
                <a:latin typeface="Inter"/>
                <a:ea typeface="Inter"/>
                <a:cs typeface="Inter"/>
              </a:defRPr>
            </a:pPr>
            <a:r>
              <a:rPr sz="1275" b="1">
                <a:solidFill>
                  <a:srgbClr val="1B5E20"/>
                </a:solidFill>
                <a:latin typeface="Inter"/>
                <a:ea typeface="Inter"/>
                <a:cs typeface="Inter"/>
              </a:rPr>
              <a:t>07</a:t>
            </a:r>
          </a:p>
        </p:txBody>
      </p:sp>
      <p:graphicFrame>
        <p:nvGraphicFramePr>
          <p:cNvPr id="5" name="">
            <a:extLst xmlns:a="http://schemas.openxmlformats.org/drawingml/2006/main">
              <a:ext uri="{FF2B5EF4-FFF2-40B4-BE49-F238E27FC236}">
                <a16:creationId xmlns:a16="http://schemas.microsoft.com/office/drawing/2014/main" id="{680AAFE9-91F5-4AF8-B6F2-DD3A88F2FA1A}"/>
              </a:ext>
            </a:extLst>
          </p:cNvPr>
          <p:cNvGraphicFramePr/>
          <p:nvPr/>
        </p:nvGraphicFramePr>
        <p:xfrm>
          <a:off xmlns:a="http://schemas.openxmlformats.org/drawingml/2006/main" x="552450" y="2057400"/>
          <a:ext xmlns:a="http://schemas.openxmlformats.org/drawingml/2006/main" cx="11106150" cy="3600450"/>
        </p:xfrm>
        <a:graphic xmlns:a="http://schemas.openxmlformats.org/drawingml/2006/main">
          <a:graphicData uri="http://schemas.openxmlformats.org/drawingml/2006/table">
            <a:tbl>
              <a:tblPr/>
              <a:tblGrid>
                <a:gridCol w="3086100"/>
                <a:gridCol w="3162300"/>
                <a:gridCol w="4857750"/>
              </a:tblGrid>
              <a:tr h="600075">
                <a:tc>
                  <a:txBody>
                    <a:bodyPr/>
                    <a:lstStyle/>
                    <a:p>
                      <a:r>
                        <a:rPr sz="1500" b="1">
                          <a:solidFill>
                            <a:srgbClr val="FFFFFF"/>
                          </a:solidFill>
                          <a:latin typeface="Inter"/>
                          <a:ea typeface="Inter"/>
                          <a:cs typeface="Inter"/>
                        </a:rPr>
                        <a:t>Data</a:t>
                      </a:r>
                    </a:p>
                  </a:txBody>
                  <a:tcPr marL="152400" marR="152400" marT="133350" marB="114300" anchor="ctr">
                    <a:lnL w="9525">
                      <a:solidFill>
                        <a:srgbClr val="DAE2D8"/>
                      </a:solidFill>
                      <a:prstDash val="solid"/>
                    </a:lnL>
                    <a:lnR w="9525">
                      <a:solidFill>
                        <a:srgbClr val="DAE2D8"/>
                      </a:solidFill>
                      <a:prstDash val="solid"/>
                    </a:lnR>
                    <a:lnT w="9525">
                      <a:solidFill>
                        <a:srgbClr val="DAE2D8"/>
                      </a:solidFill>
                      <a:prstDash val="solid"/>
                    </a:lnT>
                    <a:lnB w="9525">
                      <a:solidFill>
                        <a:srgbClr val="DAE2D8"/>
                      </a:solidFill>
                      <a:prstDash val="solid"/>
                    </a:lnB>
                    <a:solidFill>
                      <a:srgbClr val="1B5E20"/>
                    </a:solidFill>
                  </a:tcPr>
                </a:tc>
                <a:tc>
                  <a:txBody>
                    <a:bodyPr/>
                    <a:lstStyle/>
                    <a:p>
                      <a:r>
                        <a:rPr sz="1500" b="1">
                          <a:solidFill>
                            <a:srgbClr val="FFFFFF"/>
                          </a:solidFill>
                          <a:latin typeface="Inter"/>
                          <a:ea typeface="Inter"/>
                          <a:cs typeface="Inter"/>
                        </a:rPr>
                        <a:t>Where it lives</a:t>
                      </a:r>
                    </a:p>
                  </a:txBody>
                  <a:tcPr marL="152400" marR="152400" marT="133350" marB="114300" anchor="ctr">
                    <a:lnR w="9525">
                      <a:solidFill>
                        <a:srgbClr val="DAE2D8"/>
                      </a:solidFill>
                      <a:prstDash val="solid"/>
                    </a:lnR>
                    <a:lnT w="9525">
                      <a:solidFill>
                        <a:srgbClr val="DAE2D8"/>
                      </a:solidFill>
                      <a:prstDash val="solid"/>
                    </a:lnT>
                    <a:lnB w="9525">
                      <a:solidFill>
                        <a:srgbClr val="DAE2D8"/>
                      </a:solidFill>
                      <a:prstDash val="solid"/>
                    </a:lnB>
                    <a:solidFill>
                      <a:srgbClr val="1B5E20"/>
                    </a:solidFill>
                  </a:tcPr>
                </a:tc>
                <a:tc>
                  <a:txBody>
                    <a:bodyPr/>
                    <a:lstStyle/>
                    <a:p>
                      <a:r>
                        <a:rPr sz="1500" b="1">
                          <a:solidFill>
                            <a:srgbClr val="FFFFFF"/>
                          </a:solidFill>
                          <a:latin typeface="Inter"/>
                          <a:ea typeface="Inter"/>
                          <a:cs typeface="Inter"/>
                        </a:rPr>
                        <a:t>How the agent uses it</a:t>
                      </a:r>
                    </a:p>
                  </a:txBody>
                  <a:tcPr marL="152400" marR="152400" marT="133350" marB="114300" anchor="ctr">
                    <a:lnR w="9525">
                      <a:solidFill>
                        <a:srgbClr val="DAE2D8"/>
                      </a:solidFill>
                      <a:prstDash val="solid"/>
                    </a:lnR>
                    <a:lnT w="9525">
                      <a:solidFill>
                        <a:srgbClr val="DAE2D8"/>
                      </a:solidFill>
                      <a:prstDash val="solid"/>
                    </a:lnT>
                    <a:lnB w="9525">
                      <a:solidFill>
                        <a:srgbClr val="DAE2D8"/>
                      </a:solidFill>
                      <a:prstDash val="solid"/>
                    </a:lnB>
                    <a:solidFill>
                      <a:srgbClr val="1B5E20"/>
                    </a:solidFill>
                  </a:tcPr>
                </a:tc>
              </a:tr>
              <a:tr h="600075">
                <a:tc>
                  <a:txBody>
                    <a:bodyPr/>
                    <a:lstStyle/>
                    <a:p>
                      <a:r>
                        <a:rPr sz="1575" b="1">
                          <a:solidFill>
                            <a:srgbClr val="14221A"/>
                          </a:solidFill>
                          <a:latin typeface="Inter"/>
                          <a:ea typeface="Inter"/>
                          <a:cs typeface="Inter"/>
                        </a:rPr>
                        <a:t>RNA counts and UMAP</a:t>
                      </a:r>
                    </a:p>
                  </a:txBody>
                  <a:tcPr marL="152400" marR="152400" marT="133350" marB="114300" anchor="ctr">
                    <a:lnL w="9525">
                      <a:solidFill>
                        <a:srgbClr val="DAE2D8"/>
                      </a:solidFill>
                      <a:prstDash val="solid"/>
                    </a:lnL>
                    <a:lnR w="9525">
                      <a:solidFill>
                        <a:srgbClr val="DAE2D8"/>
                      </a:solidFill>
                      <a:prstDash val="solid"/>
                    </a:lnR>
                    <a:lnB w="9525">
                      <a:solidFill>
                        <a:srgbClr val="DAE2D8"/>
                      </a:solidFill>
                      <a:prstDash val="solid"/>
                    </a:lnB>
                    <a:solidFill>
                      <a:srgbClr val="F0F5ED"/>
                    </a:solidFill>
                  </a:tcPr>
                </a:tc>
                <a:tc>
                  <a:txBody>
                    <a:bodyPr/>
                    <a:lstStyle/>
                    <a:p>
                      <a:r>
                        <a:rPr sz="1575" b="0">
                          <a:solidFill>
                            <a:srgbClr val="14221A"/>
                          </a:solidFill>
                          <a:latin typeface="Inter"/>
                          <a:ea typeface="Inter"/>
                          <a:cs typeface="Inter"/>
                        </a:rPr>
                        <a:t>Verified sparse files</a:t>
                      </a:r>
                    </a:p>
                  </a:txBody>
                  <a:tcPr marL="152400" marR="152400" marT="133350" marB="114300" anchor="ctr">
                    <a:lnR w="9525">
                      <a:solidFill>
                        <a:srgbClr val="DAE2D8"/>
                      </a:solidFill>
                      <a:prstDash val="solid"/>
                    </a:lnR>
                    <a:lnB w="9525">
                      <a:solidFill>
                        <a:srgbClr val="DAE2D8"/>
                      </a:solidFill>
                      <a:prstDash val="solid"/>
                    </a:lnB>
                    <a:solidFill>
                      <a:srgbClr val="F0F5ED"/>
                    </a:solidFill>
                  </a:tcPr>
                </a:tc>
                <a:tc>
                  <a:txBody>
                    <a:bodyPr/>
                    <a:lstStyle/>
                    <a:p>
                      <a:r>
                        <a:rPr sz="1575" b="0">
                          <a:solidFill>
                            <a:srgbClr val="14221A"/>
                          </a:solidFill>
                          <a:latin typeface="Inter"/>
                          <a:ea typeface="Inter"/>
                          <a:cs typeface="Inter"/>
                        </a:rPr>
                        <a:t>Runs numerical tools on the matrix</a:t>
                      </a:r>
                    </a:p>
                  </a:txBody>
                  <a:tcPr marL="152400" marR="152400" marT="133350" marB="114300" anchor="ctr">
                    <a:lnR w="9525">
                      <a:solidFill>
                        <a:srgbClr val="DAE2D8"/>
                      </a:solidFill>
                      <a:prstDash val="solid"/>
                    </a:lnR>
                    <a:lnB w="9525">
                      <a:solidFill>
                        <a:srgbClr val="DAE2D8"/>
                      </a:solidFill>
                      <a:prstDash val="solid"/>
                    </a:lnB>
                    <a:solidFill>
                      <a:srgbClr val="F0F5ED"/>
                    </a:solidFill>
                  </a:tcPr>
                </a:tc>
              </a:tr>
              <a:tr h="600075">
                <a:tc>
                  <a:txBody>
                    <a:bodyPr/>
                    <a:lstStyle/>
                    <a:p>
                      <a:r>
                        <a:rPr sz="1575" b="1">
                          <a:solidFill>
                            <a:srgbClr val="14221A"/>
                          </a:solidFill>
                          <a:latin typeface="Inter"/>
                          <a:ea typeface="Inter"/>
                          <a:cs typeface="Inter"/>
                        </a:rPr>
                        <a:t>Published marker genes</a:t>
                      </a:r>
                    </a:p>
                  </a:txBody>
                  <a:tcPr marL="152400" marR="152400" marT="133350" marB="114300" anchor="ctr">
                    <a:lnL w="9525">
                      <a:solidFill>
                        <a:srgbClr val="DAE2D8"/>
                      </a:solidFill>
                      <a:prstDash val="solid"/>
                    </a:lnL>
                    <a:lnR w="9525">
                      <a:solidFill>
                        <a:srgbClr val="DAE2D8"/>
                      </a:solidFill>
                      <a:prstDash val="solid"/>
                    </a:lnR>
                    <a:lnB w="9525">
                      <a:solidFill>
                        <a:srgbClr val="DAE2D8"/>
                      </a:solidFill>
                      <a:prstDash val="solid"/>
                    </a:lnB>
                    <a:solidFill>
                      <a:srgbClr val="FFFFFF"/>
                    </a:solidFill>
                  </a:tcPr>
                </a:tc>
                <a:tc>
                  <a:txBody>
                    <a:bodyPr/>
                    <a:lstStyle/>
                    <a:p>
                      <a:r>
                        <a:rPr sz="1575" b="0">
                          <a:solidFill>
                            <a:srgbClr val="14221A"/>
                          </a:solidFill>
                          <a:latin typeface="Inter"/>
                          <a:ea typeface="Inter"/>
                          <a:cs typeface="Inter"/>
                        </a:rPr>
                        <a:t>Zetaris reference table</a:t>
                      </a:r>
                    </a:p>
                  </a:txBody>
                  <a:tcPr marL="152400" marR="152400" marT="133350" marB="114300" anchor="ctr">
                    <a:lnR w="9525">
                      <a:solidFill>
                        <a:srgbClr val="DAE2D8"/>
                      </a:solidFill>
                      <a:prstDash val="solid"/>
                    </a:lnR>
                    <a:lnB w="9525">
                      <a:solidFill>
                        <a:srgbClr val="DAE2D8"/>
                      </a:solidFill>
                      <a:prstDash val="solid"/>
                    </a:lnB>
                    <a:solidFill>
                      <a:srgbClr val="FFFFFF"/>
                    </a:solidFill>
                  </a:tcPr>
                </a:tc>
                <a:tc>
                  <a:txBody>
                    <a:bodyPr/>
                    <a:lstStyle/>
                    <a:p>
                      <a:r>
                        <a:rPr sz="1575" b="0">
                          <a:solidFill>
                            <a:srgbClr val="14221A"/>
                          </a:solidFill>
                          <a:latin typeface="Inter"/>
                          <a:ea typeface="Inter"/>
                          <a:cs typeface="Inter"/>
                        </a:rPr>
                        <a:t>Retrieves a checked reference version</a:t>
                      </a:r>
                    </a:p>
                  </a:txBody>
                  <a:tcPr marL="152400" marR="152400" marT="133350" marB="114300" anchor="ctr">
                    <a:lnR w="9525">
                      <a:solidFill>
                        <a:srgbClr val="DAE2D8"/>
                      </a:solidFill>
                      <a:prstDash val="solid"/>
                    </a:lnR>
                    <a:lnB w="9525">
                      <a:solidFill>
                        <a:srgbClr val="DAE2D8"/>
                      </a:solidFill>
                      <a:prstDash val="solid"/>
                    </a:lnB>
                    <a:solidFill>
                      <a:srgbClr val="FFFFFF"/>
                    </a:solidFill>
                  </a:tcPr>
                </a:tc>
              </a:tr>
              <a:tr h="600075">
                <a:tc>
                  <a:txBody>
                    <a:bodyPr/>
                    <a:lstStyle/>
                    <a:p>
                      <a:r>
                        <a:rPr sz="1575" b="1">
                          <a:solidFill>
                            <a:srgbClr val="14221A"/>
                          </a:solidFill>
                          <a:latin typeface="Inter"/>
                          <a:ea typeface="Inter"/>
                          <a:cs typeface="Inter"/>
                        </a:rPr>
                        <a:t>Papers and guide</a:t>
                      </a:r>
                    </a:p>
                  </a:txBody>
                  <a:tcPr marL="152400" marR="152400" marT="133350" marB="114300" anchor="ctr">
                    <a:lnL w="9525">
                      <a:solidFill>
                        <a:srgbClr val="DAE2D8"/>
                      </a:solidFill>
                      <a:prstDash val="solid"/>
                    </a:lnL>
                    <a:lnR w="9525">
                      <a:solidFill>
                        <a:srgbClr val="DAE2D8"/>
                      </a:solidFill>
                      <a:prstDash val="solid"/>
                    </a:lnR>
                    <a:lnB w="9525">
                      <a:solidFill>
                        <a:srgbClr val="DAE2D8"/>
                      </a:solidFill>
                      <a:prstDash val="solid"/>
                    </a:lnB>
                    <a:solidFill>
                      <a:srgbClr val="F0F5ED"/>
                    </a:solidFill>
                  </a:tcPr>
                </a:tc>
                <a:tc>
                  <a:txBody>
                    <a:bodyPr/>
                    <a:lstStyle/>
                    <a:p>
                      <a:r>
                        <a:rPr sz="1575" b="0">
                          <a:solidFill>
                            <a:srgbClr val="14221A"/>
                          </a:solidFill>
                          <a:latin typeface="Inter"/>
                          <a:ea typeface="Inter"/>
                          <a:cs typeface="Inter"/>
                        </a:rPr>
                        <a:t>Curated passage files</a:t>
                      </a:r>
                    </a:p>
                  </a:txBody>
                  <a:tcPr marL="152400" marR="152400" marT="133350" marB="114300" anchor="ctr">
                    <a:lnR w="9525">
                      <a:solidFill>
                        <a:srgbClr val="DAE2D8"/>
                      </a:solidFill>
                      <a:prstDash val="solid"/>
                    </a:lnR>
                    <a:lnB w="9525">
                      <a:solidFill>
                        <a:srgbClr val="DAE2D8"/>
                      </a:solidFill>
                      <a:prstDash val="solid"/>
                    </a:lnB>
                    <a:solidFill>
                      <a:srgbClr val="F0F5ED"/>
                    </a:solidFill>
                  </a:tcPr>
                </a:tc>
                <a:tc>
                  <a:txBody>
                    <a:bodyPr/>
                    <a:lstStyle/>
                    <a:p>
                      <a:r>
                        <a:rPr sz="1575" b="0">
                          <a:solidFill>
                            <a:srgbClr val="14221A"/>
                          </a:solidFill>
                          <a:latin typeface="Inter"/>
                          <a:ea typeface="Inter"/>
                          <a:cs typeface="Inter"/>
                        </a:rPr>
                        <a:t>Searches text and returns source links</a:t>
                      </a:r>
                    </a:p>
                  </a:txBody>
                  <a:tcPr marL="152400" marR="152400" marT="133350" marB="114300" anchor="ctr">
                    <a:lnR w="9525">
                      <a:solidFill>
                        <a:srgbClr val="DAE2D8"/>
                      </a:solidFill>
                      <a:prstDash val="solid"/>
                    </a:lnR>
                    <a:lnB w="9525">
                      <a:solidFill>
                        <a:srgbClr val="DAE2D8"/>
                      </a:solidFill>
                      <a:prstDash val="solid"/>
                    </a:lnB>
                    <a:solidFill>
                      <a:srgbClr val="F0F5ED"/>
                    </a:solidFill>
                  </a:tcPr>
                </a:tc>
              </a:tr>
              <a:tr h="600075">
                <a:tc>
                  <a:txBody>
                    <a:bodyPr/>
                    <a:lstStyle/>
                    <a:p>
                      <a:r>
                        <a:rPr sz="1575" b="1">
                          <a:solidFill>
                            <a:srgbClr val="14221A"/>
                          </a:solidFill>
                          <a:latin typeface="Inter"/>
                          <a:ea typeface="Inter"/>
                          <a:cs typeface="Inter"/>
                        </a:rPr>
                        <a:t>Experiments and results</a:t>
                      </a:r>
                    </a:p>
                  </a:txBody>
                  <a:tcPr marL="152400" marR="152400" marT="133350" marB="114300" anchor="ctr">
                    <a:lnL w="9525">
                      <a:solidFill>
                        <a:srgbClr val="DAE2D8"/>
                      </a:solidFill>
                      <a:prstDash val="solid"/>
                    </a:lnL>
                    <a:lnR w="9525">
                      <a:solidFill>
                        <a:srgbClr val="DAE2D8"/>
                      </a:solidFill>
                      <a:prstDash val="solid"/>
                    </a:lnR>
                    <a:lnB w="9525">
                      <a:solidFill>
                        <a:srgbClr val="DAE2D8"/>
                      </a:solidFill>
                      <a:prstDash val="solid"/>
                    </a:lnB>
                    <a:solidFill>
                      <a:srgbClr val="FFFFFF"/>
                    </a:solidFill>
                  </a:tcPr>
                </a:tc>
                <a:tc>
                  <a:txBody>
                    <a:bodyPr/>
                    <a:lstStyle/>
                    <a:p>
                      <a:r>
                        <a:rPr sz="1575" b="0">
                          <a:solidFill>
                            <a:srgbClr val="14221A"/>
                          </a:solidFill>
                          <a:latin typeface="Inter"/>
                          <a:ea typeface="Inter"/>
                          <a:cs typeface="Inter"/>
                        </a:rPr>
                        <a:t>PostgreSQL</a:t>
                      </a:r>
                    </a:p>
                  </a:txBody>
                  <a:tcPr marL="152400" marR="152400" marT="133350" marB="114300" anchor="ctr">
                    <a:lnR w="9525">
                      <a:solidFill>
                        <a:srgbClr val="DAE2D8"/>
                      </a:solidFill>
                      <a:prstDash val="solid"/>
                    </a:lnR>
                    <a:lnB w="9525">
                      <a:solidFill>
                        <a:srgbClr val="DAE2D8"/>
                      </a:solidFill>
                      <a:prstDash val="solid"/>
                    </a:lnB>
                    <a:solidFill>
                      <a:srgbClr val="FFFFFF"/>
                    </a:solidFill>
                  </a:tcPr>
                </a:tc>
                <a:tc>
                  <a:txBody>
                    <a:bodyPr/>
                    <a:lstStyle/>
                    <a:p>
                      <a:r>
                        <a:rPr sz="1575" b="0">
                          <a:solidFill>
                            <a:srgbClr val="14221A"/>
                          </a:solidFill>
                          <a:latin typeface="Inter"/>
                          <a:ea typeface="Inter"/>
                          <a:cs typeface="Inter"/>
                        </a:rPr>
                        <a:t>Reads only the authenticated project</a:t>
                      </a:r>
                    </a:p>
                  </a:txBody>
                  <a:tcPr marL="152400" marR="152400" marT="133350" marB="114300" anchor="ctr">
                    <a:lnR w="9525">
                      <a:solidFill>
                        <a:srgbClr val="DAE2D8"/>
                      </a:solidFill>
                      <a:prstDash val="solid"/>
                    </a:lnR>
                    <a:lnB w="9525">
                      <a:solidFill>
                        <a:srgbClr val="DAE2D8"/>
                      </a:solidFill>
                      <a:prstDash val="solid"/>
                    </a:lnB>
                    <a:solidFill>
                      <a:srgbClr val="FFFFFF"/>
                    </a:solidFill>
                  </a:tcPr>
                </a:tc>
              </a:tr>
              <a:tr h="600075">
                <a:tc>
                  <a:txBody>
                    <a:bodyPr/>
                    <a:lstStyle/>
                    <a:p>
                      <a:r>
                        <a:rPr sz="1575" b="1">
                          <a:solidFill>
                            <a:srgbClr val="14221A"/>
                          </a:solidFill>
                          <a:latin typeface="Inter"/>
                          <a:ea typeface="Inter"/>
                          <a:cs typeface="Inter"/>
                        </a:rPr>
                        <a:t>Reviewed decisions</a:t>
                      </a:r>
                    </a:p>
                  </a:txBody>
                  <a:tcPr marL="152400" marR="152400" marT="133350" marB="114300" anchor="ctr">
                    <a:lnL w="9525">
                      <a:solidFill>
                        <a:srgbClr val="DAE2D8"/>
                      </a:solidFill>
                      <a:prstDash val="solid"/>
                    </a:lnL>
                    <a:lnR w="9525">
                      <a:solidFill>
                        <a:srgbClr val="DAE2D8"/>
                      </a:solidFill>
                      <a:prstDash val="solid"/>
                    </a:lnR>
                    <a:lnB w="9525">
                      <a:solidFill>
                        <a:srgbClr val="DAE2D8"/>
                      </a:solidFill>
                      <a:prstDash val="solid"/>
                    </a:lnB>
                    <a:solidFill>
                      <a:srgbClr val="F0F5ED"/>
                    </a:solidFill>
                  </a:tcPr>
                </a:tc>
                <a:tc>
                  <a:txBody>
                    <a:bodyPr/>
                    <a:lstStyle/>
                    <a:p>
                      <a:r>
                        <a:rPr sz="1575" b="0">
                          <a:solidFill>
                            <a:srgbClr val="14221A"/>
                          </a:solidFill>
                          <a:latin typeface="Inter"/>
                          <a:ea typeface="Inter"/>
                          <a:cs typeface="Inter"/>
                        </a:rPr>
                        <a:t>H-MEM + PostgreSQL</a:t>
                      </a:r>
                    </a:p>
                  </a:txBody>
                  <a:tcPr marL="152400" marR="152400" marT="133350" marB="114300" anchor="ctr">
                    <a:lnR w="9525">
                      <a:solidFill>
                        <a:srgbClr val="DAE2D8"/>
                      </a:solidFill>
                      <a:prstDash val="solid"/>
                    </a:lnR>
                    <a:lnB w="9525">
                      <a:solidFill>
                        <a:srgbClr val="DAE2D8"/>
                      </a:solidFill>
                      <a:prstDash val="solid"/>
                    </a:lnB>
                    <a:solidFill>
                      <a:srgbClr val="F0F5ED"/>
                    </a:solidFill>
                  </a:tcPr>
                </a:tc>
                <a:tc>
                  <a:txBody>
                    <a:bodyPr/>
                    <a:lstStyle/>
                    <a:p>
                      <a:r>
                        <a:rPr sz="1575" b="0">
                          <a:solidFill>
                            <a:srgbClr val="14221A"/>
                          </a:solidFill>
                          <a:latin typeface="Inter"/>
                          <a:ea typeface="Inter"/>
                          <a:cs typeface="Inter"/>
                        </a:rPr>
                        <a:t>Recalls relevant decisions with receipts</a:t>
                      </a:r>
                    </a:p>
                  </a:txBody>
                  <a:tcPr marL="152400" marR="152400" marT="133350" marB="114300" anchor="ctr">
                    <a:lnR w="9525">
                      <a:solidFill>
                        <a:srgbClr val="DAE2D8"/>
                      </a:solidFill>
                      <a:prstDash val="solid"/>
                    </a:lnR>
                    <a:lnB w="9525">
                      <a:solidFill>
                        <a:srgbClr val="DAE2D8"/>
                      </a:solidFill>
                      <a:prstDash val="solid"/>
                    </a:lnB>
                    <a:solidFill>
                      <a:srgbClr val="F0F5ED"/>
                    </a:solidFill>
                  </a:tcPr>
                </a:tc>
              </a:tr>
            </a:tbl>
          </a:graphicData>
        </a:graphic>
      </p:graphicFrame>
      <p:sp>
        <p:nvSpPr>
          <p:cNvPr id="6" name="text-113">
            <a:extLst xmlns:a="http://schemas.openxmlformats.org/drawingml/2006/main">
              <a:ext uri="{FF2B5EF4-FFF2-40B4-BE49-F238E27FC236}">
                <a16:creationId xmlns:a16="http://schemas.microsoft.com/office/drawing/2014/main" id="{1447155D-DC2A-4C0E-91DD-1F41D64CBC34}"/>
              </a:ext>
            </a:extLst>
          </p:cNvPr>
          <p:cNvSpPr>
            <a:spLocks xmlns:a="http://schemas.openxmlformats.org/drawingml/2006/main" noGrp="1"/>
          </p:cNvSpPr>
          <p:nvPr/>
        </p:nvSpPr>
        <p:spPr>
          <a:xfrm xmlns:a="http://schemas.openxmlformats.org/drawingml/2006/main">
            <a:off x="552450" y="5981700"/>
            <a:ext cx="111061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1">
                <a:solidFill>
                  <a:srgbClr val="1B5E20"/>
                </a:solidFill>
                <a:latin typeface="Inter"/>
                <a:ea typeface="Inter"/>
                <a:cs typeface="Inter"/>
              </a:defRPr>
            </a:defPPr>
            <a:lvl1pPr>
              <a:defRPr sz="1725" b="1">
                <a:solidFill>
                  <a:srgbClr val="1B5E20"/>
                </a:solidFill>
                <a:latin typeface="Inter"/>
                <a:ea typeface="Inter"/>
                <a:cs typeface="Inter"/>
              </a:defRPr>
            </a:lvl1pPr>
            <a:lvl2pPr>
              <a:defRPr sz="1725" b="1">
                <a:solidFill>
                  <a:srgbClr val="1B5E20"/>
                </a:solidFill>
                <a:latin typeface="Inter"/>
                <a:ea typeface="Inter"/>
                <a:cs typeface="Inter"/>
              </a:defRPr>
            </a:lvl2pPr>
            <a:lvl3pPr>
              <a:defRPr sz="1725" b="1">
                <a:solidFill>
                  <a:srgbClr val="1B5E20"/>
                </a:solidFill>
                <a:latin typeface="Inter"/>
                <a:ea typeface="Inter"/>
                <a:cs typeface="Inter"/>
              </a:defRPr>
            </a:lvl3pPr>
            <a:lvl4pPr>
              <a:defRPr sz="1725" b="1">
                <a:solidFill>
                  <a:srgbClr val="1B5E20"/>
                </a:solidFill>
                <a:latin typeface="Inter"/>
                <a:ea typeface="Inter"/>
                <a:cs typeface="Inter"/>
              </a:defRPr>
            </a:lvl4pPr>
            <a:lvl5pPr>
              <a:defRPr sz="1725" b="1">
                <a:solidFill>
                  <a:srgbClr val="1B5E20"/>
                </a:solidFill>
                <a:latin typeface="Inter"/>
                <a:ea typeface="Inter"/>
                <a:cs typeface="Inter"/>
              </a:defRPr>
            </a:lvl5pPr>
            <a:lvl6pPr>
              <a:defRPr sz="1725" b="1">
                <a:solidFill>
                  <a:srgbClr val="1B5E20"/>
                </a:solidFill>
                <a:latin typeface="Inter"/>
                <a:ea typeface="Inter"/>
                <a:cs typeface="Inter"/>
              </a:defRPr>
            </a:lvl6pPr>
            <a:lvl7pPr>
              <a:defRPr sz="1725" b="1">
                <a:solidFill>
                  <a:srgbClr val="1B5E20"/>
                </a:solidFill>
                <a:latin typeface="Inter"/>
                <a:ea typeface="Inter"/>
                <a:cs typeface="Inter"/>
              </a:defRPr>
            </a:lvl7pPr>
            <a:lvl8pPr>
              <a:defRPr sz="1725" b="1">
                <a:solidFill>
                  <a:srgbClr val="1B5E20"/>
                </a:solidFill>
                <a:latin typeface="Inter"/>
                <a:ea typeface="Inter"/>
                <a:cs typeface="Inter"/>
              </a:defRPr>
            </a:lvl8pPr>
            <a:lvl9pPr>
              <a:defRPr sz="1725" b="1">
                <a:solidFill>
                  <a:srgbClr val="1B5E20"/>
                </a:solidFill>
                <a:latin typeface="Inter"/>
                <a:ea typeface="Inter"/>
                <a:cs typeface="Inter"/>
              </a:defRPr>
            </a:lvl9pPr>
          </a:lstStyle>
          <a:p xmlns:a="http://schemas.openxmlformats.org/drawingml/2006/main">
            <a:pPr>
              <a:defRPr sz="1725" b="1">
                <a:solidFill>
                  <a:srgbClr val="1B5E20"/>
                </a:solidFill>
                <a:latin typeface="Inter"/>
                <a:ea typeface="Inter"/>
                <a:cs typeface="Inter"/>
              </a:defRPr>
            </a:pPr>
            <a:r>
              <a:rPr sz="1725" b="1">
                <a:solidFill>
                  <a:srgbClr val="1B5E20"/>
                </a:solidFill>
                <a:latin typeface="Inter"/>
                <a:ea typeface="Inter"/>
                <a:cs typeface="Inter"/>
              </a:rPr>
              <a:t>Typed tool requests. Owned result IDs. Immutable saved results. No model-written SQL.</a:t>
            </a:r>
          </a:p>
        </p:txBody>
      </p:sp>
    </p:spTree>
    <p:extLst>
      <p:ext uri="{BB962C8B-B14F-4D97-AF65-F5344CB8AC3E}">
        <p14:creationId xmlns:p14="http://schemas.microsoft.com/office/powerpoint/2010/main" val="44761816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114">
            <a:extLst xmlns:a="http://schemas.openxmlformats.org/drawingml/2006/main">
              <a:ext uri="{FF2B5EF4-FFF2-40B4-BE49-F238E27FC236}">
                <a16:creationId xmlns:a16="http://schemas.microsoft.com/office/drawing/2014/main" id="{C6ABB45D-8B5A-4CFC-B8A7-3E0FD5543274}"/>
              </a:ext>
            </a:extLst>
          </p:cNvPr>
          <p:cNvSpPr>
            <a:spLocks xmlns:a="http://schemas.openxmlformats.org/drawingml/2006/main" noGrp="1"/>
          </p:cNvSpPr>
          <p:nvPr/>
        </p:nvSpPr>
        <p:spPr>
          <a:xfrm xmlns:a="http://schemas.openxmlformats.org/drawingml/2006/main">
            <a:off x="533400" y="285750"/>
            <a:ext cx="11125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1B5E20"/>
                </a:solidFill>
                <a:latin typeface="Inter"/>
                <a:ea typeface="Inter"/>
                <a:cs typeface="Inter"/>
              </a:defRPr>
            </a:defPPr>
            <a:lvl1pPr>
              <a:defRPr sz="1275" b="1">
                <a:solidFill>
                  <a:srgbClr val="1B5E20"/>
                </a:solidFill>
                <a:latin typeface="Inter"/>
                <a:ea typeface="Inter"/>
                <a:cs typeface="Inter"/>
              </a:defRPr>
            </a:lvl1pPr>
            <a:lvl2pPr>
              <a:defRPr sz="1275" b="1">
                <a:solidFill>
                  <a:srgbClr val="1B5E20"/>
                </a:solidFill>
                <a:latin typeface="Inter"/>
                <a:ea typeface="Inter"/>
                <a:cs typeface="Inter"/>
              </a:defRPr>
            </a:lvl2pPr>
            <a:lvl3pPr>
              <a:defRPr sz="1275" b="1">
                <a:solidFill>
                  <a:srgbClr val="1B5E20"/>
                </a:solidFill>
                <a:latin typeface="Inter"/>
                <a:ea typeface="Inter"/>
                <a:cs typeface="Inter"/>
              </a:defRPr>
            </a:lvl3pPr>
            <a:lvl4pPr>
              <a:defRPr sz="1275" b="1">
                <a:solidFill>
                  <a:srgbClr val="1B5E20"/>
                </a:solidFill>
                <a:latin typeface="Inter"/>
                <a:ea typeface="Inter"/>
                <a:cs typeface="Inter"/>
              </a:defRPr>
            </a:lvl4pPr>
            <a:lvl5pPr>
              <a:defRPr sz="1275" b="1">
                <a:solidFill>
                  <a:srgbClr val="1B5E20"/>
                </a:solidFill>
                <a:latin typeface="Inter"/>
                <a:ea typeface="Inter"/>
                <a:cs typeface="Inter"/>
              </a:defRPr>
            </a:lvl5pPr>
            <a:lvl6pPr>
              <a:defRPr sz="1275" b="1">
                <a:solidFill>
                  <a:srgbClr val="1B5E20"/>
                </a:solidFill>
                <a:latin typeface="Inter"/>
                <a:ea typeface="Inter"/>
                <a:cs typeface="Inter"/>
              </a:defRPr>
            </a:lvl6pPr>
            <a:lvl7pPr>
              <a:defRPr sz="1275" b="1">
                <a:solidFill>
                  <a:srgbClr val="1B5E20"/>
                </a:solidFill>
                <a:latin typeface="Inter"/>
                <a:ea typeface="Inter"/>
                <a:cs typeface="Inter"/>
              </a:defRPr>
            </a:lvl7pPr>
            <a:lvl8pPr>
              <a:defRPr sz="1275" b="1">
                <a:solidFill>
                  <a:srgbClr val="1B5E20"/>
                </a:solidFill>
                <a:latin typeface="Inter"/>
                <a:ea typeface="Inter"/>
                <a:cs typeface="Inter"/>
              </a:defRPr>
            </a:lvl8pPr>
            <a:lvl9pPr>
              <a:defRPr sz="1275" b="1">
                <a:solidFill>
                  <a:srgbClr val="1B5E20"/>
                </a:solidFill>
                <a:latin typeface="Inter"/>
                <a:ea typeface="Inter"/>
                <a:cs typeface="Inter"/>
              </a:defRPr>
            </a:lvl9pPr>
          </a:lstStyle>
          <a:p xmlns:a="http://schemas.openxmlformats.org/drawingml/2006/main">
            <a:pPr>
              <a:defRPr sz="1275" b="1">
                <a:solidFill>
                  <a:srgbClr val="1B5E20"/>
                </a:solidFill>
                <a:latin typeface="Inter"/>
                <a:ea typeface="Inter"/>
                <a:cs typeface="Inter"/>
              </a:defRPr>
            </a:pPr>
            <a:r>
              <a:rPr sz="1275" b="1">
                <a:solidFill>
                  <a:srgbClr val="1B5E20"/>
                </a:solidFill>
                <a:latin typeface="Inter"/>
                <a:ea typeface="Inter"/>
                <a:cs typeface="Inter"/>
              </a:rPr>
              <a:t>08 / DEMO EVIDENCE</a:t>
            </a:r>
          </a:p>
        </p:txBody>
      </p:sp>
      <p:sp>
        <p:nvSpPr>
          <p:cNvPr id="2" name="text-115">
            <a:extLst xmlns:a="http://schemas.openxmlformats.org/drawingml/2006/main">
              <a:ext uri="{FF2B5EF4-FFF2-40B4-BE49-F238E27FC236}">
                <a16:creationId xmlns:a16="http://schemas.microsoft.com/office/drawing/2014/main" id="{3017CCD1-80BA-473D-A04A-F94EE094D5E5}"/>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4221A"/>
                </a:solidFill>
                <a:latin typeface="Inter"/>
                <a:ea typeface="Inter"/>
                <a:cs typeface="Inter"/>
              </a:defRPr>
            </a:defPPr>
            <a:lvl1pPr>
              <a:defRPr sz="3225" b="1">
                <a:solidFill>
                  <a:srgbClr val="14221A"/>
                </a:solidFill>
                <a:latin typeface="Inter"/>
                <a:ea typeface="Inter"/>
                <a:cs typeface="Inter"/>
              </a:defRPr>
            </a:lvl1pPr>
            <a:lvl2pPr>
              <a:defRPr sz="3225" b="1">
                <a:solidFill>
                  <a:srgbClr val="14221A"/>
                </a:solidFill>
                <a:latin typeface="Inter"/>
                <a:ea typeface="Inter"/>
                <a:cs typeface="Inter"/>
              </a:defRPr>
            </a:lvl2pPr>
            <a:lvl3pPr>
              <a:defRPr sz="3225" b="1">
                <a:solidFill>
                  <a:srgbClr val="14221A"/>
                </a:solidFill>
                <a:latin typeface="Inter"/>
                <a:ea typeface="Inter"/>
                <a:cs typeface="Inter"/>
              </a:defRPr>
            </a:lvl3pPr>
            <a:lvl4pPr>
              <a:defRPr sz="3225" b="1">
                <a:solidFill>
                  <a:srgbClr val="14221A"/>
                </a:solidFill>
                <a:latin typeface="Inter"/>
                <a:ea typeface="Inter"/>
                <a:cs typeface="Inter"/>
              </a:defRPr>
            </a:lvl4pPr>
            <a:lvl5pPr>
              <a:defRPr sz="3225" b="1">
                <a:solidFill>
                  <a:srgbClr val="14221A"/>
                </a:solidFill>
                <a:latin typeface="Inter"/>
                <a:ea typeface="Inter"/>
                <a:cs typeface="Inter"/>
              </a:defRPr>
            </a:lvl5pPr>
            <a:lvl6pPr>
              <a:defRPr sz="3225" b="1">
                <a:solidFill>
                  <a:srgbClr val="14221A"/>
                </a:solidFill>
                <a:latin typeface="Inter"/>
                <a:ea typeface="Inter"/>
                <a:cs typeface="Inter"/>
              </a:defRPr>
            </a:lvl6pPr>
            <a:lvl7pPr>
              <a:defRPr sz="3225" b="1">
                <a:solidFill>
                  <a:srgbClr val="14221A"/>
                </a:solidFill>
                <a:latin typeface="Inter"/>
                <a:ea typeface="Inter"/>
                <a:cs typeface="Inter"/>
              </a:defRPr>
            </a:lvl7pPr>
            <a:lvl8pPr>
              <a:defRPr sz="3225" b="1">
                <a:solidFill>
                  <a:srgbClr val="14221A"/>
                </a:solidFill>
                <a:latin typeface="Inter"/>
                <a:ea typeface="Inter"/>
                <a:cs typeface="Inter"/>
              </a:defRPr>
            </a:lvl8pPr>
            <a:lvl9pPr>
              <a:defRPr sz="3225" b="1">
                <a:solidFill>
                  <a:srgbClr val="14221A"/>
                </a:solidFill>
                <a:latin typeface="Inter"/>
                <a:ea typeface="Inter"/>
                <a:cs typeface="Inter"/>
              </a:defRPr>
            </a:lvl9pPr>
          </a:lstStyle>
          <a:p xmlns:a="http://schemas.openxmlformats.org/drawingml/2006/main">
            <a:pPr>
              <a:defRPr sz="3225" b="1">
                <a:solidFill>
                  <a:srgbClr val="14221A"/>
                </a:solidFill>
                <a:latin typeface="Inter"/>
                <a:ea typeface="Inter"/>
                <a:cs typeface="Inter"/>
              </a:defRPr>
            </a:pPr>
            <a:r>
              <a:rPr sz="3225" b="1">
                <a:solidFill>
                  <a:srgbClr val="14221A"/>
                </a:solidFill>
                <a:latin typeface="Inter"/>
                <a:ea typeface="Inter"/>
                <a:cs typeface="Inter"/>
              </a:rPr>
              <a:t>One workflow makes the judging criteria visible.</a:t>
            </a:r>
          </a:p>
        </p:txBody>
      </p:sp>
      <p:sp>
        <p:nvSpPr>
          <p:cNvPr id="3" name="text-116">
            <a:extLst xmlns:a="http://schemas.openxmlformats.org/drawingml/2006/main">
              <a:ext uri="{FF2B5EF4-FFF2-40B4-BE49-F238E27FC236}">
                <a16:creationId xmlns:a16="http://schemas.microsoft.com/office/drawing/2014/main" id="{D2D144D4-0543-494D-8D6A-8E13665D8CCE}"/>
              </a:ext>
            </a:extLst>
          </p:cNvPr>
          <p:cNvSpPr>
            <a:spLocks xmlns:a="http://schemas.openxmlformats.org/drawingml/2006/main" noGrp="1"/>
          </p:cNvSpPr>
          <p:nvPr/>
        </p:nvSpPr>
        <p:spPr>
          <a:xfrm xmlns:a="http://schemas.openxmlformats.org/drawingml/2006/main">
            <a:off x="552450" y="6496050"/>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657167"/>
                </a:solidFill>
                <a:latin typeface="Inter"/>
                <a:ea typeface="Inter"/>
                <a:cs typeface="Inter"/>
              </a:defRPr>
            </a:defPPr>
            <a:lvl1pPr>
              <a:defRPr sz="1050" b="0">
                <a:solidFill>
                  <a:srgbClr val="657167"/>
                </a:solidFill>
                <a:latin typeface="Inter"/>
                <a:ea typeface="Inter"/>
                <a:cs typeface="Inter"/>
              </a:defRPr>
            </a:lvl1pPr>
            <a:lvl2pPr>
              <a:defRPr sz="1050" b="0">
                <a:solidFill>
                  <a:srgbClr val="657167"/>
                </a:solidFill>
                <a:latin typeface="Inter"/>
                <a:ea typeface="Inter"/>
                <a:cs typeface="Inter"/>
              </a:defRPr>
            </a:lvl2pPr>
            <a:lvl3pPr>
              <a:defRPr sz="1050" b="0">
                <a:solidFill>
                  <a:srgbClr val="657167"/>
                </a:solidFill>
                <a:latin typeface="Inter"/>
                <a:ea typeface="Inter"/>
                <a:cs typeface="Inter"/>
              </a:defRPr>
            </a:lvl3pPr>
            <a:lvl4pPr>
              <a:defRPr sz="1050" b="0">
                <a:solidFill>
                  <a:srgbClr val="657167"/>
                </a:solidFill>
                <a:latin typeface="Inter"/>
                <a:ea typeface="Inter"/>
                <a:cs typeface="Inter"/>
              </a:defRPr>
            </a:lvl4pPr>
            <a:lvl5pPr>
              <a:defRPr sz="1050" b="0">
                <a:solidFill>
                  <a:srgbClr val="657167"/>
                </a:solidFill>
                <a:latin typeface="Inter"/>
                <a:ea typeface="Inter"/>
                <a:cs typeface="Inter"/>
              </a:defRPr>
            </a:lvl5pPr>
            <a:lvl6pPr>
              <a:defRPr sz="1050" b="0">
                <a:solidFill>
                  <a:srgbClr val="657167"/>
                </a:solidFill>
                <a:latin typeface="Inter"/>
                <a:ea typeface="Inter"/>
                <a:cs typeface="Inter"/>
              </a:defRPr>
            </a:lvl6pPr>
            <a:lvl7pPr>
              <a:defRPr sz="1050" b="0">
                <a:solidFill>
                  <a:srgbClr val="657167"/>
                </a:solidFill>
                <a:latin typeface="Inter"/>
                <a:ea typeface="Inter"/>
                <a:cs typeface="Inter"/>
              </a:defRPr>
            </a:lvl7pPr>
            <a:lvl8pPr>
              <a:defRPr sz="1050" b="0">
                <a:solidFill>
                  <a:srgbClr val="657167"/>
                </a:solidFill>
                <a:latin typeface="Inter"/>
                <a:ea typeface="Inter"/>
                <a:cs typeface="Inter"/>
              </a:defRPr>
            </a:lvl8pPr>
            <a:lvl9pPr>
              <a:defRPr sz="1050" b="0">
                <a:solidFill>
                  <a:srgbClr val="657167"/>
                </a:solidFill>
                <a:latin typeface="Inter"/>
                <a:ea typeface="Inter"/>
                <a:cs typeface="Inter"/>
              </a:defRPr>
            </a:lvl9pPr>
          </a:lstStyle>
          <a:p xmlns:a="http://schemas.openxmlformats.org/drawingml/2006/main">
            <a:pPr>
              <a:defRPr sz="1050" b="0">
                <a:solidFill>
                  <a:srgbClr val="657167"/>
                </a:solidFill>
                <a:latin typeface="Inter"/>
                <a:ea typeface="Inter"/>
                <a:cs typeface="Inter"/>
              </a:defRPr>
            </a:pPr>
            <a:r>
              <a:rPr sz="1050" b="0">
                <a:solidFill>
                  <a:srgbClr val="657167"/>
                </a:solidFill>
                <a:latin typeface="Inter"/>
                <a:ea typeface="Inter"/>
                <a:cs typeface="Inter"/>
              </a:rPr>
              <a:t>CELLORAS / TECHNICAL COMPANION</a:t>
            </a:r>
          </a:p>
        </p:txBody>
      </p:sp>
      <p:sp>
        <p:nvSpPr>
          <p:cNvPr id="4" name="text-117">
            <a:extLst xmlns:a="http://schemas.openxmlformats.org/drawingml/2006/main">
              <a:ext uri="{FF2B5EF4-FFF2-40B4-BE49-F238E27FC236}">
                <a16:creationId xmlns:a16="http://schemas.microsoft.com/office/drawing/2014/main" id="{844298EB-2826-48DE-97F3-A78BE6A15862}"/>
              </a:ext>
            </a:extLst>
          </p:cNvPr>
          <p:cNvSpPr>
            <a:spLocks xmlns:a="http://schemas.openxmlformats.org/drawingml/2006/main" noGrp="1"/>
          </p:cNvSpPr>
          <p:nvPr/>
        </p:nvSpPr>
        <p:spPr>
          <a:xfrm xmlns:a="http://schemas.openxmlformats.org/drawingml/2006/main">
            <a:off x="11239500" y="6467475"/>
            <a:ext cx="419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1B5E20"/>
                </a:solidFill>
                <a:latin typeface="Inter"/>
                <a:ea typeface="Inter"/>
                <a:cs typeface="Inter"/>
              </a:defRPr>
            </a:defPPr>
            <a:lvl1pPr>
              <a:defRPr sz="1275" b="1">
                <a:solidFill>
                  <a:srgbClr val="1B5E20"/>
                </a:solidFill>
                <a:latin typeface="Inter"/>
                <a:ea typeface="Inter"/>
                <a:cs typeface="Inter"/>
              </a:defRPr>
            </a:lvl1pPr>
            <a:lvl2pPr>
              <a:defRPr sz="1275" b="1">
                <a:solidFill>
                  <a:srgbClr val="1B5E20"/>
                </a:solidFill>
                <a:latin typeface="Inter"/>
                <a:ea typeface="Inter"/>
                <a:cs typeface="Inter"/>
              </a:defRPr>
            </a:lvl2pPr>
            <a:lvl3pPr>
              <a:defRPr sz="1275" b="1">
                <a:solidFill>
                  <a:srgbClr val="1B5E20"/>
                </a:solidFill>
                <a:latin typeface="Inter"/>
                <a:ea typeface="Inter"/>
                <a:cs typeface="Inter"/>
              </a:defRPr>
            </a:lvl3pPr>
            <a:lvl4pPr>
              <a:defRPr sz="1275" b="1">
                <a:solidFill>
                  <a:srgbClr val="1B5E20"/>
                </a:solidFill>
                <a:latin typeface="Inter"/>
                <a:ea typeface="Inter"/>
                <a:cs typeface="Inter"/>
              </a:defRPr>
            </a:lvl4pPr>
            <a:lvl5pPr>
              <a:defRPr sz="1275" b="1">
                <a:solidFill>
                  <a:srgbClr val="1B5E20"/>
                </a:solidFill>
                <a:latin typeface="Inter"/>
                <a:ea typeface="Inter"/>
                <a:cs typeface="Inter"/>
              </a:defRPr>
            </a:lvl5pPr>
            <a:lvl6pPr>
              <a:defRPr sz="1275" b="1">
                <a:solidFill>
                  <a:srgbClr val="1B5E20"/>
                </a:solidFill>
                <a:latin typeface="Inter"/>
                <a:ea typeface="Inter"/>
                <a:cs typeface="Inter"/>
              </a:defRPr>
            </a:lvl6pPr>
            <a:lvl7pPr>
              <a:defRPr sz="1275" b="1">
                <a:solidFill>
                  <a:srgbClr val="1B5E20"/>
                </a:solidFill>
                <a:latin typeface="Inter"/>
                <a:ea typeface="Inter"/>
                <a:cs typeface="Inter"/>
              </a:defRPr>
            </a:lvl7pPr>
            <a:lvl8pPr>
              <a:defRPr sz="1275" b="1">
                <a:solidFill>
                  <a:srgbClr val="1B5E20"/>
                </a:solidFill>
                <a:latin typeface="Inter"/>
                <a:ea typeface="Inter"/>
                <a:cs typeface="Inter"/>
              </a:defRPr>
            </a:lvl8pPr>
            <a:lvl9pPr>
              <a:defRPr sz="1275" b="1">
                <a:solidFill>
                  <a:srgbClr val="1B5E20"/>
                </a:solidFill>
                <a:latin typeface="Inter"/>
                <a:ea typeface="Inter"/>
                <a:cs typeface="Inter"/>
              </a:defRPr>
            </a:lvl9pPr>
          </a:lstStyle>
          <a:p xmlns:a="http://schemas.openxmlformats.org/drawingml/2006/main">
            <a:pPr>
              <a:defRPr sz="1275" b="1">
                <a:solidFill>
                  <a:srgbClr val="1B5E20"/>
                </a:solidFill>
                <a:latin typeface="Inter"/>
                <a:ea typeface="Inter"/>
                <a:cs typeface="Inter"/>
              </a:defRPr>
            </a:pPr>
            <a:r>
              <a:rPr sz="1275" b="1">
                <a:solidFill>
                  <a:srgbClr val="1B5E20"/>
                </a:solidFill>
                <a:latin typeface="Inter"/>
                <a:ea typeface="Inter"/>
                <a:cs typeface="Inter"/>
              </a:rPr>
              <a:t>08</a:t>
            </a:r>
          </a:p>
        </p:txBody>
      </p:sp>
      <p:graphicFrame>
        <p:nvGraphicFramePr>
          <p:cNvPr id="5" name="">
            <a:extLst xmlns:a="http://schemas.openxmlformats.org/drawingml/2006/main">
              <a:ext uri="{FF2B5EF4-FFF2-40B4-BE49-F238E27FC236}">
                <a16:creationId xmlns:a16="http://schemas.microsoft.com/office/drawing/2014/main" id="{57199ACF-7249-47AA-AA0D-320FD98C24A0}"/>
              </a:ext>
            </a:extLst>
          </p:cNvPr>
          <p:cNvGraphicFramePr/>
          <p:nvPr/>
        </p:nvGraphicFramePr>
        <p:xfrm>
          <a:off xmlns:a="http://schemas.openxmlformats.org/drawingml/2006/main" x="552450" y="2133600"/>
          <a:ext xmlns:a="http://schemas.openxmlformats.org/drawingml/2006/main" cx="11106150" cy="2724150"/>
        </p:xfrm>
        <a:graphic xmlns:a="http://schemas.openxmlformats.org/drawingml/2006/main">
          <a:graphicData uri="http://schemas.openxmlformats.org/drawingml/2006/table">
            <a:tbl>
              <a:tblPr/>
              <a:tblGrid>
                <a:gridCol w="2733675"/>
                <a:gridCol w="4314825"/>
                <a:gridCol w="4057650"/>
              </a:tblGrid>
              <a:tr h="681038">
                <a:tc>
                  <a:txBody>
                    <a:bodyPr/>
                    <a:lstStyle/>
                    <a:p>
                      <a:r>
                        <a:rPr sz="1500" b="1">
                          <a:solidFill>
                            <a:srgbClr val="FFFFFF"/>
                          </a:solidFill>
                          <a:latin typeface="Inter"/>
                          <a:ea typeface="Inter"/>
                          <a:cs typeface="Inter"/>
                        </a:rPr>
                        <a:t>Criterion</a:t>
                      </a:r>
                    </a:p>
                  </a:txBody>
                  <a:tcPr marL="152400" marR="152400" marT="133350" marB="114300" anchor="ctr">
                    <a:lnL w="9525">
                      <a:solidFill>
                        <a:srgbClr val="DAE2D8"/>
                      </a:solidFill>
                      <a:prstDash val="solid"/>
                    </a:lnL>
                    <a:lnR w="9525">
                      <a:solidFill>
                        <a:srgbClr val="DAE2D8"/>
                      </a:solidFill>
                      <a:prstDash val="solid"/>
                    </a:lnR>
                    <a:lnT w="9525">
                      <a:solidFill>
                        <a:srgbClr val="DAE2D8"/>
                      </a:solidFill>
                      <a:prstDash val="solid"/>
                    </a:lnT>
                    <a:lnB w="9525">
                      <a:solidFill>
                        <a:srgbClr val="DAE2D8"/>
                      </a:solidFill>
                      <a:prstDash val="solid"/>
                    </a:lnB>
                    <a:solidFill>
                      <a:srgbClr val="1B5E20"/>
                    </a:solidFill>
                  </a:tcPr>
                </a:tc>
                <a:tc>
                  <a:txBody>
                    <a:bodyPr/>
                    <a:lstStyle/>
                    <a:p>
                      <a:r>
                        <a:rPr sz="1500" b="1">
                          <a:solidFill>
                            <a:srgbClr val="FFFFFF"/>
                          </a:solidFill>
                          <a:latin typeface="Inter"/>
                          <a:ea typeface="Inter"/>
                          <a:cs typeface="Inter"/>
                        </a:rPr>
                        <a:t>What the video shows</a:t>
                      </a:r>
                    </a:p>
                  </a:txBody>
                  <a:tcPr marL="152400" marR="152400" marT="133350" marB="114300" anchor="ctr">
                    <a:lnR w="9525">
                      <a:solidFill>
                        <a:srgbClr val="DAE2D8"/>
                      </a:solidFill>
                      <a:prstDash val="solid"/>
                    </a:lnR>
                    <a:lnT w="9525">
                      <a:solidFill>
                        <a:srgbClr val="DAE2D8"/>
                      </a:solidFill>
                      <a:prstDash val="solid"/>
                    </a:lnT>
                    <a:lnB w="9525">
                      <a:solidFill>
                        <a:srgbClr val="DAE2D8"/>
                      </a:solidFill>
                      <a:prstDash val="solid"/>
                    </a:lnB>
                    <a:solidFill>
                      <a:srgbClr val="1B5E20"/>
                    </a:solidFill>
                  </a:tcPr>
                </a:tc>
                <a:tc>
                  <a:txBody>
                    <a:bodyPr/>
                    <a:lstStyle/>
                    <a:p>
                      <a:r>
                        <a:rPr sz="1500" b="1">
                          <a:solidFill>
                            <a:srgbClr val="FFFFFF"/>
                          </a:solidFill>
                          <a:latin typeface="Inter"/>
                          <a:ea typeface="Inter"/>
                          <a:cs typeface="Inter"/>
                        </a:rPr>
                        <a:t>Proof already recorded</a:t>
                      </a:r>
                    </a:p>
                  </a:txBody>
                  <a:tcPr marL="152400" marR="152400" marT="133350" marB="114300" anchor="ctr">
                    <a:lnR w="9525">
                      <a:solidFill>
                        <a:srgbClr val="DAE2D8"/>
                      </a:solidFill>
                      <a:prstDash val="solid"/>
                    </a:lnR>
                    <a:lnT w="9525">
                      <a:solidFill>
                        <a:srgbClr val="DAE2D8"/>
                      </a:solidFill>
                      <a:prstDash val="solid"/>
                    </a:lnT>
                    <a:lnB w="9525">
                      <a:solidFill>
                        <a:srgbClr val="DAE2D8"/>
                      </a:solidFill>
                      <a:prstDash val="solid"/>
                    </a:lnB>
                    <a:solidFill>
                      <a:srgbClr val="1B5E20"/>
                    </a:solidFill>
                  </a:tcPr>
                </a:tc>
              </a:tr>
              <a:tr h="681038">
                <a:tc>
                  <a:txBody>
                    <a:bodyPr/>
                    <a:lstStyle/>
                    <a:p>
                      <a:r>
                        <a:rPr sz="1575" b="1">
                          <a:solidFill>
                            <a:srgbClr val="14221A"/>
                          </a:solidFill>
                          <a:latin typeface="Inter"/>
                          <a:ea typeface="Inter"/>
                          <a:cs typeface="Inter"/>
                        </a:rPr>
                        <a:t>Demo / 15 points</a:t>
                      </a:r>
                    </a:p>
                  </a:txBody>
                  <a:tcPr marL="152400" marR="152400" marT="133350" marB="114300" anchor="ctr">
                    <a:lnL w="9525">
                      <a:solidFill>
                        <a:srgbClr val="DAE2D8"/>
                      </a:solidFill>
                      <a:prstDash val="solid"/>
                    </a:lnL>
                    <a:lnR w="9525">
                      <a:solidFill>
                        <a:srgbClr val="DAE2D8"/>
                      </a:solidFill>
                      <a:prstDash val="solid"/>
                    </a:lnR>
                    <a:lnB w="9525">
                      <a:solidFill>
                        <a:srgbClr val="DAE2D8"/>
                      </a:solidFill>
                      <a:prstDash val="solid"/>
                    </a:lnB>
                    <a:solidFill>
                      <a:srgbClr val="F0F5ED"/>
                    </a:solidFill>
                  </a:tcPr>
                </a:tc>
                <a:tc>
                  <a:txBody>
                    <a:bodyPr/>
                    <a:lstStyle/>
                    <a:p>
                      <a:r>
                        <a:rPr sz="1575" b="0">
                          <a:solidFill>
                            <a:srgbClr val="14221A"/>
                          </a:solidFill>
                          <a:latin typeface="Inter"/>
                          <a:ea typeface="Inter"/>
                          <a:cs typeface="Inter"/>
                        </a:rPr>
                        <a:t>Cell map, marker evidence, review, recall</a:t>
                      </a:r>
                    </a:p>
                  </a:txBody>
                  <a:tcPr marL="152400" marR="152400" marT="133350" marB="114300" anchor="ctr">
                    <a:lnR w="9525">
                      <a:solidFill>
                        <a:srgbClr val="DAE2D8"/>
                      </a:solidFill>
                      <a:prstDash val="solid"/>
                    </a:lnR>
                    <a:lnB w="9525">
                      <a:solidFill>
                        <a:srgbClr val="DAE2D8"/>
                      </a:solidFill>
                      <a:prstDash val="solid"/>
                    </a:lnB>
                    <a:solidFill>
                      <a:srgbClr val="F0F5ED"/>
                    </a:solidFill>
                  </a:tcPr>
                </a:tc>
                <a:tc>
                  <a:txBody>
                    <a:bodyPr/>
                    <a:lstStyle/>
                    <a:p>
                      <a:r>
                        <a:rPr sz="1575" b="0">
                          <a:solidFill>
                            <a:srgbClr val="14221A"/>
                          </a:solidFill>
                          <a:latin typeface="Inter"/>
                          <a:ea typeface="Inter"/>
                          <a:cs typeface="Inter"/>
                        </a:rPr>
                        <a:t>Public H5AD workflow, 26 Oct</a:t>
                      </a:r>
                    </a:p>
                  </a:txBody>
                  <a:tcPr marL="152400" marR="152400" marT="133350" marB="114300" anchor="ctr">
                    <a:lnR w="9525">
                      <a:solidFill>
                        <a:srgbClr val="DAE2D8"/>
                      </a:solidFill>
                      <a:prstDash val="solid"/>
                    </a:lnR>
                    <a:lnB w="9525">
                      <a:solidFill>
                        <a:srgbClr val="DAE2D8"/>
                      </a:solidFill>
                      <a:prstDash val="solid"/>
                    </a:lnB>
                    <a:solidFill>
                      <a:srgbClr val="F0F5ED"/>
                    </a:solidFill>
                  </a:tcPr>
                </a:tc>
              </a:tr>
              <a:tr h="681038">
                <a:tc>
                  <a:txBody>
                    <a:bodyPr/>
                    <a:lstStyle/>
                    <a:p>
                      <a:r>
                        <a:rPr sz="1575" b="1">
                          <a:solidFill>
                            <a:srgbClr val="14221A"/>
                          </a:solidFill>
                          <a:latin typeface="Inter"/>
                          <a:ea typeface="Inter"/>
                          <a:cs typeface="Inter"/>
                        </a:rPr>
                        <a:t>Product &amp; UX / 10 points</a:t>
                      </a:r>
                    </a:p>
                  </a:txBody>
                  <a:tcPr marL="152400" marR="152400" marT="133350" marB="114300" anchor="ctr">
                    <a:lnL w="9525">
                      <a:solidFill>
                        <a:srgbClr val="DAE2D8"/>
                      </a:solidFill>
                      <a:prstDash val="solid"/>
                    </a:lnL>
                    <a:lnR w="9525">
                      <a:solidFill>
                        <a:srgbClr val="DAE2D8"/>
                      </a:solidFill>
                      <a:prstDash val="solid"/>
                    </a:lnR>
                    <a:lnB w="9525">
                      <a:solidFill>
                        <a:srgbClr val="DAE2D8"/>
                      </a:solidFill>
                      <a:prstDash val="solid"/>
                    </a:lnB>
                    <a:solidFill>
                      <a:srgbClr val="FFFFFF"/>
                    </a:solidFill>
                  </a:tcPr>
                </a:tc>
                <a:tc>
                  <a:txBody>
                    <a:bodyPr/>
                    <a:lstStyle/>
                    <a:p>
                      <a:r>
                        <a:rPr sz="1575" b="0">
                          <a:solidFill>
                            <a:srgbClr val="14221A"/>
                          </a:solidFill>
                          <a:latin typeface="Inter"/>
                          <a:ea typeface="Inter"/>
                          <a:cs typeface="Inter"/>
                        </a:rPr>
                        <a:t>Clickable map and evidence cards in chat</a:t>
                      </a:r>
                    </a:p>
                  </a:txBody>
                  <a:tcPr marL="152400" marR="152400" marT="133350" marB="114300" anchor="ctr">
                    <a:lnR w="9525">
                      <a:solidFill>
                        <a:srgbClr val="DAE2D8"/>
                      </a:solidFill>
                      <a:prstDash val="solid"/>
                    </a:lnR>
                    <a:lnB w="9525">
                      <a:solidFill>
                        <a:srgbClr val="DAE2D8"/>
                      </a:solidFill>
                      <a:prstDash val="solid"/>
                    </a:lnB>
                    <a:solidFill>
                      <a:srgbClr val="FFFFFF"/>
                    </a:solidFill>
                  </a:tcPr>
                </a:tc>
                <a:tc>
                  <a:txBody>
                    <a:bodyPr/>
                    <a:lstStyle/>
                    <a:p>
                      <a:r>
                        <a:rPr sz="1575" b="0">
                          <a:solidFill>
                            <a:srgbClr val="14221A"/>
                          </a:solidFill>
                          <a:latin typeface="Inter"/>
                          <a:ea typeface="Inter"/>
                          <a:cs typeface="Inter"/>
                        </a:rPr>
                        <a:t>Desktop and mobile browser checks</a:t>
                      </a:r>
                    </a:p>
                  </a:txBody>
                  <a:tcPr marL="152400" marR="152400" marT="133350" marB="114300" anchor="ctr">
                    <a:lnR w="9525">
                      <a:solidFill>
                        <a:srgbClr val="DAE2D8"/>
                      </a:solidFill>
                      <a:prstDash val="solid"/>
                    </a:lnR>
                    <a:lnB w="9525">
                      <a:solidFill>
                        <a:srgbClr val="DAE2D8"/>
                      </a:solidFill>
                      <a:prstDash val="solid"/>
                    </a:lnB>
                    <a:solidFill>
                      <a:srgbClr val="FFFFFF"/>
                    </a:solidFill>
                  </a:tcPr>
                </a:tc>
              </a:tr>
              <a:tr h="681038">
                <a:tc>
                  <a:txBody>
                    <a:bodyPr/>
                    <a:lstStyle/>
                    <a:p>
                      <a:r>
                        <a:rPr sz="1575" b="1">
                          <a:solidFill>
                            <a:srgbClr val="14221A"/>
                          </a:solidFill>
                          <a:latin typeface="Inter"/>
                          <a:ea typeface="Inter"/>
                          <a:cs typeface="Inter"/>
                        </a:rPr>
                        <a:t>Sponsor tech / 10 points</a:t>
                      </a:r>
                    </a:p>
                  </a:txBody>
                  <a:tcPr marL="152400" marR="152400" marT="133350" marB="114300" anchor="ctr">
                    <a:lnL w="9525">
                      <a:solidFill>
                        <a:srgbClr val="DAE2D8"/>
                      </a:solidFill>
                      <a:prstDash val="solid"/>
                    </a:lnL>
                    <a:lnR w="9525">
                      <a:solidFill>
                        <a:srgbClr val="DAE2D8"/>
                      </a:solidFill>
                      <a:prstDash val="solid"/>
                    </a:lnR>
                    <a:lnB w="9525">
                      <a:solidFill>
                        <a:srgbClr val="DAE2D8"/>
                      </a:solidFill>
                      <a:prstDash val="solid"/>
                    </a:lnB>
                    <a:solidFill>
                      <a:srgbClr val="F0F5ED"/>
                    </a:solidFill>
                  </a:tcPr>
                </a:tc>
                <a:tc>
                  <a:txBody>
                    <a:bodyPr/>
                    <a:lstStyle/>
                    <a:p>
                      <a:r>
                        <a:rPr sz="1575" b="0">
                          <a:solidFill>
                            <a:srgbClr val="14221A"/>
                          </a:solidFill>
                          <a:latin typeface="Inter"/>
                          <a:ea typeface="Inter"/>
                          <a:cs typeface="Inter"/>
                        </a:rPr>
                        <a:t>Zetaris provenance + H-MEM review recall</a:t>
                      </a:r>
                    </a:p>
                  </a:txBody>
                  <a:tcPr marL="152400" marR="152400" marT="133350" marB="114300" anchor="ctr">
                    <a:lnR w="9525">
                      <a:solidFill>
                        <a:srgbClr val="DAE2D8"/>
                      </a:solidFill>
                      <a:prstDash val="solid"/>
                    </a:lnR>
                    <a:lnB w="9525">
                      <a:solidFill>
                        <a:srgbClr val="DAE2D8"/>
                      </a:solidFill>
                      <a:prstDash val="solid"/>
                    </a:lnB>
                    <a:solidFill>
                      <a:srgbClr val="F0F5ED"/>
                    </a:solidFill>
                  </a:tcPr>
                </a:tc>
                <a:tc>
                  <a:txBody>
                    <a:bodyPr/>
                    <a:lstStyle/>
                    <a:p>
                      <a:r>
                        <a:rPr sz="1575" b="0">
                          <a:solidFill>
                            <a:srgbClr val="14221A"/>
                          </a:solidFill>
                          <a:latin typeface="Inter"/>
                          <a:ea typeface="Inter"/>
                          <a:cs typeface="Inter"/>
                        </a:rPr>
                        <a:t>Real SQL receipt and sourced memory</a:t>
                      </a:r>
                    </a:p>
                  </a:txBody>
                  <a:tcPr marL="152400" marR="152400" marT="133350" marB="114300" anchor="ctr">
                    <a:lnR w="9525">
                      <a:solidFill>
                        <a:srgbClr val="DAE2D8"/>
                      </a:solidFill>
                      <a:prstDash val="solid"/>
                    </a:lnR>
                    <a:lnB w="9525">
                      <a:solidFill>
                        <a:srgbClr val="DAE2D8"/>
                      </a:solidFill>
                      <a:prstDash val="solid"/>
                    </a:lnB>
                    <a:solidFill>
                      <a:srgbClr val="F0F5ED"/>
                    </a:solidFill>
                  </a:tcPr>
                </a:tc>
              </a:tr>
            </a:tbl>
          </a:graphicData>
        </a:graphic>
      </p:graphicFrame>
      <p:sp>
        <p:nvSpPr>
          <p:cNvPr id="6" name="text-118">
            <a:extLst xmlns:a="http://schemas.openxmlformats.org/drawingml/2006/main">
              <a:ext uri="{FF2B5EF4-FFF2-40B4-BE49-F238E27FC236}">
                <a16:creationId xmlns:a16="http://schemas.microsoft.com/office/drawing/2014/main" id="{30013FB6-4D15-4C45-B1DC-FBAD136A7040}"/>
              </a:ext>
            </a:extLst>
          </p:cNvPr>
          <p:cNvSpPr>
            <a:spLocks xmlns:a="http://schemas.openxmlformats.org/drawingml/2006/main" noGrp="1"/>
          </p:cNvSpPr>
          <p:nvPr/>
        </p:nvSpPr>
        <p:spPr>
          <a:xfrm xmlns:a="http://schemas.openxmlformats.org/drawingml/2006/main">
            <a:off x="552450" y="5248275"/>
            <a:ext cx="11106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1B5E20"/>
                </a:solidFill>
                <a:latin typeface="Inter"/>
                <a:ea typeface="Inter"/>
                <a:cs typeface="Inter"/>
              </a:defRPr>
            </a:defPPr>
            <a:lvl1pPr>
              <a:defRPr sz="2025" b="1">
                <a:solidFill>
                  <a:srgbClr val="1B5E20"/>
                </a:solidFill>
                <a:latin typeface="Inter"/>
                <a:ea typeface="Inter"/>
                <a:cs typeface="Inter"/>
              </a:defRPr>
            </a:lvl1pPr>
            <a:lvl2pPr>
              <a:defRPr sz="2025" b="1">
                <a:solidFill>
                  <a:srgbClr val="1B5E20"/>
                </a:solidFill>
                <a:latin typeface="Inter"/>
                <a:ea typeface="Inter"/>
                <a:cs typeface="Inter"/>
              </a:defRPr>
            </a:lvl2pPr>
            <a:lvl3pPr>
              <a:defRPr sz="2025" b="1">
                <a:solidFill>
                  <a:srgbClr val="1B5E20"/>
                </a:solidFill>
                <a:latin typeface="Inter"/>
                <a:ea typeface="Inter"/>
                <a:cs typeface="Inter"/>
              </a:defRPr>
            </a:lvl3pPr>
            <a:lvl4pPr>
              <a:defRPr sz="2025" b="1">
                <a:solidFill>
                  <a:srgbClr val="1B5E20"/>
                </a:solidFill>
                <a:latin typeface="Inter"/>
                <a:ea typeface="Inter"/>
                <a:cs typeface="Inter"/>
              </a:defRPr>
            </a:lvl4pPr>
            <a:lvl5pPr>
              <a:defRPr sz="2025" b="1">
                <a:solidFill>
                  <a:srgbClr val="1B5E20"/>
                </a:solidFill>
                <a:latin typeface="Inter"/>
                <a:ea typeface="Inter"/>
                <a:cs typeface="Inter"/>
              </a:defRPr>
            </a:lvl5pPr>
            <a:lvl6pPr>
              <a:defRPr sz="2025" b="1">
                <a:solidFill>
                  <a:srgbClr val="1B5E20"/>
                </a:solidFill>
                <a:latin typeface="Inter"/>
                <a:ea typeface="Inter"/>
                <a:cs typeface="Inter"/>
              </a:defRPr>
            </a:lvl6pPr>
            <a:lvl7pPr>
              <a:defRPr sz="2025" b="1">
                <a:solidFill>
                  <a:srgbClr val="1B5E20"/>
                </a:solidFill>
                <a:latin typeface="Inter"/>
                <a:ea typeface="Inter"/>
                <a:cs typeface="Inter"/>
              </a:defRPr>
            </a:lvl7pPr>
            <a:lvl8pPr>
              <a:defRPr sz="2025" b="1">
                <a:solidFill>
                  <a:srgbClr val="1B5E20"/>
                </a:solidFill>
                <a:latin typeface="Inter"/>
                <a:ea typeface="Inter"/>
                <a:cs typeface="Inter"/>
              </a:defRPr>
            </a:lvl8pPr>
            <a:lvl9pPr>
              <a:defRPr sz="2025" b="1">
                <a:solidFill>
                  <a:srgbClr val="1B5E20"/>
                </a:solidFill>
                <a:latin typeface="Inter"/>
                <a:ea typeface="Inter"/>
                <a:cs typeface="Inter"/>
              </a:defRPr>
            </a:lvl9pPr>
          </a:lstStyle>
          <a:p xmlns:a="http://schemas.openxmlformats.org/drawingml/2006/main">
            <a:pPr>
              <a:defRPr sz="2025" b="1">
                <a:solidFill>
                  <a:srgbClr val="1B5E20"/>
                </a:solidFill>
                <a:latin typeface="Inter"/>
                <a:ea typeface="Inter"/>
                <a:cs typeface="Inter"/>
              </a:defRPr>
            </a:pPr>
            <a:r>
              <a:rPr sz="2025" b="1">
                <a:solidFill>
                  <a:srgbClr val="1B5E20"/>
                </a:solidFill>
                <a:latin typeface="Inter"/>
                <a:ea typeface="Inter"/>
                <a:cs typeface="Inter"/>
              </a:rPr>
              <a:t>NVIDIA OpenShell runs the CLI agent on the server.</a:t>
            </a:r>
          </a:p>
        </p:txBody>
      </p:sp>
      <p:sp>
        <p:nvSpPr>
          <p:cNvPr id="7" name="text-119">
            <a:extLst xmlns:a="http://schemas.openxmlformats.org/drawingml/2006/main">
              <a:ext uri="{FF2B5EF4-FFF2-40B4-BE49-F238E27FC236}">
                <a16:creationId xmlns:a16="http://schemas.microsoft.com/office/drawing/2014/main" id="{91AE7586-0B00-4BE6-B09D-03CAB42A1D16}"/>
              </a:ext>
            </a:extLst>
          </p:cNvPr>
          <p:cNvSpPr>
            <a:spLocks xmlns:a="http://schemas.openxmlformats.org/drawingml/2006/main" noGrp="1"/>
          </p:cNvSpPr>
          <p:nvPr/>
        </p:nvSpPr>
        <p:spPr>
          <a:xfrm xmlns:a="http://schemas.openxmlformats.org/drawingml/2006/main">
            <a:off x="552450" y="5753100"/>
            <a:ext cx="111061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657167"/>
                </a:solidFill>
                <a:latin typeface="Inter"/>
                <a:ea typeface="Inter"/>
                <a:cs typeface="Inter"/>
              </a:defRPr>
            </a:defPPr>
            <a:lvl1pPr>
              <a:defRPr sz="1725" b="0">
                <a:solidFill>
                  <a:srgbClr val="657167"/>
                </a:solidFill>
                <a:latin typeface="Inter"/>
                <a:ea typeface="Inter"/>
                <a:cs typeface="Inter"/>
              </a:defRPr>
            </a:lvl1pPr>
            <a:lvl2pPr>
              <a:defRPr sz="1725" b="0">
                <a:solidFill>
                  <a:srgbClr val="657167"/>
                </a:solidFill>
                <a:latin typeface="Inter"/>
                <a:ea typeface="Inter"/>
                <a:cs typeface="Inter"/>
              </a:defRPr>
            </a:lvl2pPr>
            <a:lvl3pPr>
              <a:defRPr sz="1725" b="0">
                <a:solidFill>
                  <a:srgbClr val="657167"/>
                </a:solidFill>
                <a:latin typeface="Inter"/>
                <a:ea typeface="Inter"/>
                <a:cs typeface="Inter"/>
              </a:defRPr>
            </a:lvl3pPr>
            <a:lvl4pPr>
              <a:defRPr sz="1725" b="0">
                <a:solidFill>
                  <a:srgbClr val="657167"/>
                </a:solidFill>
                <a:latin typeface="Inter"/>
                <a:ea typeface="Inter"/>
                <a:cs typeface="Inter"/>
              </a:defRPr>
            </a:lvl4pPr>
            <a:lvl5pPr>
              <a:defRPr sz="1725" b="0">
                <a:solidFill>
                  <a:srgbClr val="657167"/>
                </a:solidFill>
                <a:latin typeface="Inter"/>
                <a:ea typeface="Inter"/>
                <a:cs typeface="Inter"/>
              </a:defRPr>
            </a:lvl5pPr>
            <a:lvl6pPr>
              <a:defRPr sz="1725" b="0">
                <a:solidFill>
                  <a:srgbClr val="657167"/>
                </a:solidFill>
                <a:latin typeface="Inter"/>
                <a:ea typeface="Inter"/>
                <a:cs typeface="Inter"/>
              </a:defRPr>
            </a:lvl6pPr>
            <a:lvl7pPr>
              <a:defRPr sz="1725" b="0">
                <a:solidFill>
                  <a:srgbClr val="657167"/>
                </a:solidFill>
                <a:latin typeface="Inter"/>
                <a:ea typeface="Inter"/>
                <a:cs typeface="Inter"/>
              </a:defRPr>
            </a:lvl7pPr>
            <a:lvl8pPr>
              <a:defRPr sz="1725" b="0">
                <a:solidFill>
                  <a:srgbClr val="657167"/>
                </a:solidFill>
                <a:latin typeface="Inter"/>
                <a:ea typeface="Inter"/>
                <a:cs typeface="Inter"/>
              </a:defRPr>
            </a:lvl8pPr>
            <a:lvl9pPr>
              <a:defRPr sz="1725" b="0">
                <a:solidFill>
                  <a:srgbClr val="657167"/>
                </a:solidFill>
                <a:latin typeface="Inter"/>
                <a:ea typeface="Inter"/>
                <a:cs typeface="Inter"/>
              </a:defRPr>
            </a:lvl9pPr>
          </a:lstStyle>
          <a:p xmlns:a="http://schemas.openxmlformats.org/drawingml/2006/main">
            <a:pPr>
              <a:defRPr sz="1725" b="0">
                <a:solidFill>
                  <a:srgbClr val="657167"/>
                </a:solidFill>
                <a:latin typeface="Inter"/>
                <a:ea typeface="Inter"/>
                <a:cs typeface="Inter"/>
              </a:defRPr>
            </a:pPr>
            <a:r>
              <a:rPr sz="1725" b="0">
                <a:solidFill>
                  <a:srgbClr val="657167"/>
                </a:solidFill>
                <a:latin typeface="Inter"/>
                <a:ea typeface="Inter"/>
                <a:cs typeface="Inter"/>
              </a:rPr>
              <a:t>The required pair is Zetaris + a Meterless Engine. Cursor and NVIDIA are optional.</a:t>
            </a:r>
          </a:p>
        </p:txBody>
      </p:sp>
    </p:spTree>
    <p:extLst>
      <p:ext uri="{BB962C8B-B14F-4D97-AF65-F5344CB8AC3E}">
        <p14:creationId xmlns:p14="http://schemas.microsoft.com/office/powerpoint/2010/main" val="181768134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120">
            <a:extLst xmlns:a="http://schemas.openxmlformats.org/drawingml/2006/main">
              <a:ext uri="{FF2B5EF4-FFF2-40B4-BE49-F238E27FC236}">
                <a16:creationId xmlns:a16="http://schemas.microsoft.com/office/drawing/2014/main" id="{7BF13BC4-9CDF-4875-8D7C-52F68E7213D0}"/>
              </a:ext>
            </a:extLst>
          </p:cNvPr>
          <p:cNvSpPr>
            <a:spLocks xmlns:a="http://schemas.openxmlformats.org/drawingml/2006/main" noGrp="1"/>
          </p:cNvSpPr>
          <p:nvPr/>
        </p:nvSpPr>
        <p:spPr>
          <a:xfrm xmlns:a="http://schemas.openxmlformats.org/drawingml/2006/main">
            <a:off x="533400" y="285750"/>
            <a:ext cx="11125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1B5E20"/>
                </a:solidFill>
                <a:latin typeface="Inter"/>
                <a:ea typeface="Inter"/>
                <a:cs typeface="Inter"/>
              </a:defRPr>
            </a:defPPr>
            <a:lvl1pPr>
              <a:defRPr sz="1275" b="1">
                <a:solidFill>
                  <a:srgbClr val="1B5E20"/>
                </a:solidFill>
                <a:latin typeface="Inter"/>
                <a:ea typeface="Inter"/>
                <a:cs typeface="Inter"/>
              </a:defRPr>
            </a:lvl1pPr>
            <a:lvl2pPr>
              <a:defRPr sz="1275" b="1">
                <a:solidFill>
                  <a:srgbClr val="1B5E20"/>
                </a:solidFill>
                <a:latin typeface="Inter"/>
                <a:ea typeface="Inter"/>
                <a:cs typeface="Inter"/>
              </a:defRPr>
            </a:lvl2pPr>
            <a:lvl3pPr>
              <a:defRPr sz="1275" b="1">
                <a:solidFill>
                  <a:srgbClr val="1B5E20"/>
                </a:solidFill>
                <a:latin typeface="Inter"/>
                <a:ea typeface="Inter"/>
                <a:cs typeface="Inter"/>
              </a:defRPr>
            </a:lvl3pPr>
            <a:lvl4pPr>
              <a:defRPr sz="1275" b="1">
                <a:solidFill>
                  <a:srgbClr val="1B5E20"/>
                </a:solidFill>
                <a:latin typeface="Inter"/>
                <a:ea typeface="Inter"/>
                <a:cs typeface="Inter"/>
              </a:defRPr>
            </a:lvl4pPr>
            <a:lvl5pPr>
              <a:defRPr sz="1275" b="1">
                <a:solidFill>
                  <a:srgbClr val="1B5E20"/>
                </a:solidFill>
                <a:latin typeface="Inter"/>
                <a:ea typeface="Inter"/>
                <a:cs typeface="Inter"/>
              </a:defRPr>
            </a:lvl5pPr>
            <a:lvl6pPr>
              <a:defRPr sz="1275" b="1">
                <a:solidFill>
                  <a:srgbClr val="1B5E20"/>
                </a:solidFill>
                <a:latin typeface="Inter"/>
                <a:ea typeface="Inter"/>
                <a:cs typeface="Inter"/>
              </a:defRPr>
            </a:lvl6pPr>
            <a:lvl7pPr>
              <a:defRPr sz="1275" b="1">
                <a:solidFill>
                  <a:srgbClr val="1B5E20"/>
                </a:solidFill>
                <a:latin typeface="Inter"/>
                <a:ea typeface="Inter"/>
                <a:cs typeface="Inter"/>
              </a:defRPr>
            </a:lvl7pPr>
            <a:lvl8pPr>
              <a:defRPr sz="1275" b="1">
                <a:solidFill>
                  <a:srgbClr val="1B5E20"/>
                </a:solidFill>
                <a:latin typeface="Inter"/>
                <a:ea typeface="Inter"/>
                <a:cs typeface="Inter"/>
              </a:defRPr>
            </a:lvl8pPr>
            <a:lvl9pPr>
              <a:defRPr sz="1275" b="1">
                <a:solidFill>
                  <a:srgbClr val="1B5E20"/>
                </a:solidFill>
                <a:latin typeface="Inter"/>
                <a:ea typeface="Inter"/>
                <a:cs typeface="Inter"/>
              </a:defRPr>
            </a:lvl9pPr>
          </a:lstStyle>
          <a:p xmlns:a="http://schemas.openxmlformats.org/drawingml/2006/main">
            <a:pPr>
              <a:defRPr sz="1275" b="1">
                <a:solidFill>
                  <a:srgbClr val="1B5E20"/>
                </a:solidFill>
                <a:latin typeface="Inter"/>
                <a:ea typeface="Inter"/>
                <a:cs typeface="Inter"/>
              </a:defRPr>
            </a:pPr>
            <a:r>
              <a:rPr sz="1275" b="1">
                <a:solidFill>
                  <a:srgbClr val="1B5E20"/>
                </a:solidFill>
                <a:latin typeface="Inter"/>
                <a:ea typeface="Inter"/>
                <a:cs typeface="Inter"/>
              </a:rPr>
              <a:t>09 / CURRENT STAGE</a:t>
            </a:r>
          </a:p>
        </p:txBody>
      </p:sp>
      <p:sp>
        <p:nvSpPr>
          <p:cNvPr id="2" name="text-121">
            <a:extLst xmlns:a="http://schemas.openxmlformats.org/drawingml/2006/main">
              <a:ext uri="{FF2B5EF4-FFF2-40B4-BE49-F238E27FC236}">
                <a16:creationId xmlns:a16="http://schemas.microsoft.com/office/drawing/2014/main" id="{0ECAE63C-99F1-4450-B5DE-ECE22F542543}"/>
              </a:ext>
            </a:extLst>
          </p:cNvPr>
          <p:cNvSpPr>
            <a:spLocks xmlns:a="http://schemas.openxmlformats.org/drawingml/2006/main" noGrp="1"/>
          </p:cNvSpPr>
          <p:nvPr/>
        </p:nvSpPr>
        <p:spPr>
          <a:xfrm xmlns:a="http://schemas.openxmlformats.org/drawingml/2006/main">
            <a:off x="533400" y="704850"/>
            <a:ext cx="111252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225" b="1">
                <a:solidFill>
                  <a:srgbClr val="14221A"/>
                </a:solidFill>
                <a:latin typeface="Inter"/>
                <a:ea typeface="Inter"/>
                <a:cs typeface="Inter"/>
              </a:defRPr>
            </a:defPPr>
            <a:lvl1pPr>
              <a:defRPr sz="3225" b="1">
                <a:solidFill>
                  <a:srgbClr val="14221A"/>
                </a:solidFill>
                <a:latin typeface="Inter"/>
                <a:ea typeface="Inter"/>
                <a:cs typeface="Inter"/>
              </a:defRPr>
            </a:lvl1pPr>
            <a:lvl2pPr>
              <a:defRPr sz="3225" b="1">
                <a:solidFill>
                  <a:srgbClr val="14221A"/>
                </a:solidFill>
                <a:latin typeface="Inter"/>
                <a:ea typeface="Inter"/>
                <a:cs typeface="Inter"/>
              </a:defRPr>
            </a:lvl2pPr>
            <a:lvl3pPr>
              <a:defRPr sz="3225" b="1">
                <a:solidFill>
                  <a:srgbClr val="14221A"/>
                </a:solidFill>
                <a:latin typeface="Inter"/>
                <a:ea typeface="Inter"/>
                <a:cs typeface="Inter"/>
              </a:defRPr>
            </a:lvl3pPr>
            <a:lvl4pPr>
              <a:defRPr sz="3225" b="1">
                <a:solidFill>
                  <a:srgbClr val="14221A"/>
                </a:solidFill>
                <a:latin typeface="Inter"/>
                <a:ea typeface="Inter"/>
                <a:cs typeface="Inter"/>
              </a:defRPr>
            </a:lvl4pPr>
            <a:lvl5pPr>
              <a:defRPr sz="3225" b="1">
                <a:solidFill>
                  <a:srgbClr val="14221A"/>
                </a:solidFill>
                <a:latin typeface="Inter"/>
                <a:ea typeface="Inter"/>
                <a:cs typeface="Inter"/>
              </a:defRPr>
            </a:lvl5pPr>
            <a:lvl6pPr>
              <a:defRPr sz="3225" b="1">
                <a:solidFill>
                  <a:srgbClr val="14221A"/>
                </a:solidFill>
                <a:latin typeface="Inter"/>
                <a:ea typeface="Inter"/>
                <a:cs typeface="Inter"/>
              </a:defRPr>
            </a:lvl6pPr>
            <a:lvl7pPr>
              <a:defRPr sz="3225" b="1">
                <a:solidFill>
                  <a:srgbClr val="14221A"/>
                </a:solidFill>
                <a:latin typeface="Inter"/>
                <a:ea typeface="Inter"/>
                <a:cs typeface="Inter"/>
              </a:defRPr>
            </a:lvl7pPr>
            <a:lvl8pPr>
              <a:defRPr sz="3225" b="1">
                <a:solidFill>
                  <a:srgbClr val="14221A"/>
                </a:solidFill>
                <a:latin typeface="Inter"/>
                <a:ea typeface="Inter"/>
                <a:cs typeface="Inter"/>
              </a:defRPr>
            </a:lvl8pPr>
            <a:lvl9pPr>
              <a:defRPr sz="3225" b="1">
                <a:solidFill>
                  <a:srgbClr val="14221A"/>
                </a:solidFill>
                <a:latin typeface="Inter"/>
                <a:ea typeface="Inter"/>
                <a:cs typeface="Inter"/>
              </a:defRPr>
            </a:lvl9pPr>
          </a:lstStyle>
          <a:p xmlns:a="http://schemas.openxmlformats.org/drawingml/2006/main">
            <a:pPr>
              <a:defRPr sz="3225" b="1">
                <a:solidFill>
                  <a:srgbClr val="14221A"/>
                </a:solidFill>
                <a:latin typeface="Inter"/>
                <a:ea typeface="Inter"/>
                <a:cs typeface="Inter"/>
              </a:defRPr>
            </a:pPr>
            <a:r>
              <a:rPr sz="3225" b="1">
                <a:solidFill>
                  <a:srgbClr val="14221A"/>
                </a:solidFill>
                <a:latin typeface="Inter"/>
                <a:ea typeface="Inter"/>
                <a:cs typeface="Inter"/>
              </a:rPr>
              <a:t>From uploaded counts to a reviewed cell map.</a:t>
            </a:r>
          </a:p>
        </p:txBody>
      </p:sp>
      <p:sp>
        <p:nvSpPr>
          <p:cNvPr id="3" name="text-122">
            <a:extLst xmlns:a="http://schemas.openxmlformats.org/drawingml/2006/main">
              <a:ext uri="{FF2B5EF4-FFF2-40B4-BE49-F238E27FC236}">
                <a16:creationId xmlns:a16="http://schemas.microsoft.com/office/drawing/2014/main" id="{92EEECB9-6EA9-448A-8AC1-660CF7E3B69E}"/>
              </a:ext>
            </a:extLst>
          </p:cNvPr>
          <p:cNvSpPr>
            <a:spLocks xmlns:a="http://schemas.openxmlformats.org/drawingml/2006/main" noGrp="1"/>
          </p:cNvSpPr>
          <p:nvPr/>
        </p:nvSpPr>
        <p:spPr>
          <a:xfrm xmlns:a="http://schemas.openxmlformats.org/drawingml/2006/main">
            <a:off x="552450" y="6496050"/>
            <a:ext cx="9525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050" b="0">
                <a:solidFill>
                  <a:srgbClr val="657167"/>
                </a:solidFill>
                <a:latin typeface="Inter"/>
                <a:ea typeface="Inter"/>
                <a:cs typeface="Inter"/>
              </a:defRPr>
            </a:defPPr>
            <a:lvl1pPr>
              <a:defRPr sz="1050" b="0">
                <a:solidFill>
                  <a:srgbClr val="657167"/>
                </a:solidFill>
                <a:latin typeface="Inter"/>
                <a:ea typeface="Inter"/>
                <a:cs typeface="Inter"/>
              </a:defRPr>
            </a:lvl1pPr>
            <a:lvl2pPr>
              <a:defRPr sz="1050" b="0">
                <a:solidFill>
                  <a:srgbClr val="657167"/>
                </a:solidFill>
                <a:latin typeface="Inter"/>
                <a:ea typeface="Inter"/>
                <a:cs typeface="Inter"/>
              </a:defRPr>
            </a:lvl2pPr>
            <a:lvl3pPr>
              <a:defRPr sz="1050" b="0">
                <a:solidFill>
                  <a:srgbClr val="657167"/>
                </a:solidFill>
                <a:latin typeface="Inter"/>
                <a:ea typeface="Inter"/>
                <a:cs typeface="Inter"/>
              </a:defRPr>
            </a:lvl3pPr>
            <a:lvl4pPr>
              <a:defRPr sz="1050" b="0">
                <a:solidFill>
                  <a:srgbClr val="657167"/>
                </a:solidFill>
                <a:latin typeface="Inter"/>
                <a:ea typeface="Inter"/>
                <a:cs typeface="Inter"/>
              </a:defRPr>
            </a:lvl4pPr>
            <a:lvl5pPr>
              <a:defRPr sz="1050" b="0">
                <a:solidFill>
                  <a:srgbClr val="657167"/>
                </a:solidFill>
                <a:latin typeface="Inter"/>
                <a:ea typeface="Inter"/>
                <a:cs typeface="Inter"/>
              </a:defRPr>
            </a:lvl5pPr>
            <a:lvl6pPr>
              <a:defRPr sz="1050" b="0">
                <a:solidFill>
                  <a:srgbClr val="657167"/>
                </a:solidFill>
                <a:latin typeface="Inter"/>
                <a:ea typeface="Inter"/>
                <a:cs typeface="Inter"/>
              </a:defRPr>
            </a:lvl6pPr>
            <a:lvl7pPr>
              <a:defRPr sz="1050" b="0">
                <a:solidFill>
                  <a:srgbClr val="657167"/>
                </a:solidFill>
                <a:latin typeface="Inter"/>
                <a:ea typeface="Inter"/>
                <a:cs typeface="Inter"/>
              </a:defRPr>
            </a:lvl7pPr>
            <a:lvl8pPr>
              <a:defRPr sz="1050" b="0">
                <a:solidFill>
                  <a:srgbClr val="657167"/>
                </a:solidFill>
                <a:latin typeface="Inter"/>
                <a:ea typeface="Inter"/>
                <a:cs typeface="Inter"/>
              </a:defRPr>
            </a:lvl8pPr>
            <a:lvl9pPr>
              <a:defRPr sz="1050" b="0">
                <a:solidFill>
                  <a:srgbClr val="657167"/>
                </a:solidFill>
                <a:latin typeface="Inter"/>
                <a:ea typeface="Inter"/>
                <a:cs typeface="Inter"/>
              </a:defRPr>
            </a:lvl9pPr>
          </a:lstStyle>
          <a:p xmlns:a="http://schemas.openxmlformats.org/drawingml/2006/main">
            <a:pPr>
              <a:defRPr sz="1050" b="0">
                <a:solidFill>
                  <a:srgbClr val="657167"/>
                </a:solidFill>
                <a:latin typeface="Inter"/>
                <a:ea typeface="Inter"/>
                <a:cs typeface="Inter"/>
              </a:defRPr>
            </a:pPr>
            <a:r>
              <a:rPr sz="1050" b="0">
                <a:solidFill>
                  <a:srgbClr val="657167"/>
                </a:solidFill>
                <a:latin typeface="Inter"/>
                <a:ea typeface="Inter"/>
                <a:cs typeface="Inter"/>
              </a:rPr>
              <a:t>CELLORAS / TECHNICAL COMPANION</a:t>
            </a:r>
          </a:p>
        </p:txBody>
      </p:sp>
      <p:sp>
        <p:nvSpPr>
          <p:cNvPr id="4" name="text-123">
            <a:extLst xmlns:a="http://schemas.openxmlformats.org/drawingml/2006/main">
              <a:ext uri="{FF2B5EF4-FFF2-40B4-BE49-F238E27FC236}">
                <a16:creationId xmlns:a16="http://schemas.microsoft.com/office/drawing/2014/main" id="{68BEE5AB-8C26-4E91-9FB0-AF4FC40C7CDC}"/>
              </a:ext>
            </a:extLst>
          </p:cNvPr>
          <p:cNvSpPr>
            <a:spLocks xmlns:a="http://schemas.openxmlformats.org/drawingml/2006/main" noGrp="1"/>
          </p:cNvSpPr>
          <p:nvPr/>
        </p:nvSpPr>
        <p:spPr>
          <a:xfrm xmlns:a="http://schemas.openxmlformats.org/drawingml/2006/main">
            <a:off x="11239500" y="6467475"/>
            <a:ext cx="419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1">
                <a:solidFill>
                  <a:srgbClr val="1B5E20"/>
                </a:solidFill>
                <a:latin typeface="Inter"/>
                <a:ea typeface="Inter"/>
                <a:cs typeface="Inter"/>
              </a:defRPr>
            </a:defPPr>
            <a:lvl1pPr>
              <a:defRPr sz="1275" b="1">
                <a:solidFill>
                  <a:srgbClr val="1B5E20"/>
                </a:solidFill>
                <a:latin typeface="Inter"/>
                <a:ea typeface="Inter"/>
                <a:cs typeface="Inter"/>
              </a:defRPr>
            </a:lvl1pPr>
            <a:lvl2pPr>
              <a:defRPr sz="1275" b="1">
                <a:solidFill>
                  <a:srgbClr val="1B5E20"/>
                </a:solidFill>
                <a:latin typeface="Inter"/>
                <a:ea typeface="Inter"/>
                <a:cs typeface="Inter"/>
              </a:defRPr>
            </a:lvl2pPr>
            <a:lvl3pPr>
              <a:defRPr sz="1275" b="1">
                <a:solidFill>
                  <a:srgbClr val="1B5E20"/>
                </a:solidFill>
                <a:latin typeface="Inter"/>
                <a:ea typeface="Inter"/>
                <a:cs typeface="Inter"/>
              </a:defRPr>
            </a:lvl3pPr>
            <a:lvl4pPr>
              <a:defRPr sz="1275" b="1">
                <a:solidFill>
                  <a:srgbClr val="1B5E20"/>
                </a:solidFill>
                <a:latin typeface="Inter"/>
                <a:ea typeface="Inter"/>
                <a:cs typeface="Inter"/>
              </a:defRPr>
            </a:lvl4pPr>
            <a:lvl5pPr>
              <a:defRPr sz="1275" b="1">
                <a:solidFill>
                  <a:srgbClr val="1B5E20"/>
                </a:solidFill>
                <a:latin typeface="Inter"/>
                <a:ea typeface="Inter"/>
                <a:cs typeface="Inter"/>
              </a:defRPr>
            </a:lvl5pPr>
            <a:lvl6pPr>
              <a:defRPr sz="1275" b="1">
                <a:solidFill>
                  <a:srgbClr val="1B5E20"/>
                </a:solidFill>
                <a:latin typeface="Inter"/>
                <a:ea typeface="Inter"/>
                <a:cs typeface="Inter"/>
              </a:defRPr>
            </a:lvl6pPr>
            <a:lvl7pPr>
              <a:defRPr sz="1275" b="1">
                <a:solidFill>
                  <a:srgbClr val="1B5E20"/>
                </a:solidFill>
                <a:latin typeface="Inter"/>
                <a:ea typeface="Inter"/>
                <a:cs typeface="Inter"/>
              </a:defRPr>
            </a:lvl7pPr>
            <a:lvl8pPr>
              <a:defRPr sz="1275" b="1">
                <a:solidFill>
                  <a:srgbClr val="1B5E20"/>
                </a:solidFill>
                <a:latin typeface="Inter"/>
                <a:ea typeface="Inter"/>
                <a:cs typeface="Inter"/>
              </a:defRPr>
            </a:lvl8pPr>
            <a:lvl9pPr>
              <a:defRPr sz="1275" b="1">
                <a:solidFill>
                  <a:srgbClr val="1B5E20"/>
                </a:solidFill>
                <a:latin typeface="Inter"/>
                <a:ea typeface="Inter"/>
                <a:cs typeface="Inter"/>
              </a:defRPr>
            </a:lvl9pPr>
          </a:lstStyle>
          <a:p xmlns:a="http://schemas.openxmlformats.org/drawingml/2006/main">
            <a:pPr>
              <a:defRPr sz="1275" b="1">
                <a:solidFill>
                  <a:srgbClr val="1B5E20"/>
                </a:solidFill>
                <a:latin typeface="Inter"/>
                <a:ea typeface="Inter"/>
                <a:cs typeface="Inter"/>
              </a:defRPr>
            </a:pPr>
            <a:r>
              <a:rPr sz="1275" b="1">
                <a:solidFill>
                  <a:srgbClr val="1B5E20"/>
                </a:solidFill>
                <a:latin typeface="Inter"/>
                <a:ea typeface="Inter"/>
                <a:cs typeface="Inter"/>
              </a:rPr>
              <a:t>09</a:t>
            </a:r>
          </a:p>
        </p:txBody>
      </p:sp>
      <p:sp>
        <p:nvSpPr>
          <p:cNvPr id="5" name="box-124">
            <a:extLst xmlns:a="http://schemas.openxmlformats.org/drawingml/2006/main">
              <a:ext uri="{FF2B5EF4-FFF2-40B4-BE49-F238E27FC236}">
                <a16:creationId xmlns:a16="http://schemas.microsoft.com/office/drawing/2014/main" id="{D73001FE-99C2-45C1-A644-9908F83B0E0C}"/>
              </a:ext>
            </a:extLst>
          </p:cNvPr>
          <p:cNvSpPr>
            <a:spLocks xmlns:a="http://schemas.openxmlformats.org/drawingml/2006/main" noGrp="1"/>
          </p:cNvSpPr>
          <p:nvPr/>
        </p:nvSpPr>
        <p:spPr>
          <a:xfrm xmlns:a="http://schemas.openxmlformats.org/drawingml/2006/main">
            <a:off x="552450" y="2057400"/>
            <a:ext cx="5305425" cy="2571750"/>
          </a:xfrm>
          <a:prstGeom xmlns:a="http://schemas.openxmlformats.org/drawingml/2006/main" prst="rect">
            <a:avLst/>
          </a:prstGeom>
          <a:solidFill xmlns:a="http://schemas.openxmlformats.org/drawingml/2006/main">
            <a:srgbClr val="F0F5ED"/>
          </a:solidFill>
          <a:ln xmlns:a="http://schemas.openxmlformats.org/drawingml/2006/main" w="0">
            <a:noFill/>
          </a:ln>
        </p:spPr>
      </p:sp>
      <p:sp>
        <p:nvSpPr>
          <p:cNvPr id="6" name="text-125">
            <a:extLst xmlns:a="http://schemas.openxmlformats.org/drawingml/2006/main">
              <a:ext uri="{FF2B5EF4-FFF2-40B4-BE49-F238E27FC236}">
                <a16:creationId xmlns:a16="http://schemas.microsoft.com/office/drawing/2014/main" id="{8290AF69-1FC7-47D4-AD47-32A10B949B55}"/>
              </a:ext>
            </a:extLst>
          </p:cNvPr>
          <p:cNvSpPr>
            <a:spLocks xmlns:a="http://schemas.openxmlformats.org/drawingml/2006/main" noGrp="1"/>
          </p:cNvSpPr>
          <p:nvPr/>
        </p:nvSpPr>
        <p:spPr>
          <a:xfrm xmlns:a="http://schemas.openxmlformats.org/drawingml/2006/main">
            <a:off x="752475" y="2266950"/>
            <a:ext cx="4905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1B5E20"/>
                </a:solidFill>
                <a:latin typeface="Inter"/>
                <a:ea typeface="Inter"/>
                <a:cs typeface="Inter"/>
              </a:defRPr>
            </a:defPPr>
            <a:lvl1pPr>
              <a:defRPr sz="2250" b="1">
                <a:solidFill>
                  <a:srgbClr val="1B5E20"/>
                </a:solidFill>
                <a:latin typeface="Inter"/>
                <a:ea typeface="Inter"/>
                <a:cs typeface="Inter"/>
              </a:defRPr>
            </a:lvl1pPr>
            <a:lvl2pPr>
              <a:defRPr sz="2250" b="1">
                <a:solidFill>
                  <a:srgbClr val="1B5E20"/>
                </a:solidFill>
                <a:latin typeface="Inter"/>
                <a:ea typeface="Inter"/>
                <a:cs typeface="Inter"/>
              </a:defRPr>
            </a:lvl2pPr>
            <a:lvl3pPr>
              <a:defRPr sz="2250" b="1">
                <a:solidFill>
                  <a:srgbClr val="1B5E20"/>
                </a:solidFill>
                <a:latin typeface="Inter"/>
                <a:ea typeface="Inter"/>
                <a:cs typeface="Inter"/>
              </a:defRPr>
            </a:lvl3pPr>
            <a:lvl4pPr>
              <a:defRPr sz="2250" b="1">
                <a:solidFill>
                  <a:srgbClr val="1B5E20"/>
                </a:solidFill>
                <a:latin typeface="Inter"/>
                <a:ea typeface="Inter"/>
                <a:cs typeface="Inter"/>
              </a:defRPr>
            </a:lvl4pPr>
            <a:lvl5pPr>
              <a:defRPr sz="2250" b="1">
                <a:solidFill>
                  <a:srgbClr val="1B5E20"/>
                </a:solidFill>
                <a:latin typeface="Inter"/>
                <a:ea typeface="Inter"/>
                <a:cs typeface="Inter"/>
              </a:defRPr>
            </a:lvl5pPr>
            <a:lvl6pPr>
              <a:defRPr sz="2250" b="1">
                <a:solidFill>
                  <a:srgbClr val="1B5E20"/>
                </a:solidFill>
                <a:latin typeface="Inter"/>
                <a:ea typeface="Inter"/>
                <a:cs typeface="Inter"/>
              </a:defRPr>
            </a:lvl6pPr>
            <a:lvl7pPr>
              <a:defRPr sz="2250" b="1">
                <a:solidFill>
                  <a:srgbClr val="1B5E20"/>
                </a:solidFill>
                <a:latin typeface="Inter"/>
                <a:ea typeface="Inter"/>
                <a:cs typeface="Inter"/>
              </a:defRPr>
            </a:lvl7pPr>
            <a:lvl8pPr>
              <a:defRPr sz="2250" b="1">
                <a:solidFill>
                  <a:srgbClr val="1B5E20"/>
                </a:solidFill>
                <a:latin typeface="Inter"/>
                <a:ea typeface="Inter"/>
                <a:cs typeface="Inter"/>
              </a:defRPr>
            </a:lvl8pPr>
            <a:lvl9pPr>
              <a:defRPr sz="2250" b="1">
                <a:solidFill>
                  <a:srgbClr val="1B5E20"/>
                </a:solidFill>
                <a:latin typeface="Inter"/>
                <a:ea typeface="Inter"/>
                <a:cs typeface="Inter"/>
              </a:defRPr>
            </a:lvl9pPr>
          </a:lstStyle>
          <a:p xmlns:a="http://schemas.openxmlformats.org/drawingml/2006/main">
            <a:pPr>
              <a:defRPr sz="2250" b="1">
                <a:solidFill>
                  <a:srgbClr val="1B5E20"/>
                </a:solidFill>
                <a:latin typeface="Inter"/>
                <a:ea typeface="Inter"/>
                <a:cs typeface="Inter"/>
              </a:defRPr>
            </a:pPr>
            <a:r>
              <a:rPr sz="2250" b="1">
                <a:solidFill>
                  <a:srgbClr val="1B5E20"/>
                </a:solidFill>
                <a:latin typeface="Inter"/>
                <a:ea typeface="Inter"/>
                <a:cs typeface="Inter"/>
              </a:rPr>
              <a:t>Working in the public demo</a:t>
            </a:r>
          </a:p>
        </p:txBody>
      </p:sp>
      <p:sp>
        <p:nvSpPr>
          <p:cNvPr id="7" name="text-126">
            <a:extLst xmlns:a="http://schemas.openxmlformats.org/drawingml/2006/main">
              <a:ext uri="{FF2B5EF4-FFF2-40B4-BE49-F238E27FC236}">
                <a16:creationId xmlns:a16="http://schemas.microsoft.com/office/drawing/2014/main" id="{4BFA7A70-8EC0-4F87-ABC6-D7C9C51F6CB5}"/>
              </a:ext>
            </a:extLst>
          </p:cNvPr>
          <p:cNvSpPr>
            <a:spLocks xmlns:a="http://schemas.openxmlformats.org/drawingml/2006/main" noGrp="1"/>
          </p:cNvSpPr>
          <p:nvPr/>
        </p:nvSpPr>
        <p:spPr>
          <a:xfrm xmlns:a="http://schemas.openxmlformats.org/drawingml/2006/main">
            <a:off x="752475" y="2952750"/>
            <a:ext cx="490537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4221A"/>
                </a:solidFill>
                <a:latin typeface="Inter"/>
                <a:ea typeface="Inter"/>
                <a:cs typeface="Inter"/>
              </a:defRPr>
            </a:defPPr>
            <a:lvl1pPr>
              <a:defRPr sz="1875" b="0">
                <a:solidFill>
                  <a:srgbClr val="14221A"/>
                </a:solidFill>
                <a:latin typeface="Inter"/>
                <a:ea typeface="Inter"/>
                <a:cs typeface="Inter"/>
              </a:defRPr>
            </a:lvl1pPr>
            <a:lvl2pPr>
              <a:defRPr sz="1875" b="0">
                <a:solidFill>
                  <a:srgbClr val="14221A"/>
                </a:solidFill>
                <a:latin typeface="Inter"/>
                <a:ea typeface="Inter"/>
                <a:cs typeface="Inter"/>
              </a:defRPr>
            </a:lvl2pPr>
            <a:lvl3pPr>
              <a:defRPr sz="1875" b="0">
                <a:solidFill>
                  <a:srgbClr val="14221A"/>
                </a:solidFill>
                <a:latin typeface="Inter"/>
                <a:ea typeface="Inter"/>
                <a:cs typeface="Inter"/>
              </a:defRPr>
            </a:lvl3pPr>
            <a:lvl4pPr>
              <a:defRPr sz="1875" b="0">
                <a:solidFill>
                  <a:srgbClr val="14221A"/>
                </a:solidFill>
                <a:latin typeface="Inter"/>
                <a:ea typeface="Inter"/>
                <a:cs typeface="Inter"/>
              </a:defRPr>
            </a:lvl4pPr>
            <a:lvl5pPr>
              <a:defRPr sz="1875" b="0">
                <a:solidFill>
                  <a:srgbClr val="14221A"/>
                </a:solidFill>
                <a:latin typeface="Inter"/>
                <a:ea typeface="Inter"/>
                <a:cs typeface="Inter"/>
              </a:defRPr>
            </a:lvl5pPr>
            <a:lvl6pPr>
              <a:defRPr sz="1875" b="0">
                <a:solidFill>
                  <a:srgbClr val="14221A"/>
                </a:solidFill>
                <a:latin typeface="Inter"/>
                <a:ea typeface="Inter"/>
                <a:cs typeface="Inter"/>
              </a:defRPr>
            </a:lvl6pPr>
            <a:lvl7pPr>
              <a:defRPr sz="1875" b="0">
                <a:solidFill>
                  <a:srgbClr val="14221A"/>
                </a:solidFill>
                <a:latin typeface="Inter"/>
                <a:ea typeface="Inter"/>
                <a:cs typeface="Inter"/>
              </a:defRPr>
            </a:lvl7pPr>
            <a:lvl8pPr>
              <a:defRPr sz="1875" b="0">
                <a:solidFill>
                  <a:srgbClr val="14221A"/>
                </a:solidFill>
                <a:latin typeface="Inter"/>
                <a:ea typeface="Inter"/>
                <a:cs typeface="Inter"/>
              </a:defRPr>
            </a:lvl8pPr>
            <a:lvl9pPr>
              <a:defRPr sz="1875" b="0">
                <a:solidFill>
                  <a:srgbClr val="14221A"/>
                </a:solidFill>
                <a:latin typeface="Inter"/>
                <a:ea typeface="Inter"/>
                <a:cs typeface="Inter"/>
              </a:defRPr>
            </a:lvl9pPr>
          </a:lstStyle>
          <a:p xmlns:a="http://schemas.openxmlformats.org/drawingml/2006/main">
            <a:pPr>
              <a:defRPr sz="1875" b="0">
                <a:solidFill>
                  <a:srgbClr val="14221A"/>
                </a:solidFill>
                <a:latin typeface="Inter"/>
                <a:ea typeface="Inter"/>
                <a:cs typeface="Inter"/>
              </a:defRPr>
            </a:pPr>
            <a:r>
              <a:rPr sz="1875" b="0">
                <a:solidFill>
                  <a:srgbClr val="14221A"/>
                </a:solidFill>
                <a:latin typeface="Inter"/>
                <a:ea typeface="Inter"/>
                <a:cs typeface="Inter"/>
              </a:rPr>
              <a:t>H5AD upload and data checks</a:t>
            </a:r>
          </a:p>
          <a:p xmlns:a="http://schemas.openxmlformats.org/drawingml/2006/main">
            <a:pPr>
              <a:defRPr sz="1875" b="0">
                <a:solidFill>
                  <a:srgbClr val="14221A"/>
                </a:solidFill>
                <a:latin typeface="Inter"/>
                <a:ea typeface="Inter"/>
                <a:cs typeface="Inter"/>
              </a:defRPr>
            </a:pPr>
            <a:r>
              <a:rPr sz="1875" b="0">
                <a:solidFill>
                  <a:srgbClr val="14221A"/>
                </a:solidFill>
                <a:latin typeface="Inter"/>
                <a:ea typeface="Inter"/>
                <a:cs typeface="Inter"/>
              </a:rPr>
              <a:t>Interactive map and annotation</a:t>
            </a:r>
          </a:p>
          <a:p xmlns:a="http://schemas.openxmlformats.org/drawingml/2006/main">
            <a:pPr>
              <a:defRPr sz="1875" b="0">
                <a:solidFill>
                  <a:srgbClr val="14221A"/>
                </a:solidFill>
                <a:latin typeface="Inter"/>
                <a:ea typeface="Inter"/>
                <a:cs typeface="Inter"/>
              </a:defRPr>
            </a:pPr>
            <a:r>
              <a:rPr sz="1875" b="0">
                <a:solidFill>
                  <a:srgbClr val="14221A"/>
                </a:solidFill>
                <a:latin typeface="Inter"/>
                <a:ea typeface="Inter"/>
                <a:cs typeface="Inter"/>
              </a:rPr>
              <a:t>Live Zetaris marker reference</a:t>
            </a:r>
          </a:p>
          <a:p xmlns:a="http://schemas.openxmlformats.org/drawingml/2006/main">
            <a:pPr>
              <a:defRPr sz="1875" b="0">
                <a:solidFill>
                  <a:srgbClr val="14221A"/>
                </a:solidFill>
                <a:latin typeface="Inter"/>
                <a:ea typeface="Inter"/>
                <a:cs typeface="Inter"/>
              </a:defRPr>
            </a:pPr>
            <a:r>
              <a:rPr sz="1875" b="0">
                <a:solidFill>
                  <a:srgbClr val="14221A"/>
                </a:solidFill>
                <a:latin typeface="Inter"/>
                <a:ea typeface="Inter"/>
                <a:cs typeface="Inter"/>
              </a:rPr>
              <a:t>Meterless H-MEM review recall</a:t>
            </a:r>
          </a:p>
        </p:txBody>
      </p:sp>
      <p:sp>
        <p:nvSpPr>
          <p:cNvPr id="8" name="box-127">
            <a:extLst xmlns:a="http://schemas.openxmlformats.org/drawingml/2006/main">
              <a:ext uri="{FF2B5EF4-FFF2-40B4-BE49-F238E27FC236}">
                <a16:creationId xmlns:a16="http://schemas.microsoft.com/office/drawing/2014/main" id="{E1E1C1B1-130E-4B91-A7FC-C4CDEBF851F6}"/>
              </a:ext>
            </a:extLst>
          </p:cNvPr>
          <p:cNvSpPr>
            <a:spLocks xmlns:a="http://schemas.openxmlformats.org/drawingml/2006/main" noGrp="1"/>
          </p:cNvSpPr>
          <p:nvPr/>
        </p:nvSpPr>
        <p:spPr>
          <a:xfrm xmlns:a="http://schemas.openxmlformats.org/drawingml/2006/main">
            <a:off x="6353175" y="2057400"/>
            <a:ext cx="5305425" cy="2571750"/>
          </a:xfrm>
          <a:prstGeom xmlns:a="http://schemas.openxmlformats.org/drawingml/2006/main" prst="rect">
            <a:avLst/>
          </a:prstGeom>
          <a:solidFill xmlns:a="http://schemas.openxmlformats.org/drawingml/2006/main">
            <a:srgbClr val="FAF6EC"/>
          </a:solidFill>
          <a:ln xmlns:a="http://schemas.openxmlformats.org/drawingml/2006/main" w="0">
            <a:noFill/>
          </a:ln>
        </p:spPr>
      </p:sp>
      <p:sp>
        <p:nvSpPr>
          <p:cNvPr id="9" name="text-128">
            <a:extLst xmlns:a="http://schemas.openxmlformats.org/drawingml/2006/main">
              <a:ext uri="{FF2B5EF4-FFF2-40B4-BE49-F238E27FC236}">
                <a16:creationId xmlns:a16="http://schemas.microsoft.com/office/drawing/2014/main" id="{E45AE100-40A8-450F-B6A1-0BF316319B39}"/>
              </a:ext>
            </a:extLst>
          </p:cNvPr>
          <p:cNvSpPr>
            <a:spLocks xmlns:a="http://schemas.openxmlformats.org/drawingml/2006/main" noGrp="1"/>
          </p:cNvSpPr>
          <p:nvPr/>
        </p:nvSpPr>
        <p:spPr>
          <a:xfrm xmlns:a="http://schemas.openxmlformats.org/drawingml/2006/main">
            <a:off x="6553200" y="2266950"/>
            <a:ext cx="4905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8C5F20"/>
                </a:solidFill>
                <a:latin typeface="Inter"/>
                <a:ea typeface="Inter"/>
                <a:cs typeface="Inter"/>
              </a:defRPr>
            </a:defPPr>
            <a:lvl1pPr>
              <a:defRPr sz="2250" b="1">
                <a:solidFill>
                  <a:srgbClr val="8C5F20"/>
                </a:solidFill>
                <a:latin typeface="Inter"/>
                <a:ea typeface="Inter"/>
                <a:cs typeface="Inter"/>
              </a:defRPr>
            </a:lvl1pPr>
            <a:lvl2pPr>
              <a:defRPr sz="2250" b="1">
                <a:solidFill>
                  <a:srgbClr val="8C5F20"/>
                </a:solidFill>
                <a:latin typeface="Inter"/>
                <a:ea typeface="Inter"/>
                <a:cs typeface="Inter"/>
              </a:defRPr>
            </a:lvl2pPr>
            <a:lvl3pPr>
              <a:defRPr sz="2250" b="1">
                <a:solidFill>
                  <a:srgbClr val="8C5F20"/>
                </a:solidFill>
                <a:latin typeface="Inter"/>
                <a:ea typeface="Inter"/>
                <a:cs typeface="Inter"/>
              </a:defRPr>
            </a:lvl3pPr>
            <a:lvl4pPr>
              <a:defRPr sz="2250" b="1">
                <a:solidFill>
                  <a:srgbClr val="8C5F20"/>
                </a:solidFill>
                <a:latin typeface="Inter"/>
                <a:ea typeface="Inter"/>
                <a:cs typeface="Inter"/>
              </a:defRPr>
            </a:lvl4pPr>
            <a:lvl5pPr>
              <a:defRPr sz="2250" b="1">
                <a:solidFill>
                  <a:srgbClr val="8C5F20"/>
                </a:solidFill>
                <a:latin typeface="Inter"/>
                <a:ea typeface="Inter"/>
                <a:cs typeface="Inter"/>
              </a:defRPr>
            </a:lvl5pPr>
            <a:lvl6pPr>
              <a:defRPr sz="2250" b="1">
                <a:solidFill>
                  <a:srgbClr val="8C5F20"/>
                </a:solidFill>
                <a:latin typeface="Inter"/>
                <a:ea typeface="Inter"/>
                <a:cs typeface="Inter"/>
              </a:defRPr>
            </a:lvl6pPr>
            <a:lvl7pPr>
              <a:defRPr sz="2250" b="1">
                <a:solidFill>
                  <a:srgbClr val="8C5F20"/>
                </a:solidFill>
                <a:latin typeface="Inter"/>
                <a:ea typeface="Inter"/>
                <a:cs typeface="Inter"/>
              </a:defRPr>
            </a:lvl7pPr>
            <a:lvl8pPr>
              <a:defRPr sz="2250" b="1">
                <a:solidFill>
                  <a:srgbClr val="8C5F20"/>
                </a:solidFill>
                <a:latin typeface="Inter"/>
                <a:ea typeface="Inter"/>
                <a:cs typeface="Inter"/>
              </a:defRPr>
            </a:lvl8pPr>
            <a:lvl9pPr>
              <a:defRPr sz="2250" b="1">
                <a:solidFill>
                  <a:srgbClr val="8C5F20"/>
                </a:solidFill>
                <a:latin typeface="Inter"/>
                <a:ea typeface="Inter"/>
                <a:cs typeface="Inter"/>
              </a:defRPr>
            </a:lvl9pPr>
          </a:lstStyle>
          <a:p xmlns:a="http://schemas.openxmlformats.org/drawingml/2006/main">
            <a:pPr>
              <a:defRPr sz="2250" b="1">
                <a:solidFill>
                  <a:srgbClr val="8C5F20"/>
                </a:solidFill>
                <a:latin typeface="Inter"/>
                <a:ea typeface="Inter"/>
                <a:cs typeface="Inter"/>
              </a:defRPr>
            </a:pPr>
            <a:r>
              <a:rPr sz="2250" b="1">
                <a:solidFill>
                  <a:srgbClr val="8C5F20"/>
                </a:solidFill>
                <a:latin typeface="Inter"/>
                <a:ea typeface="Inter"/>
                <a:cs typeface="Inter"/>
              </a:rPr>
              <a:t>Next scientific work</a:t>
            </a:r>
          </a:p>
        </p:txBody>
      </p:sp>
      <p:sp>
        <p:nvSpPr>
          <p:cNvPr id="10" name="text-129">
            <a:extLst xmlns:a="http://schemas.openxmlformats.org/drawingml/2006/main">
              <a:ext uri="{FF2B5EF4-FFF2-40B4-BE49-F238E27FC236}">
                <a16:creationId xmlns:a16="http://schemas.microsoft.com/office/drawing/2014/main" id="{9276556E-EF49-4C15-A539-A513D3CCCB1C}"/>
              </a:ext>
            </a:extLst>
          </p:cNvPr>
          <p:cNvSpPr>
            <a:spLocks xmlns:a="http://schemas.openxmlformats.org/drawingml/2006/main" noGrp="1"/>
          </p:cNvSpPr>
          <p:nvPr/>
        </p:nvSpPr>
        <p:spPr>
          <a:xfrm xmlns:a="http://schemas.openxmlformats.org/drawingml/2006/main">
            <a:off x="6553200" y="2952750"/>
            <a:ext cx="490537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14221A"/>
                </a:solidFill>
                <a:latin typeface="Inter"/>
                <a:ea typeface="Inter"/>
                <a:cs typeface="Inter"/>
              </a:defRPr>
            </a:defPPr>
            <a:lvl1pPr>
              <a:defRPr sz="1875" b="0">
                <a:solidFill>
                  <a:srgbClr val="14221A"/>
                </a:solidFill>
                <a:latin typeface="Inter"/>
                <a:ea typeface="Inter"/>
                <a:cs typeface="Inter"/>
              </a:defRPr>
            </a:lvl1pPr>
            <a:lvl2pPr>
              <a:defRPr sz="1875" b="0">
                <a:solidFill>
                  <a:srgbClr val="14221A"/>
                </a:solidFill>
                <a:latin typeface="Inter"/>
                <a:ea typeface="Inter"/>
                <a:cs typeface="Inter"/>
              </a:defRPr>
            </a:lvl2pPr>
            <a:lvl3pPr>
              <a:defRPr sz="1875" b="0">
                <a:solidFill>
                  <a:srgbClr val="14221A"/>
                </a:solidFill>
                <a:latin typeface="Inter"/>
                <a:ea typeface="Inter"/>
                <a:cs typeface="Inter"/>
              </a:defRPr>
            </a:lvl3pPr>
            <a:lvl4pPr>
              <a:defRPr sz="1875" b="0">
                <a:solidFill>
                  <a:srgbClr val="14221A"/>
                </a:solidFill>
                <a:latin typeface="Inter"/>
                <a:ea typeface="Inter"/>
                <a:cs typeface="Inter"/>
              </a:defRPr>
            </a:lvl4pPr>
            <a:lvl5pPr>
              <a:defRPr sz="1875" b="0">
                <a:solidFill>
                  <a:srgbClr val="14221A"/>
                </a:solidFill>
                <a:latin typeface="Inter"/>
                <a:ea typeface="Inter"/>
                <a:cs typeface="Inter"/>
              </a:defRPr>
            </a:lvl5pPr>
            <a:lvl6pPr>
              <a:defRPr sz="1875" b="0">
                <a:solidFill>
                  <a:srgbClr val="14221A"/>
                </a:solidFill>
                <a:latin typeface="Inter"/>
                <a:ea typeface="Inter"/>
                <a:cs typeface="Inter"/>
              </a:defRPr>
            </a:lvl6pPr>
            <a:lvl7pPr>
              <a:defRPr sz="1875" b="0">
                <a:solidFill>
                  <a:srgbClr val="14221A"/>
                </a:solidFill>
                <a:latin typeface="Inter"/>
                <a:ea typeface="Inter"/>
                <a:cs typeface="Inter"/>
              </a:defRPr>
            </a:lvl7pPr>
            <a:lvl8pPr>
              <a:defRPr sz="1875" b="0">
                <a:solidFill>
                  <a:srgbClr val="14221A"/>
                </a:solidFill>
                <a:latin typeface="Inter"/>
                <a:ea typeface="Inter"/>
                <a:cs typeface="Inter"/>
              </a:defRPr>
            </a:lvl8pPr>
            <a:lvl9pPr>
              <a:defRPr sz="1875" b="0">
                <a:solidFill>
                  <a:srgbClr val="14221A"/>
                </a:solidFill>
                <a:latin typeface="Inter"/>
                <a:ea typeface="Inter"/>
                <a:cs typeface="Inter"/>
              </a:defRPr>
            </a:lvl9pPr>
          </a:lstStyle>
          <a:p xmlns:a="http://schemas.openxmlformats.org/drawingml/2006/main">
            <a:pPr>
              <a:defRPr sz="1875" b="0">
                <a:solidFill>
                  <a:srgbClr val="14221A"/>
                </a:solidFill>
                <a:latin typeface="Inter"/>
                <a:ea typeface="Inter"/>
                <a:cs typeface="Inter"/>
              </a:defRPr>
            </a:pPr>
            <a:r>
              <a:rPr sz="1875" b="0">
                <a:solidFill>
                  <a:srgbClr val="14221A"/>
                </a:solidFill>
                <a:latin typeface="Inter"/>
                <a:ea typeface="Inter"/>
                <a:cs typeface="Inter"/>
              </a:rPr>
              <a:t>Independent biological validation</a:t>
            </a:r>
          </a:p>
          <a:p xmlns:a="http://schemas.openxmlformats.org/drawingml/2006/main">
            <a:pPr>
              <a:defRPr sz="1875" b="0">
                <a:solidFill>
                  <a:srgbClr val="14221A"/>
                </a:solidFill>
                <a:latin typeface="Inter"/>
                <a:ea typeface="Inter"/>
                <a:cs typeface="Inter"/>
              </a:defRPr>
            </a:pPr>
            <a:r>
              <a:rPr sz="1875" b="0">
                <a:solidFill>
                  <a:srgbClr val="14221A"/>
                </a:solidFill>
                <a:latin typeface="Inter"/>
                <a:ea typeface="Inter"/>
                <a:cs typeface="Inter"/>
              </a:rPr>
              <a:t>Broader marker coverage</a:t>
            </a:r>
          </a:p>
          <a:p xmlns:a="http://schemas.openxmlformats.org/drawingml/2006/main">
            <a:pPr>
              <a:defRPr sz="1875" b="0">
                <a:solidFill>
                  <a:srgbClr val="14221A"/>
                </a:solidFill>
                <a:latin typeface="Inter"/>
                <a:ea typeface="Inter"/>
                <a:cs typeface="Inter"/>
              </a:defRPr>
            </a:pPr>
            <a:r>
              <a:rPr sz="1875" b="0">
                <a:solidFill>
                  <a:srgbClr val="14221A"/>
                </a:solidFill>
                <a:latin typeface="Inter"/>
                <a:ea typeface="Inter"/>
                <a:cs typeface="Inter"/>
              </a:rPr>
              <a:t>Gene-build and ortholog mapping</a:t>
            </a:r>
          </a:p>
          <a:p xmlns:a="http://schemas.openxmlformats.org/drawingml/2006/main">
            <a:pPr>
              <a:defRPr sz="1875" b="0">
                <a:solidFill>
                  <a:srgbClr val="14221A"/>
                </a:solidFill>
                <a:latin typeface="Inter"/>
                <a:ea typeface="Inter"/>
                <a:cs typeface="Inter"/>
              </a:defRPr>
            </a:pPr>
            <a:r>
              <a:rPr sz="1875" b="0">
                <a:solidFill>
                  <a:srgbClr val="14221A"/>
                </a:solidFill>
                <a:latin typeface="Inter"/>
                <a:ea typeface="Inter"/>
                <a:cs typeface="Inter"/>
              </a:rPr>
              <a:t>Other tissues and plants</a:t>
            </a:r>
          </a:p>
        </p:txBody>
      </p:sp>
      <p:sp>
        <p:nvSpPr>
          <p:cNvPr id="11" name="text-130">
            <a:extLst xmlns:a="http://schemas.openxmlformats.org/drawingml/2006/main">
              <a:ext uri="{FF2B5EF4-FFF2-40B4-BE49-F238E27FC236}">
                <a16:creationId xmlns:a16="http://schemas.microsoft.com/office/drawing/2014/main" id="{F4E593BD-B3D7-460A-91F0-455CC1CD2295}"/>
              </a:ext>
            </a:extLst>
          </p:cNvPr>
          <p:cNvSpPr>
            <a:spLocks xmlns:a="http://schemas.openxmlformats.org/drawingml/2006/main" noGrp="1"/>
          </p:cNvSpPr>
          <p:nvPr/>
        </p:nvSpPr>
        <p:spPr>
          <a:xfrm xmlns:a="http://schemas.openxmlformats.org/drawingml/2006/main">
            <a:off x="552450" y="4981575"/>
            <a:ext cx="111061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950" b="1">
                <a:solidFill>
                  <a:srgbClr val="14221A"/>
                </a:solidFill>
                <a:latin typeface="Inter"/>
                <a:ea typeface="Inter"/>
                <a:cs typeface="Inter"/>
              </a:defRPr>
            </a:defPPr>
            <a:lvl1pPr>
              <a:defRPr sz="1950" b="1">
                <a:solidFill>
                  <a:srgbClr val="14221A"/>
                </a:solidFill>
                <a:latin typeface="Inter"/>
                <a:ea typeface="Inter"/>
                <a:cs typeface="Inter"/>
              </a:defRPr>
            </a:lvl1pPr>
            <a:lvl2pPr>
              <a:defRPr sz="1950" b="1">
                <a:solidFill>
                  <a:srgbClr val="14221A"/>
                </a:solidFill>
                <a:latin typeface="Inter"/>
                <a:ea typeface="Inter"/>
                <a:cs typeface="Inter"/>
              </a:defRPr>
            </a:lvl2pPr>
            <a:lvl3pPr>
              <a:defRPr sz="1950" b="1">
                <a:solidFill>
                  <a:srgbClr val="14221A"/>
                </a:solidFill>
                <a:latin typeface="Inter"/>
                <a:ea typeface="Inter"/>
                <a:cs typeface="Inter"/>
              </a:defRPr>
            </a:lvl3pPr>
            <a:lvl4pPr>
              <a:defRPr sz="1950" b="1">
                <a:solidFill>
                  <a:srgbClr val="14221A"/>
                </a:solidFill>
                <a:latin typeface="Inter"/>
                <a:ea typeface="Inter"/>
                <a:cs typeface="Inter"/>
              </a:defRPr>
            </a:lvl4pPr>
            <a:lvl5pPr>
              <a:defRPr sz="1950" b="1">
                <a:solidFill>
                  <a:srgbClr val="14221A"/>
                </a:solidFill>
                <a:latin typeface="Inter"/>
                <a:ea typeface="Inter"/>
                <a:cs typeface="Inter"/>
              </a:defRPr>
            </a:lvl5pPr>
            <a:lvl6pPr>
              <a:defRPr sz="1950" b="1">
                <a:solidFill>
                  <a:srgbClr val="14221A"/>
                </a:solidFill>
                <a:latin typeface="Inter"/>
                <a:ea typeface="Inter"/>
                <a:cs typeface="Inter"/>
              </a:defRPr>
            </a:lvl6pPr>
            <a:lvl7pPr>
              <a:defRPr sz="1950" b="1">
                <a:solidFill>
                  <a:srgbClr val="14221A"/>
                </a:solidFill>
                <a:latin typeface="Inter"/>
                <a:ea typeface="Inter"/>
                <a:cs typeface="Inter"/>
              </a:defRPr>
            </a:lvl7pPr>
            <a:lvl8pPr>
              <a:defRPr sz="1950" b="1">
                <a:solidFill>
                  <a:srgbClr val="14221A"/>
                </a:solidFill>
                <a:latin typeface="Inter"/>
                <a:ea typeface="Inter"/>
                <a:cs typeface="Inter"/>
              </a:defRPr>
            </a:lvl8pPr>
            <a:lvl9pPr>
              <a:defRPr sz="1950" b="1">
                <a:solidFill>
                  <a:srgbClr val="14221A"/>
                </a:solidFill>
                <a:latin typeface="Inter"/>
                <a:ea typeface="Inter"/>
                <a:cs typeface="Inter"/>
              </a:defRPr>
            </a:lvl9pPr>
          </a:lstStyle>
          <a:p xmlns:a="http://schemas.openxmlformats.org/drawingml/2006/main">
            <a:pPr>
              <a:defRPr sz="1950" b="1">
                <a:solidFill>
                  <a:srgbClr val="14221A"/>
                </a:solidFill>
                <a:latin typeface="Inter"/>
                <a:ea typeface="Inter"/>
                <a:cs typeface="Inter"/>
              </a:defRPr>
            </a:pPr>
            <a:r>
              <a:rPr sz="1950" b="1">
                <a:solidFill>
                  <a:srgbClr val="14221A"/>
                </a:solidFill>
                <a:latin typeface="Inter"/>
                <a:ea typeface="Inter"/>
                <a:cs typeface="Inter"/>
              </a:rPr>
              <a:t>One actual uploaded dataset, one agent conversation, both required sponsors.</a:t>
            </a:r>
          </a:p>
        </p:txBody>
      </p:sp>
      <p:sp>
        <p:nvSpPr>
          <p:cNvPr id="12" name="text-131">
            <a:extLst xmlns:a="http://schemas.openxmlformats.org/drawingml/2006/main">
              <a:ext uri="{FF2B5EF4-FFF2-40B4-BE49-F238E27FC236}">
                <a16:creationId xmlns:a16="http://schemas.microsoft.com/office/drawing/2014/main" id="{9079931B-CBC7-4985-98EC-D369D4F7D1C3}"/>
              </a:ext>
            </a:extLst>
          </p:cNvPr>
          <p:cNvSpPr>
            <a:spLocks xmlns:a="http://schemas.openxmlformats.org/drawingml/2006/main" noGrp="1"/>
          </p:cNvSpPr>
          <p:nvPr/>
        </p:nvSpPr>
        <p:spPr>
          <a:xfrm xmlns:a="http://schemas.openxmlformats.org/drawingml/2006/main">
            <a:off x="552450" y="5829300"/>
            <a:ext cx="111061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657167"/>
                </a:solidFill>
                <a:latin typeface="Inter"/>
                <a:ea typeface="Inter"/>
                <a:cs typeface="Inter"/>
              </a:defRPr>
            </a:defPPr>
            <a:lvl1pPr>
              <a:defRPr sz="1650" b="0">
                <a:solidFill>
                  <a:srgbClr val="657167"/>
                </a:solidFill>
                <a:latin typeface="Inter"/>
                <a:ea typeface="Inter"/>
                <a:cs typeface="Inter"/>
              </a:defRPr>
            </a:lvl1pPr>
            <a:lvl2pPr>
              <a:defRPr sz="1650" b="0">
                <a:solidFill>
                  <a:srgbClr val="657167"/>
                </a:solidFill>
                <a:latin typeface="Inter"/>
                <a:ea typeface="Inter"/>
                <a:cs typeface="Inter"/>
              </a:defRPr>
            </a:lvl2pPr>
            <a:lvl3pPr>
              <a:defRPr sz="1650" b="0">
                <a:solidFill>
                  <a:srgbClr val="657167"/>
                </a:solidFill>
                <a:latin typeface="Inter"/>
                <a:ea typeface="Inter"/>
                <a:cs typeface="Inter"/>
              </a:defRPr>
            </a:lvl3pPr>
            <a:lvl4pPr>
              <a:defRPr sz="1650" b="0">
                <a:solidFill>
                  <a:srgbClr val="657167"/>
                </a:solidFill>
                <a:latin typeface="Inter"/>
                <a:ea typeface="Inter"/>
                <a:cs typeface="Inter"/>
              </a:defRPr>
            </a:lvl4pPr>
            <a:lvl5pPr>
              <a:defRPr sz="1650" b="0">
                <a:solidFill>
                  <a:srgbClr val="657167"/>
                </a:solidFill>
                <a:latin typeface="Inter"/>
                <a:ea typeface="Inter"/>
                <a:cs typeface="Inter"/>
              </a:defRPr>
            </a:lvl5pPr>
            <a:lvl6pPr>
              <a:defRPr sz="1650" b="0">
                <a:solidFill>
                  <a:srgbClr val="657167"/>
                </a:solidFill>
                <a:latin typeface="Inter"/>
                <a:ea typeface="Inter"/>
                <a:cs typeface="Inter"/>
              </a:defRPr>
            </a:lvl6pPr>
            <a:lvl7pPr>
              <a:defRPr sz="1650" b="0">
                <a:solidFill>
                  <a:srgbClr val="657167"/>
                </a:solidFill>
                <a:latin typeface="Inter"/>
                <a:ea typeface="Inter"/>
                <a:cs typeface="Inter"/>
              </a:defRPr>
            </a:lvl7pPr>
            <a:lvl8pPr>
              <a:defRPr sz="1650" b="0">
                <a:solidFill>
                  <a:srgbClr val="657167"/>
                </a:solidFill>
                <a:latin typeface="Inter"/>
                <a:ea typeface="Inter"/>
                <a:cs typeface="Inter"/>
              </a:defRPr>
            </a:lvl8pPr>
            <a:lvl9pPr>
              <a:defRPr sz="1650" b="0">
                <a:solidFill>
                  <a:srgbClr val="657167"/>
                </a:solidFill>
                <a:latin typeface="Inter"/>
                <a:ea typeface="Inter"/>
                <a:cs typeface="Inter"/>
              </a:defRPr>
            </a:lvl9pPr>
          </a:lstStyle>
          <a:p xmlns:a="http://schemas.openxmlformats.org/drawingml/2006/main">
            <a:pPr>
              <a:defRPr sz="1650" b="0">
                <a:solidFill>
                  <a:srgbClr val="657167"/>
                </a:solidFill>
                <a:latin typeface="Inter"/>
                <a:ea typeface="Inter"/>
                <a:cs typeface="Inter"/>
              </a:defRPr>
            </a:pPr>
            <a:r>
              <a:rPr sz="1650" b="0">
                <a:solidFill>
                  <a:srgbClr val="657167"/>
                </a:solidFill>
                <a:latin typeface="Inter"/>
                <a:ea typeface="Inter"/>
                <a:cs typeface="Inter"/>
              </a:rPr>
              <a:t>Demo input: 7,496 soybean root nuclei. Original counts, groups and UMAP preserved.</a:t>
            </a:r>
          </a:p>
        </p:txBody>
      </p:sp>
    </p:spTree>
    <p:extLst>
      <p:ext uri="{BB962C8B-B14F-4D97-AF65-F5344CB8AC3E}">
        <p14:creationId xmlns:p14="http://schemas.microsoft.com/office/powerpoint/2010/main" val="11706258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2026-10-26T00:58:46.4910000Z</dcterms:created>
  <dcterms:modified xsi:type="dcterms:W3CDTF">2026-10-26T00:58:46.4910000Z</dcterms:modified>
</coreProperties>
</file>