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3612d5007d84fe4" /><Relationship Type="http://schemas.openxmlformats.org/officeDocument/2006/relationships/extended-properties" Target="/docProps/app.xml" Id="Rce5f9ce6087d4dfd" /><Relationship Type="http://schemas.openxmlformats.org/officeDocument/2006/relationships/officeDocument" Target="/ppt/presentation.xml" Id="R3f2fed48c83846b9" /></Relationships>
</file>

<file path=ppt/presentation.xml><?xml version="1.0" encoding="utf-8"?>
<p:presentation xmlns:p="http://schemas.openxmlformats.org/presentationml/2006/main">
  <p:sldMasterIdLst>
    <p:sldMasterId xmlns:r="http://schemas.openxmlformats.org/officeDocument/2006/relationships" id="2147483648" r:id="R4f86b141649b4017"/>
  </p:sldMasterIdLst>
  <p:notesMasterIdLst>
    <p:notesMasterId xmlns:r="http://schemas.openxmlformats.org/officeDocument/2006/relationships" r:id="Rf77bd333ce114bd7"/>
  </p:notesMasterIdLst>
  <p:sldIdLst>
    <p:sldId xmlns:r="http://schemas.openxmlformats.org/officeDocument/2006/relationships" id="256" r:id="R001a1ea971184299"/>
    <p:sldId xmlns:r="http://schemas.openxmlformats.org/officeDocument/2006/relationships" id="257" r:id="R46a4754780214331"/>
    <p:sldId xmlns:r="http://schemas.openxmlformats.org/officeDocument/2006/relationships" id="258" r:id="R95f7adeba0744407"/>
    <p:sldId xmlns:r="http://schemas.openxmlformats.org/officeDocument/2006/relationships" id="259" r:id="Rdbe66b543c6c4866"/>
    <p:sldId xmlns:r="http://schemas.openxmlformats.org/officeDocument/2006/relationships" id="260" r:id="R006c0a2aebe54364"/>
    <p:sldId xmlns:r="http://schemas.openxmlformats.org/officeDocument/2006/relationships" id="261" r:id="Ra0a5dcd3edd14a40"/>
    <p:sldId xmlns:r="http://schemas.openxmlformats.org/officeDocument/2006/relationships" id="262" r:id="Recefa38af3cd4148"/>
    <p:sldId xmlns:r="http://schemas.openxmlformats.org/officeDocument/2006/relationships" id="263" r:id="Rdf9a21993a674b91"/>
    <p:sldId xmlns:r="http://schemas.openxmlformats.org/officeDocument/2006/relationships" id="264" r:id="R203ac43462314130"/>
    <p:sldId xmlns:r="http://schemas.openxmlformats.org/officeDocument/2006/relationships" id="265" r:id="Rdb23a8712568402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e4477f739ac4be0" /><Relationship Type="http://schemas.openxmlformats.org/officeDocument/2006/relationships/slideMaster" Target="/ppt/slideMasters/slideMaster1.xml" Id="R4f86b141649b4017" /><Relationship Type="http://schemas.openxmlformats.org/officeDocument/2006/relationships/notesMaster" Target="/ppt/notesMasters/notesMaster1.xml" Id="Rf77bd333ce114bd7" /><Relationship Type="http://schemas.openxmlformats.org/officeDocument/2006/relationships/presProps" Target="/ppt/presProps.xml" Id="R0120d1e8b19047dc" /><Relationship Type="http://schemas.openxmlformats.org/officeDocument/2006/relationships/tableStyles" Target="/ppt/tableStyles.xml" Id="R18749345d9844c92" /><Relationship Type="http://schemas.openxmlformats.org/officeDocument/2006/relationships/slide" Target="/ppt/slides/slide1.xml" Id="R001a1ea971184299" /><Relationship Type="http://schemas.openxmlformats.org/officeDocument/2006/relationships/slide" Target="/ppt/slides/slide2.xml" Id="R46a4754780214331" /><Relationship Type="http://schemas.openxmlformats.org/officeDocument/2006/relationships/slide" Target="/ppt/slides/slide3.xml" Id="R95f7adeba0744407" /><Relationship Type="http://schemas.openxmlformats.org/officeDocument/2006/relationships/slide" Target="/ppt/slides/slide4.xml" Id="Rdbe66b543c6c4866" /><Relationship Type="http://schemas.openxmlformats.org/officeDocument/2006/relationships/slide" Target="/ppt/slides/slide5.xml" Id="R006c0a2aebe54364" /><Relationship Type="http://schemas.openxmlformats.org/officeDocument/2006/relationships/slide" Target="/ppt/slides/slide6.xml" Id="Ra0a5dcd3edd14a40" /><Relationship Type="http://schemas.openxmlformats.org/officeDocument/2006/relationships/slide" Target="/ppt/slides/slide7.xml" Id="Recefa38af3cd4148" /><Relationship Type="http://schemas.openxmlformats.org/officeDocument/2006/relationships/slide" Target="/ppt/slides/slide8.xml" Id="Rdf9a21993a674b91" /><Relationship Type="http://schemas.openxmlformats.org/officeDocument/2006/relationships/slide" Target="/ppt/slides/slide9.xml" Id="R203ac43462314130" /><Relationship Type="http://schemas.openxmlformats.org/officeDocument/2006/relationships/slide" Target="/ppt/slides/slide10.xml" Id="Rdb23a8712568402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9e24d6fa9af4e0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919e2438bb54b2e" /><Relationship Type="http://schemas.openxmlformats.org/officeDocument/2006/relationships/notesMaster" Target="/ppt/notesMasters/notesMaster1.xml" Id="R8a7a6d222ab741f8" /></Relationships>
</file>

<file path=ppt/notesSlides/_rels/notesSlide2.xml.rels>&#65279;<?xml version="1.0" encoding="utf-8"?><Relationships xmlns="http://schemas.openxmlformats.org/package/2006/relationships"><Relationship Type="http://schemas.openxmlformats.org/officeDocument/2006/relationships/slide" Target="/ppt/slides/slide2.xml" Id="R9ad75423b84e4163" /><Relationship Type="http://schemas.openxmlformats.org/officeDocument/2006/relationships/notesMaster" Target="/ppt/notesMasters/notesMaster1.xml" Id="R6cfbfab33fda42fb" /></Relationships>
</file>

<file path=ppt/notesSlides/_rels/notesSlide3.xml.rels>&#65279;<?xml version="1.0" encoding="utf-8"?><Relationships xmlns="http://schemas.openxmlformats.org/package/2006/relationships"><Relationship Type="http://schemas.openxmlformats.org/officeDocument/2006/relationships/slide" Target="/ppt/slides/slide3.xml" Id="R3d9a3987cb1843cb" /><Relationship Type="http://schemas.openxmlformats.org/officeDocument/2006/relationships/notesMaster" Target="/ppt/notesMasters/notesMaster1.xml" Id="Rab2703af13214506" /></Relationships>
</file>

<file path=ppt/notesSlides/_rels/notesSlide4.xml.rels>&#65279;<?xml version="1.0" encoding="utf-8"?><Relationships xmlns="http://schemas.openxmlformats.org/package/2006/relationships"><Relationship Type="http://schemas.openxmlformats.org/officeDocument/2006/relationships/slide" Target="/ppt/slides/slide4.xml" Id="R633ddad324764588" /><Relationship Type="http://schemas.openxmlformats.org/officeDocument/2006/relationships/notesMaster" Target="/ppt/notesMasters/notesMaster1.xml" Id="R07e31f8301874fc2" /></Relationships>
</file>

<file path=ppt/notesSlides/_rels/notesSlide5.xml.rels>&#65279;<?xml version="1.0" encoding="utf-8"?><Relationships xmlns="http://schemas.openxmlformats.org/package/2006/relationships"><Relationship Type="http://schemas.openxmlformats.org/officeDocument/2006/relationships/slide" Target="/ppt/slides/slide5.xml" Id="Rd1bd604364044a61" /><Relationship Type="http://schemas.openxmlformats.org/officeDocument/2006/relationships/notesMaster" Target="/ppt/notesMasters/notesMaster1.xml" Id="Reda86b4876f44933" /></Relationships>
</file>

<file path=ppt/notesSlides/_rels/notesSlide6.xml.rels>&#65279;<?xml version="1.0" encoding="utf-8"?><Relationships xmlns="http://schemas.openxmlformats.org/package/2006/relationships"><Relationship Type="http://schemas.openxmlformats.org/officeDocument/2006/relationships/slide" Target="/ppt/slides/slide6.xml" Id="Red6c74c560904265" /><Relationship Type="http://schemas.openxmlformats.org/officeDocument/2006/relationships/notesMaster" Target="/ppt/notesMasters/notesMaster1.xml" Id="R89538211abf14643" /></Relationships>
</file>

<file path=ppt/notesSlides/_rels/notesSlide7.xml.rels>&#65279;<?xml version="1.0" encoding="utf-8"?><Relationships xmlns="http://schemas.openxmlformats.org/package/2006/relationships"><Relationship Type="http://schemas.openxmlformats.org/officeDocument/2006/relationships/slide" Target="/ppt/slides/slide7.xml" Id="Rf61bdc62d47d4070" /><Relationship Type="http://schemas.openxmlformats.org/officeDocument/2006/relationships/notesMaster" Target="/ppt/notesMasters/notesMaster1.xml" Id="R7db2ab03792245d6" /></Relationships>
</file>

<file path=ppt/notesSlides/_rels/notesSlide8.xml.rels>&#65279;<?xml version="1.0" encoding="utf-8"?><Relationships xmlns="http://schemas.openxmlformats.org/package/2006/relationships"><Relationship Type="http://schemas.openxmlformats.org/officeDocument/2006/relationships/slide" Target="/ppt/slides/slide8.xml" Id="R7e7e1f9f6b384b53" /><Relationship Type="http://schemas.openxmlformats.org/officeDocument/2006/relationships/notesMaster" Target="/ppt/notesMasters/notesMaster1.xml" Id="Rf7866795445b43da" /></Relationships>
</file>

<file path=ppt/notesSlides/_rels/notesSlide9.xml.rels>&#65279;<?xml version="1.0" encoding="utf-8"?><Relationships xmlns="http://schemas.openxmlformats.org/package/2006/relationships"><Relationship Type="http://schemas.openxmlformats.org/officeDocument/2006/relationships/slide" Target="/ppt/slides/slide9.xml" Id="R524d16c4798443e2" /><Relationship Type="http://schemas.openxmlformats.org/officeDocument/2006/relationships/notesMaster" Target="/ppt/notesMasters/notesMaster1.xml" Id="R7a64f67df9744d0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a2ff9e04beb4907" /><Relationship Type="http://schemas.openxmlformats.org/officeDocument/2006/relationships/notesMaster" Target="/ppt/notesMasters/notesMaster1.xml" Id="R40424c507f2b48c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deployment topology shows the verified public Linux path. Traefik terminates TLS for app and Keycloak. PostgreSQL stores both job queues and durable research state. The Python importer claims its own jobs and writes immutable private files. The application and agent mount those files read-only. The Node worker invokes numerical tools and imports the Meterless H-MEM runtime in-process. OpenShell is one execution adapter, not the definition of Celloras agent orchestration. The public deployment uses OpenShell 0.1.5 and Codex CLI 0.163.0. The gateway holds the provider bearer credential, while the worker gets account/expiry metadata and mTLS access. Separate arrows are not intended as an exhaustive network ACL. Current infrastructure is a single Linux host with durable bind mounts and PostgreSQL storage.</a:t>
            </a:r>
          </a:p>
          <a:p xmlns:a="http://schemas.openxmlformats.org/drawingml/2006/main">
            <a:r>
              <a:t/>
            </a:r>
          </a:p>
          <a:p xmlns:a="http://schemas.openxmlformats.org/drawingml/2006/main">
            <a:r>
              <a:t>Implementation sources:</a:t>
            </a:r>
          </a:p>
          <a:p xmlns:a="http://schemas.openxmlformats.org/drawingml/2006/main">
            <a:r>
              <a:t>https://github.com/mpckkk/2026_GenAI/blob/celloras.com/compose.yaml</a:t>
            </a:r>
          </a:p>
          <a:p xmlns:a="http://schemas.openxmlformats.org/drawingml/2006/main">
            <a:r>
              <a:t>https://github.com/mpckkk/2026_GenAI/blob/celloras.com/compose.prod.yaml</a:t>
            </a:r>
          </a:p>
          <a:p xmlns:a="http://schemas.openxmlformats.org/drawingml/2006/main">
            <a:r>
              <a:t>https://github.com/mpckkk/2026_GenAI/blob/celloras.com/infra/agent/worker.mjs</a:t>
            </a:r>
          </a:p>
          <a:p xmlns:a="http://schemas.openxmlformats.org/drawingml/2006/main">
            <a:r>
              <a:t>https://github.com/mpckkk/2026_GenAI/blob/celloras.com/docs/architecture.md</a:t>
            </a:r>
          </a:p>
          <a:p xmlns:a="http://schemas.openxmlformats.org/drawingml/2006/main">
            <a:r>
              <a:t>https://github.com/mpckkk/2026_GenAI/blob/celloras.com/docs/configuration.md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working worker dispatches through a runtime object with health() and run({name,prompt,signal,progress}). This is the implemented JavaScript adapter boundary, shown in interface notation, not a claim that a formal TypeScript AgentRuntime declaration already exists. The shared AgentResponse schema carries tool requests and final card references. Both OpenShellCodex and NightshiftAgent implement this shape. Nightshift uses an HTTP API and proves the code architecture is not CLI-only, but its live acceptance is pending. Additional CLI and official OpenAI/Anthropic/OpenRouter/Vercel adapters are extension targets, not working integrations claimed by this deck. A new adapter must translate its provider output into AgentResponse, handle cancellation/progress and be added to the runtime selector. The browser cannot choose runtime, model or provider. Existing OpenShell cleanup leases retain their original runtime semantics when the configured runtime changes. OpenShell-specific remove() is lifecycle cleanup, not a required sandbox operation for an HTTP adapter. The VercelModelGateway is an explicit unavailable placeholder and is not on the verified chat path.</a:t>
            </a:r>
          </a:p>
          <a:p xmlns:a="http://schemas.openxmlformats.org/drawingml/2006/main">
            <a:r>
              <a:t/>
            </a:r>
          </a:p>
          <a:p xmlns:a="http://schemas.openxmlformats.org/drawingml/2006/main">
            <a:r>
              <a:t>Implementation sources:</a:t>
            </a:r>
          </a:p>
          <a:p xmlns:a="http://schemas.openxmlformats.org/drawingml/2006/main">
            <a:r>
              <a:t>https://github.com/mpckkk/2026_GenAI/blob/celloras.com/infra/agent/worker.mjs</a:t>
            </a:r>
          </a:p>
          <a:p xmlns:a="http://schemas.openxmlformats.org/drawingml/2006/main">
            <a:r>
              <a:t>https://github.com/mpckkk/2026_GenAI/blob/celloras.com/app/adapters/agent-openshell.mjs</a:t>
            </a:r>
          </a:p>
          <a:p xmlns:a="http://schemas.openxmlformats.org/drawingml/2006/main">
            <a:r>
              <a:t>https://github.com/mpckkk/2026_GenAI/blob/celloras.com/app/gateway/nightshift.mjs</a:t>
            </a:r>
          </a:p>
          <a:p xmlns:a="http://schemas.openxmlformats.org/drawingml/2006/main">
            <a:r>
              <a:t>https://github.com/mpckkk/2026_GenAI/blob/celloras.com/app/core/agent-response.schema.json</a:t>
            </a:r>
          </a:p>
          <a:p xmlns:a="http://schemas.openxmlformats.org/drawingml/2006/main">
            <a:r>
              <a:t>https://github.com/mpckkk/2026_GenAI/blob/celloras.com/app/gateway/vercel.ts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five boxes compress the turn loop. HTTP admission locks the owned project. The unique project/submission identity replays an identical request and conflicts on changed content. A partial index permits one queued/running turn per project. Claiming uses FOR UPDATE SKIP LOCKED, then snapshots completed conversation, project records, dataset handles and H-MEM recall. A suggested UI action may execute before the first model invocation, while freeform model output can request a typed scientific action. The broker authorizes ownership, active turn, cancellation and immutable artifact version before computation and persistence. It appends canonical result handles and invokes the runtime again. Each OpenShell model invocation creates and removes a fresh sandbox, so application context carries continuity. A final response must contain nonempty Markdown. Intermediate responses permit at most one tool request. There are at most four tools overall and at most one legacy marker lookup. Invalid or foreign card references fail the entire new response. Atomic completion stores the resolved response document and text projection only for the still-owned active turn. Completed-result endpoints exclude failed or cancelled originating turns. The UI polls about every 1.8 seconds rather than streaming model tokens. JSON on the slide illustrates the real schema with an explicit placeholder UUID.</a:t>
            </a:r>
          </a:p>
          <a:p xmlns:a="http://schemas.openxmlformats.org/drawingml/2006/main">
            <a:r>
              <a:t/>
            </a:r>
          </a:p>
          <a:p xmlns:a="http://schemas.openxmlformats.org/drawingml/2006/main">
            <a:r>
              <a:t>Implementation sources:</a:t>
            </a:r>
          </a:p>
          <a:p xmlns:a="http://schemas.openxmlformats.org/drawingml/2006/main">
            <a:r>
              <a:t>https://github.com/mpckkk/2026_GenAI/blob/celloras.com/app/adapters/chat.ts</a:t>
            </a:r>
          </a:p>
          <a:p xmlns:a="http://schemas.openxmlformats.org/drawingml/2006/main">
            <a:r>
              <a:t>https://github.com/mpckkk/2026_GenAI/blob/celloras.com/infra/agent/worker.mjs</a:t>
            </a:r>
          </a:p>
          <a:p xmlns:a="http://schemas.openxmlformats.org/drawingml/2006/main">
            <a:r>
              <a:t>https://github.com/mpckkk/2026_GenAI/blob/celloras.com/app/core/agent-response.schema.json</a:t>
            </a:r>
          </a:p>
          <a:p xmlns:a="http://schemas.openxmlformats.org/drawingml/2006/main">
            <a:r>
              <a:t>https://github.com/mpckkk/2026_GenAI/blob/celloras.com/app/services/analysis-tools.mjs</a:t>
            </a:r>
          </a:p>
          <a:p xmlns:a="http://schemas.openxmlformats.org/drawingml/2006/main">
            <a:r>
              <a:t>https://github.com/mpckkk/2026_GenAI/blob/celloras.com/app/services/agent-response.mjs</a:t>
            </a:r>
          </a:p>
          <a:p xmlns:a="http://schemas.openxmlformats.org/drawingml/2006/main">
            <a:r>
              <a:t>https://github.com/mpckkk/2026_GenAI/blob/celloras.com/app/(workspace)/app/agent-response.tsx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custom resumable protocol creates an owned upload, accepts bounded binary PATCH chunks, then queues inspection with POST complete. Each chunk has a SHA-256 and exact expected offset. A stale offset returns 409. Writes lock project/upload rows, truncate bytes beyond the committed database offset, write and sync, then commit the new offset. The browser first/last-1-MiB fingerprint is only a resume identity check. Whole-file hashing occurs in the worker after completion and again before import. Explicit selection includes count matrix, gene column, grouping column, UMAP, species, tissue, genome build and rawCountsConfirmed. The independent Python worker claims with SKIP LOCKED. It rejects unsafe HDF5 links/filters, malformed sparse encodings, duplicate IDs/coordinates, noninteger/negative/nonfinite counts and zero library totals. It requires existing groups and 2D UMAP. A 900-second/3-GiB child process runs in a one-CPU/4-GiB container with a read-only root, 256-MiB tmpfs, dropped capabilities and no-new-privileges. Stale working states fail after timeout plus 60 seconds instead of replaying. File publication uses rename before the final PG attachment transaction, so a failure can leave an unbound artifact. This is not a distributed filesystem/database transaction.</a:t>
            </a:r>
          </a:p>
          <a:p xmlns:a="http://schemas.openxmlformats.org/drawingml/2006/main">
            <a:r>
              <a:t/>
            </a:r>
          </a:p>
          <a:p xmlns:a="http://schemas.openxmlformats.org/drawingml/2006/main">
            <a:r>
              <a:t>Implementation sources:</a:t>
            </a:r>
          </a:p>
          <a:p xmlns:a="http://schemas.openxmlformats.org/drawingml/2006/main">
            <a:r>
              <a:t>https://github.com/mpckkk/2026_GenAI/blob/celloras.com/app/core/dataset-upload.ts</a:t>
            </a:r>
          </a:p>
          <a:p xmlns:a="http://schemas.openxmlformats.org/drawingml/2006/main">
            <a:r>
              <a:t>https://github.com/mpckkk/2026_GenAI/blob/celloras.com/app/adapters/dataset-upload.ts</a:t>
            </a:r>
          </a:p>
          <a:p xmlns:a="http://schemas.openxmlformats.org/drawingml/2006/main">
            <a:r>
              <a:t>https://github.com/mpckkk/2026_GenAI/blob/celloras.com/app/api/projects/[projectId]/dataset-uploads/[uploadId]/route.ts</a:t>
            </a:r>
          </a:p>
          <a:p xmlns:a="http://schemas.openxmlformats.org/drawingml/2006/main">
            <a:r>
              <a:t>https://github.com/mpckkk/2026_GenAI/blob/celloras.com/infra/science/h5ad/worker.py</a:t>
            </a:r>
          </a:p>
          <a:p xmlns:a="http://schemas.openxmlformats.org/drawingml/2006/main">
            <a:r>
              <a:t>https://github.com/mpckkk/2026_GenAI/blob/celloras.com/infra/science/h5ad/importer.py</a:t>
            </a:r>
          </a:p>
          <a:p xmlns:a="http://schemas.openxmlformats.org/drawingml/2006/main">
            <a:r>
              <a:t>https://github.com/mpckkk/2026_GenAI/blob/celloras.com/db/migrations/010_dataset_uploads.sql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PostgreSQL handles canonical records and authorization. The private scientific provider joins owned projects, attachments and ready upload records, requiring exact owner and manifest version. The private upload never joins the public dataset catalog. Artifact version is the manifest SHA. First bundle load verifies manifest, original source and all declared file sizes/hashes, then cached reads check file fingerprints. The provider caches at most two private bundles. Files include manifest.json, source/original.h5ad, source/selection.json, genes.json, uint32 gene pointers/cell indices, float64 raw values/library sums/group count and log sums, uint32 detected counts, clusters.json and embedding.json. The importer uses two matrix passes, block processing and memory-mapped gene-major outputs without densifying the entire sparse source. Raw counts remain numeric rather than text embeddings. App and worker mounts are read-only. Source counts, measurements and subsequent review decisions remain distinct. Source species/tissue/build/raw-count meaning are declared by the uploader and structurally checked, not independently biologically certified.</a:t>
            </a:r>
          </a:p>
          <a:p xmlns:a="http://schemas.openxmlformats.org/drawingml/2006/main">
            <a:r>
              <a:t/>
            </a:r>
          </a:p>
          <a:p xmlns:a="http://schemas.openxmlformats.org/drawingml/2006/main">
            <a:r>
              <a:t>Implementation sources:</a:t>
            </a:r>
          </a:p>
          <a:p xmlns:a="http://schemas.openxmlformats.org/drawingml/2006/main">
            <a:r>
              <a:t>https://github.com/mpckkk/2026_GenAI/blob/celloras.com/db/migrations/003_agent_chat.sql</a:t>
            </a:r>
          </a:p>
          <a:p xmlns:a="http://schemas.openxmlformats.org/drawingml/2006/main">
            <a:r>
              <a:t>https://github.com/mpckkk/2026_GenAI/blob/celloras.com/db/migrations/006_scientific_analysis.sql</a:t>
            </a:r>
          </a:p>
          <a:p xmlns:a="http://schemas.openxmlformats.org/drawingml/2006/main">
            <a:r>
              <a:t>https://github.com/mpckkk/2026_GenAI/blob/celloras.com/db/migrations/007_annotation.sql</a:t>
            </a:r>
          </a:p>
          <a:p xmlns:a="http://schemas.openxmlformats.org/drawingml/2006/main">
            <a:r>
              <a:t>https://github.com/mpckkk/2026_GenAI/blob/celloras.com/db/migrations/010_dataset_uploads.sql</a:t>
            </a:r>
          </a:p>
          <a:p xmlns:a="http://schemas.openxmlformats.org/drawingml/2006/main">
            <a:r>
              <a:t>https://github.com/mpckkk/2026_GenAI/blob/celloras.com/app/adapters/project-scientific-data.mjs</a:t>
            </a:r>
          </a:p>
          <a:p xmlns:a="http://schemas.openxmlformats.org/drawingml/2006/main">
            <a:r>
              <a:t>https://github.com/mpckkk/2026_GenAI/blob/celloras.com/app/adapters/scientific-data.mjs</a:t>
            </a:r>
          </a:p>
          <a:p xmlns:a="http://schemas.openxmlformats.org/drawingml/2006/main">
            <a:r>
              <a:t>https://github.com/mpckkk/2026_GenAI/blob/celloras.com/infra/science/h5ad/importer.py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MarkerAnnotationEngine depends on ScientificData through inspect and per-gene dotplot operations. Exact species, tissue and genome build compatibility is required. The Wm82v4 soybean root panel contains 42 associations but 41 distinct genes across nine cell types. Duplicate gene associations preserve provenance but count once in a type score. The raw-count transformation uses a 10,000 library-size factor and log1p. All group means include zeros. Group gene z-scores use population standard deviation with equal group weighting. Group-versus-rest expression weighs cells. Missing reference features contribute zero to the score because the denominator retains the complete distinct-gene reference count. Contrary enrichment requires rest detection at least 10%, delta at most -0.1 and z at most -0.5. A candidate requires the gates shown. A competitor with at least one supporting gene within 0.25 score units, or an eligible winner below the overall leading candidate, makes the result ambiguous. With no eligible candidate the group remains unresolved. Published cell labels never enter runtime scoring. The model cannot overwrite measurements, but can reason about the result, recommend follow-up and explain uncertainty. This implementation has no batch adjustment, per-cell classifier, significance test or independent biological accuracy benchmark.</a:t>
            </a:r>
          </a:p>
          <a:p xmlns:a="http://schemas.openxmlformats.org/drawingml/2006/main">
            <a:r>
              <a:t/>
            </a:r>
          </a:p>
          <a:p xmlns:a="http://schemas.openxmlformats.org/drawingml/2006/main">
            <a:r>
              <a:t>Implementation sources:</a:t>
            </a:r>
          </a:p>
          <a:p xmlns:a="http://schemas.openxmlformats.org/drawingml/2006/main">
            <a:r>
              <a:t>https://github.com/mpckkk/2026_GenAI/blob/celloras.com/app/adapters/annotation-engine.mjs</a:t>
            </a:r>
          </a:p>
          <a:p xmlns:a="http://schemas.openxmlformats.org/drawingml/2006/main">
            <a:r>
              <a:t>https://github.com/mpckkk/2026_GenAI/blob/celloras.com/app/adapters/scientific-data.mjs</a:t>
            </a:r>
          </a:p>
          <a:p xmlns:a="http://schemas.openxmlformats.org/drawingml/2006/main">
            <a:r>
              <a:t>https://github.com/mpckkk/2026_GenAI/blob/celloras.com/docs/annotation-method.md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full endpoints are POST /api/v1.0/query/sql/start and DELETE /api/v1.0/query/sql/close/{queryToken}. The adapter sends bearer authentication, organization ID and an application-generated X-Request-ID, not a server-signed attestation. The table is operator-configured. The reference ID comes from the pinned, verified application reference. Model output never supplies SQL. The adapter requires a token, totalCount 42 and exactly one complete page, sorts records, verifies contiguous indexes, checks each declared document hash and reconstructs/rehashes the full reference. There is no cursor pagination. The API response bound is 1 MiB, query timeout 15 seconds, cleanup timeout 5 seconds, redirects rejected. Cleanup runs once a token is available; truncated/unparseable replies may prevent token extraction. Any validation, provider or cleanup failure stops the operation with no provider fallback. HTTPS is default, with explicit private-network HTTP opt-in for the separate self-hosted Zetaris 2.4.3.1 stack. Current integration reads one versioned Lightning filestore reference table, not full atlas federation or researcher matrix storage. The reference health check also runs during turn claim, so a Zetaris outage can block ordinary chat admission/execution beyond just annotation.</a:t>
            </a:r>
          </a:p>
          <a:p xmlns:a="http://schemas.openxmlformats.org/drawingml/2006/main">
            <a:r>
              <a:t/>
            </a:r>
          </a:p>
          <a:p xmlns:a="http://schemas.openxmlformats.org/drawingml/2006/main">
            <a:r>
              <a:t>Implementation sources:</a:t>
            </a:r>
          </a:p>
          <a:p xmlns:a="http://schemas.openxmlformats.org/drawingml/2006/main">
            <a:r>
              <a:t>https://github.com/mpckkk/2026_GenAI/blob/celloras.com/app/adapters/zetaris-reference.mjs</a:t>
            </a:r>
          </a:p>
          <a:p xmlns:a="http://schemas.openxmlformats.org/drawingml/2006/main">
            <a:r>
              <a:t>https://github.com/mpckkk/2026_GenAI/blob/celloras.com/scripts/prepare-zetaris-reference.mjs</a:t>
            </a:r>
          </a:p>
          <a:p xmlns:a="http://schemas.openxmlformats.org/drawingml/2006/main">
            <a:r>
              <a:t>https://github.com/mpckkk/2026_GenAI/blob/celloras.com/app/adapters/annotation-engine.mjs</a:t>
            </a:r>
          </a:p>
          <a:p xmlns:a="http://schemas.openxmlformats.org/drawingml/2006/main">
            <a:r>
              <a:t>https://github.com/mpckkk/2026_GenAI/blob/celloras.com/docs/sponsor-explanation.md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actual upstream Meterless H-MEM runtime is vendored at revision 1742dec56a66e58eef9dda2d2b865823758ca8cd and imported as ES2022 modules in the existing Node worker. It is not an external hosted memory service. On owned turn claim the adapter checks project/owner/active-turn predicates, locks project memory state, validates the engine revision, restores state and syncs explicit saved reviews. Supersession applies only to the same annotation run plus group or the same marker-entry target. Canonical tables retain all reviews, including ones superseded before H-MEM next ran. The adapter prevents upstream semantic correction guesses from superseding unrelated targets. Retrieval uses the upstream deterministic 64-dimensional token-hash embedder plus keyword/entity/tag/domain/layer/recency factors. Named-group filters use threshold zero; general hybrid retrieval uses 0.2. Maximum five memories enter the snapshot with source IDs and URLs. State, new ledger rows and the recalled context commit with the turn claim. The ledger trigger prohibits UPDATE/DELETE. Explicit review corrections do not mutate numeric results or old answer snapshots. Limits are 2,000 current targets, 10,000 stored records and 24,000 query characters. Automatic mining, dreaming, sleep and semantic conflict resolution are disabled. State-version migration is not automatic.</a:t>
            </a:r>
          </a:p>
          <a:p xmlns:a="http://schemas.openxmlformats.org/drawingml/2006/main">
            <a:r>
              <a:t/>
            </a:r>
          </a:p>
          <a:p xmlns:a="http://schemas.openxmlformats.org/drawingml/2006/main">
            <a:r>
              <a:t>Implementation sources:</a:t>
            </a:r>
          </a:p>
          <a:p xmlns:a="http://schemas.openxmlformats.org/drawingml/2006/main">
            <a:r>
              <a:t>https://github.com/mpckkk/2026_GenAI/blob/celloras.com/app/adapters/research-memory.mjs</a:t>
            </a:r>
          </a:p>
          <a:p xmlns:a="http://schemas.openxmlformats.org/drawingml/2006/main">
            <a:r>
              <a:t>https://github.com/mpckkk/2026_GenAI/blob/celloras.com/third_party/meterless-hmem/runtime/index.mjs</a:t>
            </a:r>
          </a:p>
          <a:p xmlns:a="http://schemas.openxmlformats.org/drawingml/2006/main">
            <a:r>
              <a:t>https://github.com/mpckkk/2026_GenAI/blob/celloras.com/third_party/meterless-hmem/manifest.json</a:t>
            </a:r>
          </a:p>
          <a:p xmlns:a="http://schemas.openxmlformats.org/drawingml/2006/main">
            <a:r>
              <a:t>https://github.com/mpckkk/2026_GenAI/blob/celloras.com/db/migrations/009_research_memory.sql</a:t>
            </a:r>
          </a:p>
          <a:p xmlns:a="http://schemas.openxmlformats.org/drawingml/2006/main">
            <a:r>
              <a:t>https://github.com/mpckkk/2026_GenAI/blob/celloras.com/infra/agent/worker.mjs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Worker heartbeat runs every three seconds. New admissions require a ready worker heartbeat under 30 seconds old. A stale running turn fails after 60 seconds. Database loss aborts execution. OpenShell sandbox execution is bounded to 180 seconds and output is bounded. Cleanup failure retains sandbox_name and blocks the project until exact deletion succeeds. Historical cleanup continues through OpenShell even if the current runtime selector changes. Failed or cancelled turns get neither response_document nor response_text, and completed-result endpoints exclude their numerical artifacts. Those artifacts may remain internal audit records. Explicit retry creates a new model turn; uncertain HTTP retries preserve the original identity. Importer jobs have their own timeout/recovery boundary and never automatically re-import a stale job. Logs are structured JSON correlation events. Application health is not proof of successful inference. OpenTelemetry dashboards, distributed tracing and production alerting are not implemented by this flow. Reference availability during turn claim currently couples ordinary chat to Zetaris health, an explicit reliability tradeoff.</a:t>
            </a:r>
          </a:p>
          <a:p xmlns:a="http://schemas.openxmlformats.org/drawingml/2006/main">
            <a:r>
              <a:t/>
            </a:r>
          </a:p>
          <a:p xmlns:a="http://schemas.openxmlformats.org/drawingml/2006/main">
            <a:r>
              <a:t>Implementation sources:</a:t>
            </a:r>
          </a:p>
          <a:p xmlns:a="http://schemas.openxmlformats.org/drawingml/2006/main">
            <a:r>
              <a:t>https://github.com/mpckkk/2026_GenAI/blob/celloras.com/infra/agent/worker.mjs</a:t>
            </a:r>
          </a:p>
          <a:p xmlns:a="http://schemas.openxmlformats.org/drawingml/2006/main">
            <a:r>
              <a:t>https://github.com/mpckkk/2026_GenAI/blob/celloras.com/app/adapters/chat.ts</a:t>
            </a:r>
          </a:p>
          <a:p xmlns:a="http://schemas.openxmlformats.org/drawingml/2006/main">
            <a:r>
              <a:t>https://github.com/mpckkk/2026_GenAI/blob/celloras.com/app/adapters/agent-openshell.mjs</a:t>
            </a:r>
          </a:p>
          <a:p xmlns:a="http://schemas.openxmlformats.org/drawingml/2006/main">
            <a:r>
              <a:t>https://github.com/mpckkk/2026_GenAI/blob/celloras.com/app/adapters/dataset-upload.ts</a:t>
            </a:r>
          </a:p>
          <a:p xmlns:a="http://schemas.openxmlformats.org/drawingml/2006/main">
            <a:r>
              <a:t>https://github.com/mpckkk/2026_GenAI/blob/celloras.com/infra/science/h5ad/worker.py</a:t>
            </a:r>
          </a:p>
          <a:p xmlns:a="http://schemas.openxmlformats.org/drawingml/2006/main">
            <a:r>
              <a:t>https://github.com/mpckkk/2026_GenAI/blob/celloras.com/docs/architecture.md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tracked receipt docs/evidence/h5ad-public-2026-10-26.json links upload e3c86263-e5aa-4af6-9475-a0858c0d7ba0, annotation run f21b6943-c980-454b-8870-643773341ae9, Zetaris application request e37392b3-f96d-4ee6-82e9-73fe75b301a2 and H-MEM review source annotation-review:272f903e-e478-4bec-a57f-60d9380288fb in the same owned experiment. The 28,919,346-byte sample is a transparent lossless conversion of GSE270392 root RDS, not raw FASTQ or an author-deposited H5AD. All 11,480,487 raw nonzero values and 7,496 coordinates/groups survived import. The numerical engine independently matched 2,952 R comparisons within 1e-10. This checks arithmetic, not scientific generalization. Result: seven suggested groups, one ambiguous and four unresolved. The illustrative saved review left computed evidence unchanged. Separate checks cover stale offsets, chunk SHA failures, foreign ownership, resume and an uncommitted 34-byte tail. Configured caps are 4 GiB upload, 100,000 cells, 100,000 genes and 100 million nonzeros, not measured capacity. The importer uses one CPU/four-GiB container and the runtime worker processes sequentially in each process. SQL SKIP LOCKED is a concurrency primitive, not proof of multi-worker throughput. Horizontal deployment would need shared artifact storage, coordinated runtime configuration, capacity scheduling and load acceptance. New plants need compatible reference/data adapters and source validation, not just changing a display name.</a:t>
            </a:r>
          </a:p>
          <a:p xmlns:a="http://schemas.openxmlformats.org/drawingml/2006/main">
            <a:r>
              <a:t/>
            </a:r>
          </a:p>
          <a:p xmlns:a="http://schemas.openxmlformats.org/drawingml/2006/main">
            <a:r>
              <a:t>Implementation sources:</a:t>
            </a:r>
          </a:p>
          <a:p xmlns:a="http://schemas.openxmlformats.org/drawingml/2006/main">
            <a:r>
              <a:t>https://github.com/mpckkk/2026_GenAI/blob/celloras.com/docs/evidence/h5ad-public-2026-10-26.json</a:t>
            </a:r>
          </a:p>
          <a:p xmlns:a="http://schemas.openxmlformats.org/drawingml/2006/main">
            <a:r>
              <a:t>https://github.com/mpckkk/2026_GenAI/blob/celloras.com/docs/verification.md</a:t>
            </a:r>
          </a:p>
          <a:p xmlns:a="http://schemas.openxmlformats.org/drawingml/2006/main">
            <a:r>
              <a:t>https://github.com/mpckkk/2026_GenAI/blob/celloras.com/docs/h5ad-source.md</a:t>
            </a:r>
          </a:p>
          <a:p xmlns:a="http://schemas.openxmlformats.org/drawingml/2006/main">
            <a:r>
              <a:t>https://github.com/mpckkk/2026_GenAI/blob/celloras.com/docs/annotation-method.md</a:t>
            </a:r>
          </a:p>
          <a:p xmlns:a="http://schemas.openxmlformats.org/drawingml/2006/main">
            <a:r>
              <a:t>https://github.com/mpckkk/2026_GenAI/blob/celloras.com/app/core/scientific-data.ts</a:t>
            </a:r>
          </a:p>
          <a:p xmlns:a="http://schemas.openxmlformats.org/drawingml/2006/main">
            <a:r>
              <a:t>https://github.com/mpckkk/2026_GenAI/blob/celloras.com/app/core/annotation.ts</a:t>
            </a:r>
          </a:p>
          <a:p xmlns:a="http://schemas.openxmlformats.org/drawingml/2006/main">
            <a:r>
              <a:t>https://github.com/mpckkk/2026_GenAI/blob/celloras.com/docs/architecture.md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878547af0df43b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ab74299ac554c2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957fa74f2f743d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c01d5dd22c042b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f440ac7e535440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ca0f7f5e1c9410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2816FF9-8D6F-492B-97E3-E41351A942D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B0F46FC-4F23-4ED4-B395-C10B5F7887F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93CF2D6-FCEC-41E3-9FCB-4B63B84D497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12853F8-BEC1-4B1F-ABD2-07A964CD4D7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E0F2082-0BC3-4C69-8C9D-808DF7D1767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B70A4E8-07D1-4286-ACD8-F9A81D3E552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AF54A75-0483-42C0-9E0E-86317FA0AB3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F67C5C1-9951-4C3C-9E5E-CE49CD093B9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5C646B9-1D78-4498-9B87-2D2860D9147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D55A4E7-A974-4EDF-B5EA-40DFE701619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3c3bc4755674656" /><Relationship Type="http://schemas.openxmlformats.org/officeDocument/2006/relationships/slideLayout" Target="/ppt/slideLayouts/slideLayout1.xml" Id="R752d0d07cb81408e" /><Relationship Type="http://schemas.openxmlformats.org/officeDocument/2006/relationships/slideLayout" Target="/ppt/slideLayouts/slideLayout2.xml" Id="R93ececfa8c564bf5" /><Relationship Type="http://schemas.openxmlformats.org/officeDocument/2006/relationships/slideLayout" Target="/ppt/slideLayouts/slideLayout3.xml" Id="R76da21fea4874ab1" /><Relationship Type="http://schemas.openxmlformats.org/officeDocument/2006/relationships/slideLayout" Target="/ppt/slideLayouts/slideLayout4.xml" Id="Rc85ffc91133f4525" /><Relationship Type="http://schemas.openxmlformats.org/officeDocument/2006/relationships/slideLayout" Target="/ppt/slideLayouts/slideLayout5.xml" Id="Rb90ab51a87b743f4" /><Relationship Type="http://schemas.openxmlformats.org/officeDocument/2006/relationships/slideLayout" Target="/ppt/slideLayouts/slideLayout6.xml" Id="Rd9a5fe5cfc0f424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52d0d07cb81408e"/>
    <p:sldLayoutId xmlns:r="http://schemas.openxmlformats.org/officeDocument/2006/relationships" id="2147483650" r:id="R93ececfa8c564bf5"/>
    <p:sldLayoutId xmlns:r="http://schemas.openxmlformats.org/officeDocument/2006/relationships" id="2147483651" r:id="R76da21fea4874ab1"/>
    <p:sldLayoutId xmlns:r="http://schemas.openxmlformats.org/officeDocument/2006/relationships" id="2147483652" r:id="Rc85ffc91133f4525"/>
    <p:sldLayoutId xmlns:r="http://schemas.openxmlformats.org/officeDocument/2006/relationships" id="2147483653" r:id="Rb90ab51a87b743f4"/>
    <p:sldLayoutId xmlns:r="http://schemas.openxmlformats.org/officeDocument/2006/relationships" id="2147483654" r:id="Rd9a5fe5cfc0f424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37316f770fe439f" /><Relationship Type="http://schemas.openxmlformats.org/officeDocument/2006/relationships/notesSlide" Target="/ppt/notesSlides/notesSlide1.xml" Id="R507309f25d584f2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69a2c2566544d5b" /><Relationship Type="http://schemas.openxmlformats.org/officeDocument/2006/relationships/notesSlide" Target="/ppt/notesSlides/notesSlide2.xml" Id="Rbb821e6220064fb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cbd20c4f67c4c85" /><Relationship Type="http://schemas.openxmlformats.org/officeDocument/2006/relationships/notesSlide" Target="/ppt/notesSlides/notesSlide3.xml" Id="R59ee860bda6d474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8484d116be84403" /><Relationship Type="http://schemas.openxmlformats.org/officeDocument/2006/relationships/notesSlide" Target="/ppt/notesSlides/notesSlide4.xml" Id="R76ac34c979b449e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53dafd03dca463e" /><Relationship Type="http://schemas.openxmlformats.org/officeDocument/2006/relationships/notesSlide" Target="/ppt/notesSlides/notesSlide5.xml" Id="R1d78eb68f0d5440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f43b78163c84e2a" /><Relationship Type="http://schemas.openxmlformats.org/officeDocument/2006/relationships/notesSlide" Target="/ppt/notesSlides/notesSlide6.xml" Id="R0ad32d96c5564b2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4e66cea75084919" /><Relationship Type="http://schemas.openxmlformats.org/officeDocument/2006/relationships/notesSlide" Target="/ppt/notesSlides/notesSlide7.xml" Id="R7792e8a8152b4ae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23c00cb2583443f" /><Relationship Type="http://schemas.openxmlformats.org/officeDocument/2006/relationships/notesSlide" Target="/ppt/notesSlides/notesSlide8.xml" Id="R77d3047e0e534ba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1696b8b86a44419" /><Relationship Type="http://schemas.openxmlformats.org/officeDocument/2006/relationships/notesSlide" Target="/ppt/notesSlides/notesSlide9.xml" Id="Rdd4d014f8161436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a130af9b4c0f454c" /><Relationship Type="http://schemas.openxmlformats.org/officeDocument/2006/relationships/notesSlide" Target="/ppt/notesSlides/notesSlide10.xml" Id="Re1da5f415c834568"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43" name="">
            <a:extLst xmlns:a="http://schemas.openxmlformats.org/drawingml/2006/main">
              <a:ext uri="{FF2B5EF4-FFF2-40B4-BE49-F238E27FC236}">
                <a16:creationId xmlns:a16="http://schemas.microsoft.com/office/drawing/2014/main" id="{30A38684-21C1-4219-A193-1D5B5EA645F0}"/>
              </a:ext>
            </a:extLst>
          </p:cNvPr>
          <p:cNvCxnSpPr>
            <a:stCxn xmlns:a="http://schemas.openxmlformats.org/drawingml/2006/main" id="31" idx="2"/>
            <a:endCxn xmlns:a="http://schemas.openxmlformats.org/drawingml/2006/main" id="40" idx="0"/>
          </p:cNvCxnSpPr>
          <p:nvPr/>
        </p:nvCxnSpPr>
        <p:spPr>
          <a:xfrm xmlns:a="http://schemas.openxmlformats.org/drawingml/2006/main">
            <a:off x="10410825" y="4857750"/>
            <a:ext cx="0" cy="533400"/>
          </a:xfrm>
          <a:prstGeom xmlns:a="http://schemas.openxmlformats.org/drawingml/2006/main" prst="straightConnector1">
            <a:avLst/>
          </a:prstGeom>
          <a:ln xmlns:a="http://schemas.openxmlformats.org/drawingml/2006/main" w="19050">
            <a:solidFill>
              <a:srgbClr val="1B5E20"/>
            </a:solidFill>
            <a:tailEnd type="triangle" w="med" len="med"/>
          </a:ln>
        </p:spPr>
      </p:cxnSp>
      <p:cxnSp>
        <p:nvCxnSpPr>
          <p:cNvPr id="39" name="">
            <a:extLst xmlns:a="http://schemas.openxmlformats.org/drawingml/2006/main">
              <a:ext uri="{FF2B5EF4-FFF2-40B4-BE49-F238E27FC236}">
                <a16:creationId xmlns:a16="http://schemas.microsoft.com/office/drawing/2014/main" id="{CD464F56-47B3-4101-80BC-B06176A424F6}"/>
              </a:ext>
            </a:extLst>
          </p:cNvPr>
          <p:cNvCxnSpPr>
            <a:stCxn xmlns:a="http://schemas.openxmlformats.org/drawingml/2006/main" id="27" idx="2"/>
            <a:endCxn xmlns:a="http://schemas.openxmlformats.org/drawingml/2006/main" id="36" idx="0"/>
          </p:cNvCxnSpPr>
          <p:nvPr/>
        </p:nvCxnSpPr>
        <p:spPr>
          <a:xfrm xmlns:a="http://schemas.openxmlformats.org/drawingml/2006/main">
            <a:off x="7334250" y="4857750"/>
            <a:ext cx="0" cy="533400"/>
          </a:xfrm>
          <a:prstGeom xmlns:a="http://schemas.openxmlformats.org/drawingml/2006/main" prst="straightConnector1">
            <a:avLst/>
          </a:prstGeom>
          <a:ln xmlns:a="http://schemas.openxmlformats.org/drawingml/2006/main" w="19050">
            <a:solidFill>
              <a:srgbClr val="1B5E20"/>
            </a:solidFill>
            <a:tailEnd type="triangle" w="med" len="med"/>
          </a:ln>
        </p:spPr>
      </p:cxnSp>
      <p:cxnSp>
        <p:nvCxnSpPr>
          <p:cNvPr id="34" name="">
            <a:extLst xmlns:a="http://schemas.openxmlformats.org/drawingml/2006/main">
              <a:ext uri="{FF2B5EF4-FFF2-40B4-BE49-F238E27FC236}">
                <a16:creationId xmlns:a16="http://schemas.microsoft.com/office/drawing/2014/main" id="{6FBE9C2A-6300-449A-8001-4017F868D3F9}"/>
              </a:ext>
            </a:extLst>
          </p:cNvPr>
          <p:cNvCxnSpPr>
            <a:stCxn xmlns:a="http://schemas.openxmlformats.org/drawingml/2006/main" id="14" idx="2"/>
            <a:endCxn xmlns:a="http://schemas.openxmlformats.org/drawingml/2006/main" id="31" idx="0"/>
          </p:cNvCxnSpPr>
          <p:nvPr/>
        </p:nvCxnSpPr>
        <p:spPr>
          <a:xfrm xmlns:a="http://schemas.openxmlformats.org/drawingml/2006/main">
            <a:off x="10410825" y="3209925"/>
            <a:ext cx="0" cy="647700"/>
          </a:xfrm>
          <a:prstGeom xmlns:a="http://schemas.openxmlformats.org/drawingml/2006/main" prst="straightConnector1">
            <a:avLst/>
          </a:prstGeom>
          <a:ln xmlns:a="http://schemas.openxmlformats.org/drawingml/2006/main" w="19050">
            <a:solidFill>
              <a:srgbClr val="1B5E20"/>
            </a:solidFill>
            <a:tailEnd type="triangle" w="med" len="med"/>
          </a:ln>
        </p:spPr>
      </p:cxnSp>
      <p:cxnSp>
        <p:nvCxnSpPr>
          <p:cNvPr id="30" name="">
            <a:extLst xmlns:a="http://schemas.openxmlformats.org/drawingml/2006/main">
              <a:ext uri="{FF2B5EF4-FFF2-40B4-BE49-F238E27FC236}">
                <a16:creationId xmlns:a16="http://schemas.microsoft.com/office/drawing/2014/main" id="{3BA0142E-6CD4-40FF-A972-03500B0A1812}"/>
              </a:ext>
            </a:extLst>
          </p:cNvPr>
          <p:cNvCxnSpPr>
            <a:stCxn xmlns:a="http://schemas.openxmlformats.org/drawingml/2006/main" id="27" idx="0"/>
            <a:endCxn xmlns:a="http://schemas.openxmlformats.org/drawingml/2006/main" id="11" idx="2"/>
          </p:cNvCxnSpPr>
          <p:nvPr/>
        </p:nvCxnSpPr>
        <p:spPr>
          <a:xfrm xmlns:a="http://schemas.openxmlformats.org/drawingml/2006/main" flipV="1">
            <a:off x="7334250" y="3209925"/>
            <a:ext cx="0" cy="647700"/>
          </a:xfrm>
          <a:prstGeom xmlns:a="http://schemas.openxmlformats.org/drawingml/2006/main" prst="straightConnector1">
            <a:avLst/>
          </a:prstGeom>
          <a:ln xmlns:a="http://schemas.openxmlformats.org/drawingml/2006/main" w="19050">
            <a:solidFill>
              <a:srgbClr val="1B5E20"/>
            </a:solidFill>
            <a:tailEnd type="triangle" w="med" len="med"/>
          </a:ln>
        </p:spPr>
      </p:cxnSp>
      <p:cxnSp>
        <p:nvCxnSpPr>
          <p:cNvPr id="26" name="">
            <a:extLst xmlns:a="http://schemas.openxmlformats.org/drawingml/2006/main">
              <a:ext uri="{FF2B5EF4-FFF2-40B4-BE49-F238E27FC236}">
                <a16:creationId xmlns:a16="http://schemas.microsoft.com/office/drawing/2014/main" id="{28057F6D-8E06-41B7-BF7D-33FB174241E3}"/>
              </a:ext>
            </a:extLst>
          </p:cNvPr>
          <p:cNvCxnSpPr>
            <a:stCxn xmlns:a="http://schemas.openxmlformats.org/drawingml/2006/main" id="8" idx="2"/>
            <a:endCxn xmlns:a="http://schemas.openxmlformats.org/drawingml/2006/main" id="23" idx="0"/>
          </p:cNvCxnSpPr>
          <p:nvPr/>
        </p:nvCxnSpPr>
        <p:spPr>
          <a:xfrm xmlns:a="http://schemas.openxmlformats.org/drawingml/2006/main">
            <a:off x="4410075" y="3209925"/>
            <a:ext cx="0" cy="647700"/>
          </a:xfrm>
          <a:prstGeom xmlns:a="http://schemas.openxmlformats.org/drawingml/2006/main" prst="straightConnector1">
            <a:avLst/>
          </a:prstGeom>
          <a:ln xmlns:a="http://schemas.openxmlformats.org/drawingml/2006/main" w="19050">
            <a:solidFill>
              <a:srgbClr val="1B5E20"/>
            </a:solidFill>
            <a:tailEnd type="triangle" w="med" len="med"/>
          </a:ln>
        </p:spPr>
      </p:cxnSp>
      <p:cxnSp>
        <p:nvCxnSpPr>
          <p:cNvPr id="19" name="">
            <a:extLst xmlns:a="http://schemas.openxmlformats.org/drawingml/2006/main">
              <a:ext uri="{FF2B5EF4-FFF2-40B4-BE49-F238E27FC236}">
                <a16:creationId xmlns:a16="http://schemas.microsoft.com/office/drawing/2014/main" id="{AC36D41D-F836-4180-9A53-D73F13A43266}"/>
              </a:ext>
            </a:extLst>
          </p:cNvPr>
          <p:cNvCxnSpPr>
            <a:stCxn xmlns:a="http://schemas.openxmlformats.org/drawingml/2006/main" id="14" idx="1"/>
            <a:endCxn xmlns:a="http://schemas.openxmlformats.org/drawingml/2006/main" id="11" idx="3"/>
          </p:cNvCxnSpPr>
          <p:nvPr/>
        </p:nvCxnSpPr>
        <p:spPr>
          <a:xfrm xmlns:a="http://schemas.openxmlformats.org/drawingml/2006/main" flipH="1">
            <a:off x="8572500" y="2709863"/>
            <a:ext cx="590550" cy="0"/>
          </a:xfrm>
          <a:prstGeom xmlns:a="http://schemas.openxmlformats.org/drawingml/2006/main" prst="straightConnector1">
            <a:avLst/>
          </a:prstGeom>
          <a:ln xmlns:a="http://schemas.openxmlformats.org/drawingml/2006/main" w="19050">
            <a:solidFill>
              <a:srgbClr val="1B5E20"/>
            </a:solidFill>
            <a:tailEnd type="triangle" w="med" len="med"/>
          </a:ln>
        </p:spPr>
      </p:cxnSp>
      <p:cxnSp>
        <p:nvCxnSpPr>
          <p:cNvPr id="18" name="">
            <a:extLst xmlns:a="http://schemas.openxmlformats.org/drawingml/2006/main">
              <a:ext uri="{FF2B5EF4-FFF2-40B4-BE49-F238E27FC236}">
                <a16:creationId xmlns:a16="http://schemas.microsoft.com/office/drawing/2014/main" id="{5BB234DB-78DC-4789-844C-0B475C0A6408}"/>
              </a:ext>
            </a:extLst>
          </p:cNvPr>
          <p:cNvCxnSpPr>
            <a:stCxn xmlns:a="http://schemas.openxmlformats.org/drawingml/2006/main" id="8" idx="3"/>
            <a:endCxn xmlns:a="http://schemas.openxmlformats.org/drawingml/2006/main" id="11" idx="1"/>
          </p:cNvCxnSpPr>
          <p:nvPr/>
        </p:nvCxnSpPr>
        <p:spPr>
          <a:xfrm xmlns:a="http://schemas.openxmlformats.org/drawingml/2006/main">
            <a:off x="5505450" y="2709863"/>
            <a:ext cx="590550" cy="0"/>
          </a:xfrm>
          <a:prstGeom xmlns:a="http://schemas.openxmlformats.org/drawingml/2006/main" prst="straightConnector1">
            <a:avLst/>
          </a:prstGeom>
          <a:ln xmlns:a="http://schemas.openxmlformats.org/drawingml/2006/main" w="19050">
            <a:solidFill>
              <a:srgbClr val="1B5E20"/>
            </a:solidFill>
            <a:tailEnd type="triangle" w="med" len="med"/>
          </a:ln>
        </p:spPr>
      </p:cxnSp>
      <p:cxnSp>
        <p:nvCxnSpPr>
          <p:cNvPr id="17" name="">
            <a:extLst xmlns:a="http://schemas.openxmlformats.org/drawingml/2006/main">
              <a:ext uri="{FF2B5EF4-FFF2-40B4-BE49-F238E27FC236}">
                <a16:creationId xmlns:a16="http://schemas.microsoft.com/office/drawing/2014/main" id="{53F1238C-73D7-421C-A77C-E20CB1B05E07}"/>
              </a:ext>
            </a:extLst>
          </p:cNvPr>
          <p:cNvCxnSpPr>
            <a:stCxn xmlns:a="http://schemas.openxmlformats.org/drawingml/2006/main" id="5" idx="3"/>
            <a:endCxn xmlns:a="http://schemas.openxmlformats.org/drawingml/2006/main" id="8" idx="1"/>
          </p:cNvCxnSpPr>
          <p:nvPr/>
        </p:nvCxnSpPr>
        <p:spPr>
          <a:xfrm xmlns:a="http://schemas.openxmlformats.org/drawingml/2006/main">
            <a:off x="2724150" y="2709863"/>
            <a:ext cx="590550" cy="0"/>
          </a:xfrm>
          <a:prstGeom xmlns:a="http://schemas.openxmlformats.org/drawingml/2006/main" prst="straightConnector1">
            <a:avLst/>
          </a:prstGeom>
          <a:ln xmlns:a="http://schemas.openxmlformats.org/drawingml/2006/main" w="19050">
            <a:solidFill>
              <a:srgbClr val="1B5E20"/>
            </a:solidFill>
            <a:tailEnd type="triangle" w="med" len="med"/>
          </a:ln>
        </p:spPr>
      </p:cxnSp>
      <p:sp>
        <p:nvSpPr>
          <p:cNvPr id="47" name="text-1">
            <a:extLst xmlns:a="http://schemas.openxmlformats.org/drawingml/2006/main">
              <a:ext uri="{FF2B5EF4-FFF2-40B4-BE49-F238E27FC236}">
                <a16:creationId xmlns:a16="http://schemas.microsoft.com/office/drawing/2014/main" id="{DAC3D1FE-C202-4524-BB2B-9873B5E107DE}"/>
              </a:ext>
            </a:extLst>
          </p:cNvPr>
          <p:cNvSpPr>
            <a:spLocks xmlns:a="http://schemas.openxmlformats.org/drawingml/2006/main" noGrp="1"/>
          </p:cNvSpPr>
          <p:nvPr/>
        </p:nvSpPr>
        <p:spPr>
          <a:xfrm xmlns:a="http://schemas.openxmlformats.org/drawingml/2006/main">
            <a:off x="533400" y="257175"/>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CELLORAS / ENGINEERING</a:t>
            </a:r>
          </a:p>
        </p:txBody>
      </p:sp>
      <p:sp>
        <p:nvSpPr>
          <p:cNvPr id="2" name="text-2">
            <a:extLst xmlns:a="http://schemas.openxmlformats.org/drawingml/2006/main">
              <a:ext uri="{FF2B5EF4-FFF2-40B4-BE49-F238E27FC236}">
                <a16:creationId xmlns:a16="http://schemas.microsoft.com/office/drawing/2014/main" id="{D9B611B9-06E5-49E8-B592-68E9D4A52729}"/>
              </a:ext>
            </a:extLst>
          </p:cNvPr>
          <p:cNvSpPr>
            <a:spLocks xmlns:a="http://schemas.openxmlformats.org/drawingml/2006/main" noGrp="1"/>
          </p:cNvSpPr>
          <p:nvPr/>
        </p:nvSpPr>
        <p:spPr>
          <a:xfrm xmlns:a="http://schemas.openxmlformats.org/drawingml/2006/main">
            <a:off x="533400" y="666750"/>
            <a:ext cx="11125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21A"/>
                </a:solidFill>
                <a:latin typeface="Inter"/>
                <a:ea typeface="Inter"/>
                <a:cs typeface="Inter"/>
              </a:defRPr>
            </a:defPPr>
            <a:lvl1pPr>
              <a:defRPr sz="3225" b="1">
                <a:solidFill>
                  <a:srgbClr val="14221A"/>
                </a:solidFill>
                <a:latin typeface="Inter"/>
                <a:ea typeface="Inter"/>
                <a:cs typeface="Inter"/>
              </a:defRPr>
            </a:lvl1pPr>
            <a:lvl2pPr>
              <a:defRPr sz="3225" b="1">
                <a:solidFill>
                  <a:srgbClr val="14221A"/>
                </a:solidFill>
                <a:latin typeface="Inter"/>
                <a:ea typeface="Inter"/>
                <a:cs typeface="Inter"/>
              </a:defRPr>
            </a:lvl2pPr>
            <a:lvl3pPr>
              <a:defRPr sz="3225" b="1">
                <a:solidFill>
                  <a:srgbClr val="14221A"/>
                </a:solidFill>
                <a:latin typeface="Inter"/>
                <a:ea typeface="Inter"/>
                <a:cs typeface="Inter"/>
              </a:defRPr>
            </a:lvl3pPr>
            <a:lvl4pPr>
              <a:defRPr sz="3225" b="1">
                <a:solidFill>
                  <a:srgbClr val="14221A"/>
                </a:solidFill>
                <a:latin typeface="Inter"/>
                <a:ea typeface="Inter"/>
                <a:cs typeface="Inter"/>
              </a:defRPr>
            </a:lvl4pPr>
            <a:lvl5pPr>
              <a:defRPr sz="3225" b="1">
                <a:solidFill>
                  <a:srgbClr val="14221A"/>
                </a:solidFill>
                <a:latin typeface="Inter"/>
                <a:ea typeface="Inter"/>
                <a:cs typeface="Inter"/>
              </a:defRPr>
            </a:lvl5pPr>
            <a:lvl6pPr>
              <a:defRPr sz="3225" b="1">
                <a:solidFill>
                  <a:srgbClr val="14221A"/>
                </a:solidFill>
                <a:latin typeface="Inter"/>
                <a:ea typeface="Inter"/>
                <a:cs typeface="Inter"/>
              </a:defRPr>
            </a:lvl6pPr>
            <a:lvl7pPr>
              <a:defRPr sz="3225" b="1">
                <a:solidFill>
                  <a:srgbClr val="14221A"/>
                </a:solidFill>
                <a:latin typeface="Inter"/>
                <a:ea typeface="Inter"/>
                <a:cs typeface="Inter"/>
              </a:defRPr>
            </a:lvl7pPr>
            <a:lvl8pPr>
              <a:defRPr sz="3225" b="1">
                <a:solidFill>
                  <a:srgbClr val="14221A"/>
                </a:solidFill>
                <a:latin typeface="Inter"/>
                <a:ea typeface="Inter"/>
                <a:cs typeface="Inter"/>
              </a:defRPr>
            </a:lvl8pPr>
            <a:lvl9pPr>
              <a:defRPr sz="3225" b="1">
                <a:solidFill>
                  <a:srgbClr val="14221A"/>
                </a:solidFill>
                <a:latin typeface="Inter"/>
                <a:ea typeface="Inter"/>
                <a:cs typeface="Inter"/>
              </a:defRPr>
            </a:lvl9pPr>
          </a:lstStyle>
          <a:p xmlns:a="http://schemas.openxmlformats.org/drawingml/2006/main">
            <a:pPr>
              <a:defRPr sz="3225" b="1">
                <a:solidFill>
                  <a:srgbClr val="14221A"/>
                </a:solidFill>
                <a:latin typeface="Inter"/>
                <a:ea typeface="Inter"/>
                <a:cs typeface="Inter"/>
              </a:defRPr>
            </a:pPr>
            <a:r>
              <a:rPr sz="3225" b="1">
                <a:solidFill>
                  <a:srgbClr val="14221A"/>
                </a:solidFill>
                <a:latin typeface="Inter"/>
                <a:ea typeface="Inter"/>
                <a:cs typeface="Inter"/>
              </a:rPr>
              <a:t>Deployment topology</a:t>
            </a:r>
          </a:p>
        </p:txBody>
      </p:sp>
      <p:sp>
        <p:nvSpPr>
          <p:cNvPr id="3" name="text-3">
            <a:extLst xmlns:a="http://schemas.openxmlformats.org/drawingml/2006/main">
              <a:ext uri="{FF2B5EF4-FFF2-40B4-BE49-F238E27FC236}">
                <a16:creationId xmlns:a16="http://schemas.microsoft.com/office/drawing/2014/main" id="{F851FADB-AC63-47AB-9DC8-2DA5DC6767DC}"/>
              </a:ext>
            </a:extLst>
          </p:cNvPr>
          <p:cNvSpPr>
            <a:spLocks xmlns:a="http://schemas.openxmlformats.org/drawingml/2006/main" noGrp="1"/>
          </p:cNvSpPr>
          <p:nvPr/>
        </p:nvSpPr>
        <p:spPr>
          <a:xfrm xmlns:a="http://schemas.openxmlformats.org/drawingml/2006/main">
            <a:off x="533400" y="1381125"/>
            <a:ext cx="11125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657167"/>
                </a:solidFill>
                <a:latin typeface="Inter"/>
                <a:ea typeface="Inter"/>
                <a:cs typeface="Inter"/>
              </a:defRPr>
            </a:defPPr>
            <a:lvl1pPr>
              <a:defRPr sz="1800" b="0">
                <a:solidFill>
                  <a:srgbClr val="657167"/>
                </a:solidFill>
                <a:latin typeface="Inter"/>
                <a:ea typeface="Inter"/>
                <a:cs typeface="Inter"/>
              </a:defRPr>
            </a:lvl1pPr>
            <a:lvl2pPr>
              <a:defRPr sz="1800" b="0">
                <a:solidFill>
                  <a:srgbClr val="657167"/>
                </a:solidFill>
                <a:latin typeface="Inter"/>
                <a:ea typeface="Inter"/>
                <a:cs typeface="Inter"/>
              </a:defRPr>
            </a:lvl2pPr>
            <a:lvl3pPr>
              <a:defRPr sz="1800" b="0">
                <a:solidFill>
                  <a:srgbClr val="657167"/>
                </a:solidFill>
                <a:latin typeface="Inter"/>
                <a:ea typeface="Inter"/>
                <a:cs typeface="Inter"/>
              </a:defRPr>
            </a:lvl3pPr>
            <a:lvl4pPr>
              <a:defRPr sz="1800" b="0">
                <a:solidFill>
                  <a:srgbClr val="657167"/>
                </a:solidFill>
                <a:latin typeface="Inter"/>
                <a:ea typeface="Inter"/>
                <a:cs typeface="Inter"/>
              </a:defRPr>
            </a:lvl4pPr>
            <a:lvl5pPr>
              <a:defRPr sz="1800" b="0">
                <a:solidFill>
                  <a:srgbClr val="657167"/>
                </a:solidFill>
                <a:latin typeface="Inter"/>
                <a:ea typeface="Inter"/>
                <a:cs typeface="Inter"/>
              </a:defRPr>
            </a:lvl5pPr>
            <a:lvl6pPr>
              <a:defRPr sz="1800" b="0">
                <a:solidFill>
                  <a:srgbClr val="657167"/>
                </a:solidFill>
                <a:latin typeface="Inter"/>
                <a:ea typeface="Inter"/>
                <a:cs typeface="Inter"/>
              </a:defRPr>
            </a:lvl6pPr>
            <a:lvl7pPr>
              <a:defRPr sz="1800" b="0">
                <a:solidFill>
                  <a:srgbClr val="657167"/>
                </a:solidFill>
                <a:latin typeface="Inter"/>
                <a:ea typeface="Inter"/>
                <a:cs typeface="Inter"/>
              </a:defRPr>
            </a:lvl7pPr>
            <a:lvl8pPr>
              <a:defRPr sz="1800" b="0">
                <a:solidFill>
                  <a:srgbClr val="657167"/>
                </a:solidFill>
                <a:latin typeface="Inter"/>
                <a:ea typeface="Inter"/>
                <a:cs typeface="Inter"/>
              </a:defRPr>
            </a:lvl8pPr>
            <a:lvl9pPr>
              <a:defRPr sz="1800" b="0">
                <a:solidFill>
                  <a:srgbClr val="657167"/>
                </a:solidFill>
                <a:latin typeface="Inter"/>
                <a:ea typeface="Inter"/>
                <a:cs typeface="Inter"/>
              </a:defRPr>
            </a:lvl9pPr>
          </a:lstStyle>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Linux containers, PostgreSQL queues and a separate agent runtime boundary</a:t>
            </a:r>
          </a:p>
        </p:txBody>
      </p:sp>
      <p:sp>
        <p:nvSpPr>
          <p:cNvPr id="4" name="text-4">
            <a:extLst xmlns:a="http://schemas.openxmlformats.org/drawingml/2006/main">
              <a:ext uri="{FF2B5EF4-FFF2-40B4-BE49-F238E27FC236}">
                <a16:creationId xmlns:a16="http://schemas.microsoft.com/office/drawing/2014/main" id="{9E4F9D32-87E4-4192-BA7F-B26CD6D149D0}"/>
              </a:ext>
            </a:extLst>
          </p:cNvPr>
          <p:cNvSpPr>
            <a:spLocks xmlns:a="http://schemas.openxmlformats.org/drawingml/2006/main" noGrp="1"/>
          </p:cNvSpPr>
          <p:nvPr/>
        </p:nvSpPr>
        <p:spPr>
          <a:xfrm xmlns:a="http://schemas.openxmlformats.org/drawingml/2006/main">
            <a:off x="11258550" y="6486525"/>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01</a:t>
            </a:r>
          </a:p>
        </p:txBody>
      </p:sp>
      <p:sp>
        <p:nvSpPr>
          <p:cNvPr id="5" name="node-5">
            <a:extLst xmlns:a="http://schemas.openxmlformats.org/drawingml/2006/main">
              <a:ext uri="{FF2B5EF4-FFF2-40B4-BE49-F238E27FC236}">
                <a16:creationId xmlns:a16="http://schemas.microsoft.com/office/drawing/2014/main" id="{E99F6C4C-8D15-465A-9194-5BE238382E36}"/>
              </a:ext>
            </a:extLst>
          </p:cNvPr>
          <p:cNvSpPr>
            <a:spLocks xmlns:a="http://schemas.openxmlformats.org/drawingml/2006/main" noGrp="1"/>
          </p:cNvSpPr>
          <p:nvPr/>
        </p:nvSpPr>
        <p:spPr>
          <a:xfrm xmlns:a="http://schemas.openxmlformats.org/drawingml/2006/main">
            <a:off x="533400" y="2209800"/>
            <a:ext cx="2190750" cy="1000125"/>
          </a:xfrm>
          <a:prstGeom xmlns:a="http://schemas.openxmlformats.org/drawingml/2006/main" prst="rect">
            <a:avLst/>
          </a:prstGeom>
          <a:solidFill xmlns:a="http://schemas.openxmlformats.org/drawingml/2006/main">
            <a:srgbClr val="F0F5ED"/>
          </a:solidFill>
          <a:ln xmlns:a="http://schemas.openxmlformats.org/drawingml/2006/main" w="9525">
            <a:solidFill>
              <a:srgbClr val="DAE2D8"/>
            </a:solidFill>
          </a:ln>
        </p:spPr>
      </p:sp>
      <p:sp>
        <p:nvSpPr>
          <p:cNvPr id="6" name="text-6">
            <a:extLst xmlns:a="http://schemas.openxmlformats.org/drawingml/2006/main">
              <a:ext uri="{FF2B5EF4-FFF2-40B4-BE49-F238E27FC236}">
                <a16:creationId xmlns:a16="http://schemas.microsoft.com/office/drawing/2014/main" id="{2F00BB6A-CE3E-4C26-802B-3461ED2BAAC4}"/>
              </a:ext>
            </a:extLst>
          </p:cNvPr>
          <p:cNvSpPr>
            <a:spLocks xmlns:a="http://schemas.openxmlformats.org/drawingml/2006/main" noGrp="1"/>
          </p:cNvSpPr>
          <p:nvPr/>
        </p:nvSpPr>
        <p:spPr>
          <a:xfrm xmlns:a="http://schemas.openxmlformats.org/drawingml/2006/main">
            <a:off x="695325" y="2352675"/>
            <a:ext cx="1866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4221A"/>
                </a:solidFill>
                <a:latin typeface="Inter"/>
                <a:ea typeface="Inter"/>
                <a:cs typeface="Inter"/>
              </a:defRPr>
            </a:defPPr>
            <a:lvl1pPr>
              <a:defRPr sz="1875" b="1">
                <a:solidFill>
                  <a:srgbClr val="14221A"/>
                </a:solidFill>
                <a:latin typeface="Inter"/>
                <a:ea typeface="Inter"/>
                <a:cs typeface="Inter"/>
              </a:defRPr>
            </a:lvl1pPr>
            <a:lvl2pPr>
              <a:defRPr sz="1875" b="1">
                <a:solidFill>
                  <a:srgbClr val="14221A"/>
                </a:solidFill>
                <a:latin typeface="Inter"/>
                <a:ea typeface="Inter"/>
                <a:cs typeface="Inter"/>
              </a:defRPr>
            </a:lvl2pPr>
            <a:lvl3pPr>
              <a:defRPr sz="1875" b="1">
                <a:solidFill>
                  <a:srgbClr val="14221A"/>
                </a:solidFill>
                <a:latin typeface="Inter"/>
                <a:ea typeface="Inter"/>
                <a:cs typeface="Inter"/>
              </a:defRPr>
            </a:lvl3pPr>
            <a:lvl4pPr>
              <a:defRPr sz="1875" b="1">
                <a:solidFill>
                  <a:srgbClr val="14221A"/>
                </a:solidFill>
                <a:latin typeface="Inter"/>
                <a:ea typeface="Inter"/>
                <a:cs typeface="Inter"/>
              </a:defRPr>
            </a:lvl4pPr>
            <a:lvl5pPr>
              <a:defRPr sz="1875" b="1">
                <a:solidFill>
                  <a:srgbClr val="14221A"/>
                </a:solidFill>
                <a:latin typeface="Inter"/>
                <a:ea typeface="Inter"/>
                <a:cs typeface="Inter"/>
              </a:defRPr>
            </a:lvl5pPr>
            <a:lvl6pPr>
              <a:defRPr sz="1875" b="1">
                <a:solidFill>
                  <a:srgbClr val="14221A"/>
                </a:solidFill>
                <a:latin typeface="Inter"/>
                <a:ea typeface="Inter"/>
                <a:cs typeface="Inter"/>
              </a:defRPr>
            </a:lvl6pPr>
            <a:lvl7pPr>
              <a:defRPr sz="1875" b="1">
                <a:solidFill>
                  <a:srgbClr val="14221A"/>
                </a:solidFill>
                <a:latin typeface="Inter"/>
                <a:ea typeface="Inter"/>
                <a:cs typeface="Inter"/>
              </a:defRPr>
            </a:lvl7pPr>
            <a:lvl8pPr>
              <a:defRPr sz="1875" b="1">
                <a:solidFill>
                  <a:srgbClr val="14221A"/>
                </a:solidFill>
                <a:latin typeface="Inter"/>
                <a:ea typeface="Inter"/>
                <a:cs typeface="Inter"/>
              </a:defRPr>
            </a:lvl8pPr>
            <a:lvl9pPr>
              <a:defRPr sz="1875" b="1">
                <a:solidFill>
                  <a:srgbClr val="14221A"/>
                </a:solidFill>
                <a:latin typeface="Inter"/>
                <a:ea typeface="Inter"/>
                <a:cs typeface="Inter"/>
              </a:defRPr>
            </a:lvl9pPr>
          </a:lstStyle>
          <a:p xmlns:a="http://schemas.openxmlformats.org/drawingml/2006/main">
            <a:pPr>
              <a:defRPr sz="1875" b="1">
                <a:solidFill>
                  <a:srgbClr val="14221A"/>
                </a:solidFill>
                <a:latin typeface="Inter"/>
                <a:ea typeface="Inter"/>
                <a:cs typeface="Inter"/>
              </a:defRPr>
            </a:pPr>
            <a:r>
              <a:rPr sz="1875" b="1">
                <a:solidFill>
                  <a:srgbClr val="14221A"/>
                </a:solidFill>
                <a:latin typeface="Inter"/>
                <a:ea typeface="Inter"/>
                <a:cs typeface="Inter"/>
              </a:rPr>
              <a:t>Browser</a:t>
            </a:r>
          </a:p>
        </p:txBody>
      </p:sp>
      <p:sp>
        <p:nvSpPr>
          <p:cNvPr id="7" name="text-7">
            <a:extLst xmlns:a="http://schemas.openxmlformats.org/drawingml/2006/main">
              <a:ext uri="{FF2B5EF4-FFF2-40B4-BE49-F238E27FC236}">
                <a16:creationId xmlns:a16="http://schemas.microsoft.com/office/drawing/2014/main" id="{EB336974-523E-441B-AAB9-1073748318DC}"/>
              </a:ext>
            </a:extLst>
          </p:cNvPr>
          <p:cNvSpPr>
            <a:spLocks xmlns:a="http://schemas.openxmlformats.org/drawingml/2006/main" noGrp="1"/>
          </p:cNvSpPr>
          <p:nvPr/>
        </p:nvSpPr>
        <p:spPr>
          <a:xfrm xmlns:a="http://schemas.openxmlformats.org/drawingml/2006/main">
            <a:off x="695325" y="2752725"/>
            <a:ext cx="18669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657167"/>
                </a:solidFill>
                <a:latin typeface="Inter"/>
                <a:ea typeface="Inter"/>
                <a:cs typeface="Inter"/>
              </a:defRPr>
            </a:defPPr>
            <a:lvl1pPr>
              <a:defRPr sz="1575" b="0">
                <a:solidFill>
                  <a:srgbClr val="657167"/>
                </a:solidFill>
                <a:latin typeface="Inter"/>
                <a:ea typeface="Inter"/>
                <a:cs typeface="Inter"/>
              </a:defRPr>
            </a:lvl1pPr>
            <a:lvl2pPr>
              <a:defRPr sz="1575" b="0">
                <a:solidFill>
                  <a:srgbClr val="657167"/>
                </a:solidFill>
                <a:latin typeface="Inter"/>
                <a:ea typeface="Inter"/>
                <a:cs typeface="Inter"/>
              </a:defRPr>
            </a:lvl2pPr>
            <a:lvl3pPr>
              <a:defRPr sz="1575" b="0">
                <a:solidFill>
                  <a:srgbClr val="657167"/>
                </a:solidFill>
                <a:latin typeface="Inter"/>
                <a:ea typeface="Inter"/>
                <a:cs typeface="Inter"/>
              </a:defRPr>
            </a:lvl3pPr>
            <a:lvl4pPr>
              <a:defRPr sz="1575" b="0">
                <a:solidFill>
                  <a:srgbClr val="657167"/>
                </a:solidFill>
                <a:latin typeface="Inter"/>
                <a:ea typeface="Inter"/>
                <a:cs typeface="Inter"/>
              </a:defRPr>
            </a:lvl4pPr>
            <a:lvl5pPr>
              <a:defRPr sz="1575" b="0">
                <a:solidFill>
                  <a:srgbClr val="657167"/>
                </a:solidFill>
                <a:latin typeface="Inter"/>
                <a:ea typeface="Inter"/>
                <a:cs typeface="Inter"/>
              </a:defRPr>
            </a:lvl5pPr>
            <a:lvl6pPr>
              <a:defRPr sz="1575" b="0">
                <a:solidFill>
                  <a:srgbClr val="657167"/>
                </a:solidFill>
                <a:latin typeface="Inter"/>
                <a:ea typeface="Inter"/>
                <a:cs typeface="Inter"/>
              </a:defRPr>
            </a:lvl6pPr>
            <a:lvl7pPr>
              <a:defRPr sz="1575" b="0">
                <a:solidFill>
                  <a:srgbClr val="657167"/>
                </a:solidFill>
                <a:latin typeface="Inter"/>
                <a:ea typeface="Inter"/>
                <a:cs typeface="Inter"/>
              </a:defRPr>
            </a:lvl7pPr>
            <a:lvl8pPr>
              <a:defRPr sz="1575" b="0">
                <a:solidFill>
                  <a:srgbClr val="657167"/>
                </a:solidFill>
                <a:latin typeface="Inter"/>
                <a:ea typeface="Inter"/>
                <a:cs typeface="Inter"/>
              </a:defRPr>
            </a:lvl8pPr>
            <a:lvl9pPr>
              <a:defRPr sz="1575" b="0">
                <a:solidFill>
                  <a:srgbClr val="657167"/>
                </a:solidFill>
                <a:latin typeface="Inter"/>
                <a:ea typeface="Inter"/>
                <a:cs typeface="Inter"/>
              </a:defRPr>
            </a:lvl9pPr>
          </a:lstStyle>
          <a:p xmlns:a="http://schemas.openxmlformats.org/drawingml/2006/main">
            <a:pPr>
              <a:defRPr sz="1575" b="0">
                <a:solidFill>
                  <a:srgbClr val="657167"/>
                </a:solidFill>
                <a:latin typeface="Inter"/>
                <a:ea typeface="Inter"/>
                <a:cs typeface="Inter"/>
              </a:defRPr>
            </a:pPr>
            <a:r>
              <a:rPr sz="1575" b="0">
                <a:solidFill>
                  <a:srgbClr val="657167"/>
                </a:solidFill>
                <a:latin typeface="Inter"/>
                <a:ea typeface="Inter"/>
                <a:cs typeface="Inter"/>
              </a:rPr>
              <a:t>React UI</a:t>
            </a:r>
          </a:p>
        </p:txBody>
      </p:sp>
      <p:sp>
        <p:nvSpPr>
          <p:cNvPr id="8" name="node-8">
            <a:extLst xmlns:a="http://schemas.openxmlformats.org/drawingml/2006/main">
              <a:ext uri="{FF2B5EF4-FFF2-40B4-BE49-F238E27FC236}">
                <a16:creationId xmlns:a16="http://schemas.microsoft.com/office/drawing/2014/main" id="{024F6C33-6518-4528-A4D4-8E93BC10DB8E}"/>
              </a:ext>
            </a:extLst>
          </p:cNvPr>
          <p:cNvSpPr>
            <a:spLocks xmlns:a="http://schemas.openxmlformats.org/drawingml/2006/main" noGrp="1"/>
          </p:cNvSpPr>
          <p:nvPr/>
        </p:nvSpPr>
        <p:spPr>
          <a:xfrm xmlns:a="http://schemas.openxmlformats.org/drawingml/2006/main">
            <a:off x="3314700" y="2209800"/>
            <a:ext cx="2190750" cy="1000125"/>
          </a:xfrm>
          <a:prstGeom xmlns:a="http://schemas.openxmlformats.org/drawingml/2006/main" prst="rect">
            <a:avLst/>
          </a:prstGeom>
          <a:solidFill xmlns:a="http://schemas.openxmlformats.org/drawingml/2006/main">
            <a:srgbClr val="F0F5ED"/>
          </a:solidFill>
          <a:ln xmlns:a="http://schemas.openxmlformats.org/drawingml/2006/main" w="9525">
            <a:solidFill>
              <a:srgbClr val="DAE2D8"/>
            </a:solidFill>
          </a:ln>
        </p:spPr>
      </p:sp>
      <p:sp>
        <p:nvSpPr>
          <p:cNvPr id="9" name="text-9">
            <a:extLst xmlns:a="http://schemas.openxmlformats.org/drawingml/2006/main">
              <a:ext uri="{FF2B5EF4-FFF2-40B4-BE49-F238E27FC236}">
                <a16:creationId xmlns:a16="http://schemas.microsoft.com/office/drawing/2014/main" id="{B382914A-5770-496C-853D-345D72AC6261}"/>
              </a:ext>
            </a:extLst>
          </p:cNvPr>
          <p:cNvSpPr>
            <a:spLocks xmlns:a="http://schemas.openxmlformats.org/drawingml/2006/main" noGrp="1"/>
          </p:cNvSpPr>
          <p:nvPr/>
        </p:nvSpPr>
        <p:spPr>
          <a:xfrm xmlns:a="http://schemas.openxmlformats.org/drawingml/2006/main">
            <a:off x="3476625" y="2352675"/>
            <a:ext cx="1866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4221A"/>
                </a:solidFill>
                <a:latin typeface="Inter"/>
                <a:ea typeface="Inter"/>
                <a:cs typeface="Inter"/>
              </a:defRPr>
            </a:defPPr>
            <a:lvl1pPr>
              <a:defRPr sz="1875" b="1">
                <a:solidFill>
                  <a:srgbClr val="14221A"/>
                </a:solidFill>
                <a:latin typeface="Inter"/>
                <a:ea typeface="Inter"/>
                <a:cs typeface="Inter"/>
              </a:defRPr>
            </a:lvl1pPr>
            <a:lvl2pPr>
              <a:defRPr sz="1875" b="1">
                <a:solidFill>
                  <a:srgbClr val="14221A"/>
                </a:solidFill>
                <a:latin typeface="Inter"/>
                <a:ea typeface="Inter"/>
                <a:cs typeface="Inter"/>
              </a:defRPr>
            </a:lvl2pPr>
            <a:lvl3pPr>
              <a:defRPr sz="1875" b="1">
                <a:solidFill>
                  <a:srgbClr val="14221A"/>
                </a:solidFill>
                <a:latin typeface="Inter"/>
                <a:ea typeface="Inter"/>
                <a:cs typeface="Inter"/>
              </a:defRPr>
            </a:lvl3pPr>
            <a:lvl4pPr>
              <a:defRPr sz="1875" b="1">
                <a:solidFill>
                  <a:srgbClr val="14221A"/>
                </a:solidFill>
                <a:latin typeface="Inter"/>
                <a:ea typeface="Inter"/>
                <a:cs typeface="Inter"/>
              </a:defRPr>
            </a:lvl4pPr>
            <a:lvl5pPr>
              <a:defRPr sz="1875" b="1">
                <a:solidFill>
                  <a:srgbClr val="14221A"/>
                </a:solidFill>
                <a:latin typeface="Inter"/>
                <a:ea typeface="Inter"/>
                <a:cs typeface="Inter"/>
              </a:defRPr>
            </a:lvl5pPr>
            <a:lvl6pPr>
              <a:defRPr sz="1875" b="1">
                <a:solidFill>
                  <a:srgbClr val="14221A"/>
                </a:solidFill>
                <a:latin typeface="Inter"/>
                <a:ea typeface="Inter"/>
                <a:cs typeface="Inter"/>
              </a:defRPr>
            </a:lvl6pPr>
            <a:lvl7pPr>
              <a:defRPr sz="1875" b="1">
                <a:solidFill>
                  <a:srgbClr val="14221A"/>
                </a:solidFill>
                <a:latin typeface="Inter"/>
                <a:ea typeface="Inter"/>
                <a:cs typeface="Inter"/>
              </a:defRPr>
            </a:lvl7pPr>
            <a:lvl8pPr>
              <a:defRPr sz="1875" b="1">
                <a:solidFill>
                  <a:srgbClr val="14221A"/>
                </a:solidFill>
                <a:latin typeface="Inter"/>
                <a:ea typeface="Inter"/>
                <a:cs typeface="Inter"/>
              </a:defRPr>
            </a:lvl8pPr>
            <a:lvl9pPr>
              <a:defRPr sz="1875" b="1">
                <a:solidFill>
                  <a:srgbClr val="14221A"/>
                </a:solidFill>
                <a:latin typeface="Inter"/>
                <a:ea typeface="Inter"/>
                <a:cs typeface="Inter"/>
              </a:defRPr>
            </a:lvl9pPr>
          </a:lstStyle>
          <a:p xmlns:a="http://schemas.openxmlformats.org/drawingml/2006/main">
            <a:pPr>
              <a:defRPr sz="1875" b="1">
                <a:solidFill>
                  <a:srgbClr val="14221A"/>
                </a:solidFill>
                <a:latin typeface="Inter"/>
                <a:ea typeface="Inter"/>
                <a:cs typeface="Inter"/>
              </a:defRPr>
            </a:pPr>
            <a:r>
              <a:rPr sz="1875" b="1">
                <a:solidFill>
                  <a:srgbClr val="14221A"/>
                </a:solidFill>
                <a:latin typeface="Inter"/>
                <a:ea typeface="Inter"/>
                <a:cs typeface="Inter"/>
              </a:rPr>
              <a:t>Next.js app</a:t>
            </a:r>
          </a:p>
        </p:txBody>
      </p:sp>
      <p:sp>
        <p:nvSpPr>
          <p:cNvPr id="10" name="text-10">
            <a:extLst xmlns:a="http://schemas.openxmlformats.org/drawingml/2006/main">
              <a:ext uri="{FF2B5EF4-FFF2-40B4-BE49-F238E27FC236}">
                <a16:creationId xmlns:a16="http://schemas.microsoft.com/office/drawing/2014/main" id="{5245D2EC-8A4C-4153-BC08-58C08F482B80}"/>
              </a:ext>
            </a:extLst>
          </p:cNvPr>
          <p:cNvSpPr>
            <a:spLocks xmlns:a="http://schemas.openxmlformats.org/drawingml/2006/main" noGrp="1"/>
          </p:cNvSpPr>
          <p:nvPr/>
        </p:nvSpPr>
        <p:spPr>
          <a:xfrm xmlns:a="http://schemas.openxmlformats.org/drawingml/2006/main">
            <a:off x="3476625" y="2752725"/>
            <a:ext cx="18669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657167"/>
                </a:solidFill>
                <a:latin typeface="Inter"/>
                <a:ea typeface="Inter"/>
                <a:cs typeface="Inter"/>
              </a:defRPr>
            </a:defPPr>
            <a:lvl1pPr>
              <a:defRPr sz="1575" b="0">
                <a:solidFill>
                  <a:srgbClr val="657167"/>
                </a:solidFill>
                <a:latin typeface="Inter"/>
                <a:ea typeface="Inter"/>
                <a:cs typeface="Inter"/>
              </a:defRPr>
            </a:lvl1pPr>
            <a:lvl2pPr>
              <a:defRPr sz="1575" b="0">
                <a:solidFill>
                  <a:srgbClr val="657167"/>
                </a:solidFill>
                <a:latin typeface="Inter"/>
                <a:ea typeface="Inter"/>
                <a:cs typeface="Inter"/>
              </a:defRPr>
            </a:lvl2pPr>
            <a:lvl3pPr>
              <a:defRPr sz="1575" b="0">
                <a:solidFill>
                  <a:srgbClr val="657167"/>
                </a:solidFill>
                <a:latin typeface="Inter"/>
                <a:ea typeface="Inter"/>
                <a:cs typeface="Inter"/>
              </a:defRPr>
            </a:lvl3pPr>
            <a:lvl4pPr>
              <a:defRPr sz="1575" b="0">
                <a:solidFill>
                  <a:srgbClr val="657167"/>
                </a:solidFill>
                <a:latin typeface="Inter"/>
                <a:ea typeface="Inter"/>
                <a:cs typeface="Inter"/>
              </a:defRPr>
            </a:lvl4pPr>
            <a:lvl5pPr>
              <a:defRPr sz="1575" b="0">
                <a:solidFill>
                  <a:srgbClr val="657167"/>
                </a:solidFill>
                <a:latin typeface="Inter"/>
                <a:ea typeface="Inter"/>
                <a:cs typeface="Inter"/>
              </a:defRPr>
            </a:lvl5pPr>
            <a:lvl6pPr>
              <a:defRPr sz="1575" b="0">
                <a:solidFill>
                  <a:srgbClr val="657167"/>
                </a:solidFill>
                <a:latin typeface="Inter"/>
                <a:ea typeface="Inter"/>
                <a:cs typeface="Inter"/>
              </a:defRPr>
            </a:lvl6pPr>
            <a:lvl7pPr>
              <a:defRPr sz="1575" b="0">
                <a:solidFill>
                  <a:srgbClr val="657167"/>
                </a:solidFill>
                <a:latin typeface="Inter"/>
                <a:ea typeface="Inter"/>
                <a:cs typeface="Inter"/>
              </a:defRPr>
            </a:lvl7pPr>
            <a:lvl8pPr>
              <a:defRPr sz="1575" b="0">
                <a:solidFill>
                  <a:srgbClr val="657167"/>
                </a:solidFill>
                <a:latin typeface="Inter"/>
                <a:ea typeface="Inter"/>
                <a:cs typeface="Inter"/>
              </a:defRPr>
            </a:lvl8pPr>
            <a:lvl9pPr>
              <a:defRPr sz="1575" b="0">
                <a:solidFill>
                  <a:srgbClr val="657167"/>
                </a:solidFill>
                <a:latin typeface="Inter"/>
                <a:ea typeface="Inter"/>
                <a:cs typeface="Inter"/>
              </a:defRPr>
            </a:lvl9pPr>
          </a:lstStyle>
          <a:p xmlns:a="http://schemas.openxmlformats.org/drawingml/2006/main">
            <a:pPr>
              <a:defRPr sz="1575" b="0">
                <a:solidFill>
                  <a:srgbClr val="657167"/>
                </a:solidFill>
                <a:latin typeface="Inter"/>
                <a:ea typeface="Inter"/>
                <a:cs typeface="Inter"/>
              </a:defRPr>
            </a:pPr>
            <a:r>
              <a:rPr sz="1575" b="0">
                <a:solidFill>
                  <a:srgbClr val="657167"/>
                </a:solidFill>
                <a:latin typeface="Inter"/>
                <a:ea typeface="Inter"/>
                <a:cs typeface="Inter"/>
              </a:rPr>
              <a:t>Owned HTTP API</a:t>
            </a:r>
          </a:p>
        </p:txBody>
      </p:sp>
      <p:sp>
        <p:nvSpPr>
          <p:cNvPr id="11" name="node-11">
            <a:extLst xmlns:a="http://schemas.openxmlformats.org/drawingml/2006/main">
              <a:ext uri="{FF2B5EF4-FFF2-40B4-BE49-F238E27FC236}">
                <a16:creationId xmlns:a16="http://schemas.microsoft.com/office/drawing/2014/main" id="{60460632-1D49-4BAE-A812-57121FC54A6B}"/>
              </a:ext>
            </a:extLst>
          </p:cNvPr>
          <p:cNvSpPr>
            <a:spLocks xmlns:a="http://schemas.openxmlformats.org/drawingml/2006/main" noGrp="1"/>
          </p:cNvSpPr>
          <p:nvPr/>
        </p:nvSpPr>
        <p:spPr>
          <a:xfrm xmlns:a="http://schemas.openxmlformats.org/drawingml/2006/main">
            <a:off x="6096000" y="2209800"/>
            <a:ext cx="2476500" cy="1000125"/>
          </a:xfrm>
          <a:prstGeom xmlns:a="http://schemas.openxmlformats.org/drawingml/2006/main" prst="rect">
            <a:avLst/>
          </a:prstGeom>
          <a:solidFill xmlns:a="http://schemas.openxmlformats.org/drawingml/2006/main">
            <a:srgbClr val="14221A"/>
          </a:solidFill>
          <a:ln xmlns:a="http://schemas.openxmlformats.org/drawingml/2006/main" w="9525">
            <a:solidFill>
              <a:srgbClr val="DAE2D8"/>
            </a:solidFill>
          </a:ln>
        </p:spPr>
      </p:sp>
      <p:sp>
        <p:nvSpPr>
          <p:cNvPr id="12" name="text-12">
            <a:extLst xmlns:a="http://schemas.openxmlformats.org/drawingml/2006/main">
              <a:ext uri="{FF2B5EF4-FFF2-40B4-BE49-F238E27FC236}">
                <a16:creationId xmlns:a16="http://schemas.microsoft.com/office/drawing/2014/main" id="{75C3E0BA-584C-4A3C-B751-E1E58D38A8F2}"/>
              </a:ext>
            </a:extLst>
          </p:cNvPr>
          <p:cNvSpPr>
            <a:spLocks xmlns:a="http://schemas.openxmlformats.org/drawingml/2006/main" noGrp="1"/>
          </p:cNvSpPr>
          <p:nvPr/>
        </p:nvSpPr>
        <p:spPr>
          <a:xfrm xmlns:a="http://schemas.openxmlformats.org/drawingml/2006/main">
            <a:off x="6257925" y="2352675"/>
            <a:ext cx="2152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FFFFFF"/>
                </a:solidFill>
                <a:latin typeface="Inter"/>
                <a:ea typeface="Inter"/>
                <a:cs typeface="Inter"/>
              </a:defRPr>
            </a:defPPr>
            <a:lvl1pPr>
              <a:defRPr sz="1875" b="1">
                <a:solidFill>
                  <a:srgbClr val="FFFFFF"/>
                </a:solidFill>
                <a:latin typeface="Inter"/>
                <a:ea typeface="Inter"/>
                <a:cs typeface="Inter"/>
              </a:defRPr>
            </a:lvl1pPr>
            <a:lvl2pPr>
              <a:defRPr sz="1875" b="1">
                <a:solidFill>
                  <a:srgbClr val="FFFFFF"/>
                </a:solidFill>
                <a:latin typeface="Inter"/>
                <a:ea typeface="Inter"/>
                <a:cs typeface="Inter"/>
              </a:defRPr>
            </a:lvl2pPr>
            <a:lvl3pPr>
              <a:defRPr sz="1875" b="1">
                <a:solidFill>
                  <a:srgbClr val="FFFFFF"/>
                </a:solidFill>
                <a:latin typeface="Inter"/>
                <a:ea typeface="Inter"/>
                <a:cs typeface="Inter"/>
              </a:defRPr>
            </a:lvl3pPr>
            <a:lvl4pPr>
              <a:defRPr sz="1875" b="1">
                <a:solidFill>
                  <a:srgbClr val="FFFFFF"/>
                </a:solidFill>
                <a:latin typeface="Inter"/>
                <a:ea typeface="Inter"/>
                <a:cs typeface="Inter"/>
              </a:defRPr>
            </a:lvl4pPr>
            <a:lvl5pPr>
              <a:defRPr sz="1875" b="1">
                <a:solidFill>
                  <a:srgbClr val="FFFFFF"/>
                </a:solidFill>
                <a:latin typeface="Inter"/>
                <a:ea typeface="Inter"/>
                <a:cs typeface="Inter"/>
              </a:defRPr>
            </a:lvl5pPr>
            <a:lvl6pPr>
              <a:defRPr sz="1875" b="1">
                <a:solidFill>
                  <a:srgbClr val="FFFFFF"/>
                </a:solidFill>
                <a:latin typeface="Inter"/>
                <a:ea typeface="Inter"/>
                <a:cs typeface="Inter"/>
              </a:defRPr>
            </a:lvl6pPr>
            <a:lvl7pPr>
              <a:defRPr sz="1875" b="1">
                <a:solidFill>
                  <a:srgbClr val="FFFFFF"/>
                </a:solidFill>
                <a:latin typeface="Inter"/>
                <a:ea typeface="Inter"/>
                <a:cs typeface="Inter"/>
              </a:defRPr>
            </a:lvl7pPr>
            <a:lvl8pPr>
              <a:defRPr sz="1875" b="1">
                <a:solidFill>
                  <a:srgbClr val="FFFFFF"/>
                </a:solidFill>
                <a:latin typeface="Inter"/>
                <a:ea typeface="Inter"/>
                <a:cs typeface="Inter"/>
              </a:defRPr>
            </a:lvl8pPr>
            <a:lvl9pPr>
              <a:defRPr sz="1875" b="1">
                <a:solidFill>
                  <a:srgbClr val="FFFFFF"/>
                </a:solidFill>
                <a:latin typeface="Inter"/>
                <a:ea typeface="Inter"/>
                <a:cs typeface="Inter"/>
              </a:defRPr>
            </a:lvl9pPr>
          </a:lstStyle>
          <a:p xmlns:a="http://schemas.openxmlformats.org/drawingml/2006/main">
            <a:pPr>
              <a:defRPr sz="1875" b="1">
                <a:solidFill>
                  <a:srgbClr val="FFFFFF"/>
                </a:solidFill>
                <a:latin typeface="Inter"/>
                <a:ea typeface="Inter"/>
                <a:cs typeface="Inter"/>
              </a:defRPr>
            </a:pPr>
            <a:r>
              <a:rPr sz="1875" b="1">
                <a:solidFill>
                  <a:srgbClr val="FFFFFF"/>
                </a:solidFill>
                <a:latin typeface="Inter"/>
                <a:ea typeface="Inter"/>
                <a:cs typeface="Inter"/>
              </a:rPr>
              <a:t>PostgreSQL 17</a:t>
            </a:r>
          </a:p>
        </p:txBody>
      </p:sp>
      <p:sp>
        <p:nvSpPr>
          <p:cNvPr id="13" name="text-13">
            <a:extLst xmlns:a="http://schemas.openxmlformats.org/drawingml/2006/main">
              <a:ext uri="{FF2B5EF4-FFF2-40B4-BE49-F238E27FC236}">
                <a16:creationId xmlns:a16="http://schemas.microsoft.com/office/drawing/2014/main" id="{11B836AC-1367-477A-BE5D-9CD68735AB0F}"/>
              </a:ext>
            </a:extLst>
          </p:cNvPr>
          <p:cNvSpPr>
            <a:spLocks xmlns:a="http://schemas.openxmlformats.org/drawingml/2006/main" noGrp="1"/>
          </p:cNvSpPr>
          <p:nvPr/>
        </p:nvSpPr>
        <p:spPr>
          <a:xfrm xmlns:a="http://schemas.openxmlformats.org/drawingml/2006/main">
            <a:off x="6257925" y="2752725"/>
            <a:ext cx="21526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DFEADC"/>
                </a:solidFill>
                <a:latin typeface="Inter"/>
                <a:ea typeface="Inter"/>
                <a:cs typeface="Inter"/>
              </a:defRPr>
            </a:defPPr>
            <a:lvl1pPr>
              <a:defRPr sz="1575" b="0">
                <a:solidFill>
                  <a:srgbClr val="DFEADC"/>
                </a:solidFill>
                <a:latin typeface="Inter"/>
                <a:ea typeface="Inter"/>
                <a:cs typeface="Inter"/>
              </a:defRPr>
            </a:lvl1pPr>
            <a:lvl2pPr>
              <a:defRPr sz="1575" b="0">
                <a:solidFill>
                  <a:srgbClr val="DFEADC"/>
                </a:solidFill>
                <a:latin typeface="Inter"/>
                <a:ea typeface="Inter"/>
                <a:cs typeface="Inter"/>
              </a:defRPr>
            </a:lvl2pPr>
            <a:lvl3pPr>
              <a:defRPr sz="1575" b="0">
                <a:solidFill>
                  <a:srgbClr val="DFEADC"/>
                </a:solidFill>
                <a:latin typeface="Inter"/>
                <a:ea typeface="Inter"/>
                <a:cs typeface="Inter"/>
              </a:defRPr>
            </a:lvl3pPr>
            <a:lvl4pPr>
              <a:defRPr sz="1575" b="0">
                <a:solidFill>
                  <a:srgbClr val="DFEADC"/>
                </a:solidFill>
                <a:latin typeface="Inter"/>
                <a:ea typeface="Inter"/>
                <a:cs typeface="Inter"/>
              </a:defRPr>
            </a:lvl4pPr>
            <a:lvl5pPr>
              <a:defRPr sz="1575" b="0">
                <a:solidFill>
                  <a:srgbClr val="DFEADC"/>
                </a:solidFill>
                <a:latin typeface="Inter"/>
                <a:ea typeface="Inter"/>
                <a:cs typeface="Inter"/>
              </a:defRPr>
            </a:lvl5pPr>
            <a:lvl6pPr>
              <a:defRPr sz="1575" b="0">
                <a:solidFill>
                  <a:srgbClr val="DFEADC"/>
                </a:solidFill>
                <a:latin typeface="Inter"/>
                <a:ea typeface="Inter"/>
                <a:cs typeface="Inter"/>
              </a:defRPr>
            </a:lvl6pPr>
            <a:lvl7pPr>
              <a:defRPr sz="1575" b="0">
                <a:solidFill>
                  <a:srgbClr val="DFEADC"/>
                </a:solidFill>
                <a:latin typeface="Inter"/>
                <a:ea typeface="Inter"/>
                <a:cs typeface="Inter"/>
              </a:defRPr>
            </a:lvl7pPr>
            <a:lvl8pPr>
              <a:defRPr sz="1575" b="0">
                <a:solidFill>
                  <a:srgbClr val="DFEADC"/>
                </a:solidFill>
                <a:latin typeface="Inter"/>
                <a:ea typeface="Inter"/>
                <a:cs typeface="Inter"/>
              </a:defRPr>
            </a:lvl8pPr>
            <a:lvl9pPr>
              <a:defRPr sz="1575" b="0">
                <a:solidFill>
                  <a:srgbClr val="DFEADC"/>
                </a:solidFill>
                <a:latin typeface="Inter"/>
                <a:ea typeface="Inter"/>
                <a:cs typeface="Inter"/>
              </a:defRPr>
            </a:lvl9pPr>
          </a:lstStyle>
          <a:p xmlns:a="http://schemas.openxmlformats.org/drawingml/2006/main">
            <a:pPr>
              <a:defRPr sz="1575" b="0">
                <a:solidFill>
                  <a:srgbClr val="DFEADC"/>
                </a:solidFill>
                <a:latin typeface="Inter"/>
                <a:ea typeface="Inter"/>
                <a:cs typeface="Inter"/>
              </a:defRPr>
            </a:pPr>
            <a:r>
              <a:rPr sz="1575" b="0">
                <a:solidFill>
                  <a:srgbClr val="DFEADC"/>
                </a:solidFill>
                <a:latin typeface="Inter"/>
                <a:ea typeface="Inter"/>
                <a:cs typeface="Inter"/>
              </a:rPr>
              <a:t>Queues + records</a:t>
            </a:r>
          </a:p>
        </p:txBody>
      </p:sp>
      <p:sp>
        <p:nvSpPr>
          <p:cNvPr id="14" name="node-14">
            <a:extLst xmlns:a="http://schemas.openxmlformats.org/drawingml/2006/main">
              <a:ext uri="{FF2B5EF4-FFF2-40B4-BE49-F238E27FC236}">
                <a16:creationId xmlns:a16="http://schemas.microsoft.com/office/drawing/2014/main" id="{D8596876-4EBA-46E9-8AC8-13E5CDA008A3}"/>
              </a:ext>
            </a:extLst>
          </p:cNvPr>
          <p:cNvSpPr>
            <a:spLocks xmlns:a="http://schemas.openxmlformats.org/drawingml/2006/main" noGrp="1"/>
          </p:cNvSpPr>
          <p:nvPr/>
        </p:nvSpPr>
        <p:spPr>
          <a:xfrm xmlns:a="http://schemas.openxmlformats.org/drawingml/2006/main">
            <a:off x="9163050" y="2209800"/>
            <a:ext cx="2495550" cy="1000125"/>
          </a:xfrm>
          <a:prstGeom xmlns:a="http://schemas.openxmlformats.org/drawingml/2006/main" prst="rect">
            <a:avLst/>
          </a:prstGeom>
          <a:solidFill xmlns:a="http://schemas.openxmlformats.org/drawingml/2006/main">
            <a:srgbClr val="F0F5ED"/>
          </a:solidFill>
          <a:ln xmlns:a="http://schemas.openxmlformats.org/drawingml/2006/main" w="9525">
            <a:solidFill>
              <a:srgbClr val="DAE2D8"/>
            </a:solidFill>
          </a:ln>
        </p:spPr>
      </p:sp>
      <p:sp>
        <p:nvSpPr>
          <p:cNvPr id="15" name="text-15">
            <a:extLst xmlns:a="http://schemas.openxmlformats.org/drawingml/2006/main">
              <a:ext uri="{FF2B5EF4-FFF2-40B4-BE49-F238E27FC236}">
                <a16:creationId xmlns:a16="http://schemas.microsoft.com/office/drawing/2014/main" id="{6837A78B-1111-482D-B25F-260E0AEFE78D}"/>
              </a:ext>
            </a:extLst>
          </p:cNvPr>
          <p:cNvSpPr>
            <a:spLocks xmlns:a="http://schemas.openxmlformats.org/drawingml/2006/main" noGrp="1"/>
          </p:cNvSpPr>
          <p:nvPr/>
        </p:nvSpPr>
        <p:spPr>
          <a:xfrm xmlns:a="http://schemas.openxmlformats.org/drawingml/2006/main">
            <a:off x="9324975" y="2352675"/>
            <a:ext cx="2171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4221A"/>
                </a:solidFill>
                <a:latin typeface="Inter"/>
                <a:ea typeface="Inter"/>
                <a:cs typeface="Inter"/>
              </a:defRPr>
            </a:defPPr>
            <a:lvl1pPr>
              <a:defRPr sz="1875" b="1">
                <a:solidFill>
                  <a:srgbClr val="14221A"/>
                </a:solidFill>
                <a:latin typeface="Inter"/>
                <a:ea typeface="Inter"/>
                <a:cs typeface="Inter"/>
              </a:defRPr>
            </a:lvl1pPr>
            <a:lvl2pPr>
              <a:defRPr sz="1875" b="1">
                <a:solidFill>
                  <a:srgbClr val="14221A"/>
                </a:solidFill>
                <a:latin typeface="Inter"/>
                <a:ea typeface="Inter"/>
                <a:cs typeface="Inter"/>
              </a:defRPr>
            </a:lvl2pPr>
            <a:lvl3pPr>
              <a:defRPr sz="1875" b="1">
                <a:solidFill>
                  <a:srgbClr val="14221A"/>
                </a:solidFill>
                <a:latin typeface="Inter"/>
                <a:ea typeface="Inter"/>
                <a:cs typeface="Inter"/>
              </a:defRPr>
            </a:lvl3pPr>
            <a:lvl4pPr>
              <a:defRPr sz="1875" b="1">
                <a:solidFill>
                  <a:srgbClr val="14221A"/>
                </a:solidFill>
                <a:latin typeface="Inter"/>
                <a:ea typeface="Inter"/>
                <a:cs typeface="Inter"/>
              </a:defRPr>
            </a:lvl4pPr>
            <a:lvl5pPr>
              <a:defRPr sz="1875" b="1">
                <a:solidFill>
                  <a:srgbClr val="14221A"/>
                </a:solidFill>
                <a:latin typeface="Inter"/>
                <a:ea typeface="Inter"/>
                <a:cs typeface="Inter"/>
              </a:defRPr>
            </a:lvl5pPr>
            <a:lvl6pPr>
              <a:defRPr sz="1875" b="1">
                <a:solidFill>
                  <a:srgbClr val="14221A"/>
                </a:solidFill>
                <a:latin typeface="Inter"/>
                <a:ea typeface="Inter"/>
                <a:cs typeface="Inter"/>
              </a:defRPr>
            </a:lvl6pPr>
            <a:lvl7pPr>
              <a:defRPr sz="1875" b="1">
                <a:solidFill>
                  <a:srgbClr val="14221A"/>
                </a:solidFill>
                <a:latin typeface="Inter"/>
                <a:ea typeface="Inter"/>
                <a:cs typeface="Inter"/>
              </a:defRPr>
            </a:lvl7pPr>
            <a:lvl8pPr>
              <a:defRPr sz="1875" b="1">
                <a:solidFill>
                  <a:srgbClr val="14221A"/>
                </a:solidFill>
                <a:latin typeface="Inter"/>
                <a:ea typeface="Inter"/>
                <a:cs typeface="Inter"/>
              </a:defRPr>
            </a:lvl8pPr>
            <a:lvl9pPr>
              <a:defRPr sz="1875" b="1">
                <a:solidFill>
                  <a:srgbClr val="14221A"/>
                </a:solidFill>
                <a:latin typeface="Inter"/>
                <a:ea typeface="Inter"/>
                <a:cs typeface="Inter"/>
              </a:defRPr>
            </a:lvl9pPr>
          </a:lstStyle>
          <a:p xmlns:a="http://schemas.openxmlformats.org/drawingml/2006/main">
            <a:pPr>
              <a:defRPr sz="1875" b="1">
                <a:solidFill>
                  <a:srgbClr val="14221A"/>
                </a:solidFill>
                <a:latin typeface="Inter"/>
                <a:ea typeface="Inter"/>
                <a:cs typeface="Inter"/>
              </a:defRPr>
            </a:pPr>
            <a:r>
              <a:rPr sz="1875" b="1">
                <a:solidFill>
                  <a:srgbClr val="14221A"/>
                </a:solidFill>
                <a:latin typeface="Inter"/>
                <a:ea typeface="Inter"/>
                <a:cs typeface="Inter"/>
              </a:rPr>
              <a:t>Agent worker</a:t>
            </a:r>
          </a:p>
        </p:txBody>
      </p:sp>
      <p:sp>
        <p:nvSpPr>
          <p:cNvPr id="16" name="text-16">
            <a:extLst xmlns:a="http://schemas.openxmlformats.org/drawingml/2006/main">
              <a:ext uri="{FF2B5EF4-FFF2-40B4-BE49-F238E27FC236}">
                <a16:creationId xmlns:a16="http://schemas.microsoft.com/office/drawing/2014/main" id="{3920859A-524A-46BF-B232-4FB5A0E53CEE}"/>
              </a:ext>
            </a:extLst>
          </p:cNvPr>
          <p:cNvSpPr>
            <a:spLocks xmlns:a="http://schemas.openxmlformats.org/drawingml/2006/main" noGrp="1"/>
          </p:cNvSpPr>
          <p:nvPr/>
        </p:nvSpPr>
        <p:spPr>
          <a:xfrm xmlns:a="http://schemas.openxmlformats.org/drawingml/2006/main">
            <a:off x="9324975" y="2752725"/>
            <a:ext cx="2171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657167"/>
                </a:solidFill>
                <a:latin typeface="Inter"/>
                <a:ea typeface="Inter"/>
                <a:cs typeface="Inter"/>
              </a:defRPr>
            </a:defPPr>
            <a:lvl1pPr>
              <a:defRPr sz="1575" b="0">
                <a:solidFill>
                  <a:srgbClr val="657167"/>
                </a:solidFill>
                <a:latin typeface="Inter"/>
                <a:ea typeface="Inter"/>
                <a:cs typeface="Inter"/>
              </a:defRPr>
            </a:lvl1pPr>
            <a:lvl2pPr>
              <a:defRPr sz="1575" b="0">
                <a:solidFill>
                  <a:srgbClr val="657167"/>
                </a:solidFill>
                <a:latin typeface="Inter"/>
                <a:ea typeface="Inter"/>
                <a:cs typeface="Inter"/>
              </a:defRPr>
            </a:lvl2pPr>
            <a:lvl3pPr>
              <a:defRPr sz="1575" b="0">
                <a:solidFill>
                  <a:srgbClr val="657167"/>
                </a:solidFill>
                <a:latin typeface="Inter"/>
                <a:ea typeface="Inter"/>
                <a:cs typeface="Inter"/>
              </a:defRPr>
            </a:lvl3pPr>
            <a:lvl4pPr>
              <a:defRPr sz="1575" b="0">
                <a:solidFill>
                  <a:srgbClr val="657167"/>
                </a:solidFill>
                <a:latin typeface="Inter"/>
                <a:ea typeface="Inter"/>
                <a:cs typeface="Inter"/>
              </a:defRPr>
            </a:lvl4pPr>
            <a:lvl5pPr>
              <a:defRPr sz="1575" b="0">
                <a:solidFill>
                  <a:srgbClr val="657167"/>
                </a:solidFill>
                <a:latin typeface="Inter"/>
                <a:ea typeface="Inter"/>
                <a:cs typeface="Inter"/>
              </a:defRPr>
            </a:lvl5pPr>
            <a:lvl6pPr>
              <a:defRPr sz="1575" b="0">
                <a:solidFill>
                  <a:srgbClr val="657167"/>
                </a:solidFill>
                <a:latin typeface="Inter"/>
                <a:ea typeface="Inter"/>
                <a:cs typeface="Inter"/>
              </a:defRPr>
            </a:lvl6pPr>
            <a:lvl7pPr>
              <a:defRPr sz="1575" b="0">
                <a:solidFill>
                  <a:srgbClr val="657167"/>
                </a:solidFill>
                <a:latin typeface="Inter"/>
                <a:ea typeface="Inter"/>
                <a:cs typeface="Inter"/>
              </a:defRPr>
            </a:lvl7pPr>
            <a:lvl8pPr>
              <a:defRPr sz="1575" b="0">
                <a:solidFill>
                  <a:srgbClr val="657167"/>
                </a:solidFill>
                <a:latin typeface="Inter"/>
                <a:ea typeface="Inter"/>
                <a:cs typeface="Inter"/>
              </a:defRPr>
            </a:lvl8pPr>
            <a:lvl9pPr>
              <a:defRPr sz="1575" b="0">
                <a:solidFill>
                  <a:srgbClr val="657167"/>
                </a:solidFill>
                <a:latin typeface="Inter"/>
                <a:ea typeface="Inter"/>
                <a:cs typeface="Inter"/>
              </a:defRPr>
            </a:lvl9pPr>
          </a:lstStyle>
          <a:p xmlns:a="http://schemas.openxmlformats.org/drawingml/2006/main">
            <a:pPr>
              <a:defRPr sz="1575" b="0">
                <a:solidFill>
                  <a:srgbClr val="657167"/>
                </a:solidFill>
                <a:latin typeface="Inter"/>
                <a:ea typeface="Inter"/>
                <a:cs typeface="Inter"/>
              </a:defRPr>
            </a:pPr>
            <a:r>
              <a:rPr sz="1575" b="0">
                <a:solidFill>
                  <a:srgbClr val="657167"/>
                </a:solidFill>
                <a:latin typeface="Inter"/>
                <a:ea typeface="Inter"/>
                <a:cs typeface="Inter"/>
              </a:rPr>
              <a:t>Tool broker + H-MEM</a:t>
            </a:r>
          </a:p>
        </p:txBody>
      </p:sp>
      <p:sp>
        <p:nvSpPr>
          <p:cNvPr id="20" name="text-17">
            <a:extLst xmlns:a="http://schemas.openxmlformats.org/drawingml/2006/main">
              <a:ext uri="{FF2B5EF4-FFF2-40B4-BE49-F238E27FC236}">
                <a16:creationId xmlns:a16="http://schemas.microsoft.com/office/drawing/2014/main" id="{CA408C2B-5407-4F8E-9819-46A2ECF3D200}"/>
              </a:ext>
            </a:extLst>
          </p:cNvPr>
          <p:cNvSpPr>
            <a:spLocks xmlns:a="http://schemas.openxmlformats.org/drawingml/2006/main" noGrp="1"/>
          </p:cNvSpPr>
          <p:nvPr/>
        </p:nvSpPr>
        <p:spPr>
          <a:xfrm xmlns:a="http://schemas.openxmlformats.org/drawingml/2006/main">
            <a:off x="561975" y="1943100"/>
            <a:ext cx="257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00" b="0">
                <a:solidFill>
                  <a:srgbClr val="657167"/>
                </a:solidFill>
                <a:latin typeface="Inter"/>
                <a:ea typeface="Inter"/>
                <a:cs typeface="Inter"/>
              </a:defRPr>
            </a:defPPr>
            <a:lvl1pPr>
              <a:defRPr sz="1500" b="0">
                <a:solidFill>
                  <a:srgbClr val="657167"/>
                </a:solidFill>
                <a:latin typeface="Inter"/>
                <a:ea typeface="Inter"/>
                <a:cs typeface="Inter"/>
              </a:defRPr>
            </a:lvl1pPr>
            <a:lvl2pPr>
              <a:defRPr sz="1500" b="0">
                <a:solidFill>
                  <a:srgbClr val="657167"/>
                </a:solidFill>
                <a:latin typeface="Inter"/>
                <a:ea typeface="Inter"/>
                <a:cs typeface="Inter"/>
              </a:defRPr>
            </a:lvl2pPr>
            <a:lvl3pPr>
              <a:defRPr sz="1500" b="0">
                <a:solidFill>
                  <a:srgbClr val="657167"/>
                </a:solidFill>
                <a:latin typeface="Inter"/>
                <a:ea typeface="Inter"/>
                <a:cs typeface="Inter"/>
              </a:defRPr>
            </a:lvl3pPr>
            <a:lvl4pPr>
              <a:defRPr sz="1500" b="0">
                <a:solidFill>
                  <a:srgbClr val="657167"/>
                </a:solidFill>
                <a:latin typeface="Inter"/>
                <a:ea typeface="Inter"/>
                <a:cs typeface="Inter"/>
              </a:defRPr>
            </a:lvl4pPr>
            <a:lvl5pPr>
              <a:defRPr sz="1500" b="0">
                <a:solidFill>
                  <a:srgbClr val="657167"/>
                </a:solidFill>
                <a:latin typeface="Inter"/>
                <a:ea typeface="Inter"/>
                <a:cs typeface="Inter"/>
              </a:defRPr>
            </a:lvl5pPr>
            <a:lvl6pPr>
              <a:defRPr sz="1500" b="0">
                <a:solidFill>
                  <a:srgbClr val="657167"/>
                </a:solidFill>
                <a:latin typeface="Inter"/>
                <a:ea typeface="Inter"/>
                <a:cs typeface="Inter"/>
              </a:defRPr>
            </a:lvl6pPr>
            <a:lvl7pPr>
              <a:defRPr sz="1500" b="0">
                <a:solidFill>
                  <a:srgbClr val="657167"/>
                </a:solidFill>
                <a:latin typeface="Inter"/>
                <a:ea typeface="Inter"/>
                <a:cs typeface="Inter"/>
              </a:defRPr>
            </a:lvl7pPr>
            <a:lvl8pPr>
              <a:defRPr sz="1500" b="0">
                <a:solidFill>
                  <a:srgbClr val="657167"/>
                </a:solidFill>
                <a:latin typeface="Inter"/>
                <a:ea typeface="Inter"/>
                <a:cs typeface="Inter"/>
              </a:defRPr>
            </a:lvl8pPr>
            <a:lvl9pPr>
              <a:defRPr sz="1500" b="0">
                <a:solidFill>
                  <a:srgbClr val="657167"/>
                </a:solidFill>
                <a:latin typeface="Inter"/>
                <a:ea typeface="Inter"/>
                <a:cs typeface="Inter"/>
              </a:defRPr>
            </a:lvl9pPr>
          </a:lstStyle>
          <a:p xmlns:a="http://schemas.openxmlformats.org/drawingml/2006/main">
            <a:pPr>
              <a:defRPr sz="1500" b="0">
                <a:solidFill>
                  <a:srgbClr val="657167"/>
                </a:solidFill>
                <a:latin typeface="Inter"/>
                <a:ea typeface="Inter"/>
                <a:cs typeface="Inter"/>
              </a:defRPr>
            </a:pPr>
            <a:r>
              <a:rPr sz="1500" b="0">
                <a:solidFill>
                  <a:srgbClr val="657167"/>
                </a:solidFill>
                <a:latin typeface="Inter"/>
                <a:ea typeface="Inter"/>
                <a:cs typeface="Inter"/>
              </a:rPr>
              <a:t>HTTPS / Traefik</a:t>
            </a:r>
          </a:p>
        </p:txBody>
      </p:sp>
      <p:sp>
        <p:nvSpPr>
          <p:cNvPr id="21" name="text-18">
            <a:extLst xmlns:a="http://schemas.openxmlformats.org/drawingml/2006/main">
              <a:ext uri="{FF2B5EF4-FFF2-40B4-BE49-F238E27FC236}">
                <a16:creationId xmlns:a16="http://schemas.microsoft.com/office/drawing/2014/main" id="{79CE194F-3F19-42CC-BCFE-CF2E5C6CCBB9}"/>
              </a:ext>
            </a:extLst>
          </p:cNvPr>
          <p:cNvSpPr>
            <a:spLocks xmlns:a="http://schemas.openxmlformats.org/drawingml/2006/main" noGrp="1"/>
          </p:cNvSpPr>
          <p:nvPr/>
        </p:nvSpPr>
        <p:spPr>
          <a:xfrm xmlns:a="http://schemas.openxmlformats.org/drawingml/2006/main">
            <a:off x="5762625" y="1943100"/>
            <a:ext cx="428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0">
                <a:solidFill>
                  <a:srgbClr val="657167"/>
                </a:solidFill>
                <a:latin typeface="Inter"/>
                <a:ea typeface="Inter"/>
                <a:cs typeface="Inter"/>
              </a:defRPr>
            </a:defPPr>
            <a:lvl1pPr>
              <a:defRPr sz="1425" b="0">
                <a:solidFill>
                  <a:srgbClr val="657167"/>
                </a:solidFill>
                <a:latin typeface="Inter"/>
                <a:ea typeface="Inter"/>
                <a:cs typeface="Inter"/>
              </a:defRPr>
            </a:lvl1pPr>
            <a:lvl2pPr>
              <a:defRPr sz="1425" b="0">
                <a:solidFill>
                  <a:srgbClr val="657167"/>
                </a:solidFill>
                <a:latin typeface="Inter"/>
                <a:ea typeface="Inter"/>
                <a:cs typeface="Inter"/>
              </a:defRPr>
            </a:lvl2pPr>
            <a:lvl3pPr>
              <a:defRPr sz="1425" b="0">
                <a:solidFill>
                  <a:srgbClr val="657167"/>
                </a:solidFill>
                <a:latin typeface="Inter"/>
                <a:ea typeface="Inter"/>
                <a:cs typeface="Inter"/>
              </a:defRPr>
            </a:lvl3pPr>
            <a:lvl4pPr>
              <a:defRPr sz="1425" b="0">
                <a:solidFill>
                  <a:srgbClr val="657167"/>
                </a:solidFill>
                <a:latin typeface="Inter"/>
                <a:ea typeface="Inter"/>
                <a:cs typeface="Inter"/>
              </a:defRPr>
            </a:lvl4pPr>
            <a:lvl5pPr>
              <a:defRPr sz="1425" b="0">
                <a:solidFill>
                  <a:srgbClr val="657167"/>
                </a:solidFill>
                <a:latin typeface="Inter"/>
                <a:ea typeface="Inter"/>
                <a:cs typeface="Inter"/>
              </a:defRPr>
            </a:lvl5pPr>
            <a:lvl6pPr>
              <a:defRPr sz="1425" b="0">
                <a:solidFill>
                  <a:srgbClr val="657167"/>
                </a:solidFill>
                <a:latin typeface="Inter"/>
                <a:ea typeface="Inter"/>
                <a:cs typeface="Inter"/>
              </a:defRPr>
            </a:lvl6pPr>
            <a:lvl7pPr>
              <a:defRPr sz="1425" b="0">
                <a:solidFill>
                  <a:srgbClr val="657167"/>
                </a:solidFill>
                <a:latin typeface="Inter"/>
                <a:ea typeface="Inter"/>
                <a:cs typeface="Inter"/>
              </a:defRPr>
            </a:lvl7pPr>
            <a:lvl8pPr>
              <a:defRPr sz="1425" b="0">
                <a:solidFill>
                  <a:srgbClr val="657167"/>
                </a:solidFill>
                <a:latin typeface="Inter"/>
                <a:ea typeface="Inter"/>
                <a:cs typeface="Inter"/>
              </a:defRPr>
            </a:lvl8pPr>
            <a:lvl9pPr>
              <a:defRPr sz="1425" b="0">
                <a:solidFill>
                  <a:srgbClr val="657167"/>
                </a:solidFill>
                <a:latin typeface="Inter"/>
                <a:ea typeface="Inter"/>
                <a:cs typeface="Inter"/>
              </a:defRPr>
            </a:lvl9pPr>
          </a:lstStyle>
          <a:p xmlns:a="http://schemas.openxmlformats.org/drawingml/2006/main">
            <a:pPr>
              <a:defRPr sz="1425" b="0">
                <a:solidFill>
                  <a:srgbClr val="657167"/>
                </a:solidFill>
                <a:latin typeface="Inter"/>
                <a:ea typeface="Inter"/>
                <a:cs typeface="Inter"/>
              </a:defRPr>
            </a:pPr>
            <a:r>
              <a:rPr sz="1425" b="0">
                <a:solidFill>
                  <a:srgbClr val="657167"/>
                </a:solidFill>
                <a:latin typeface="Inter"/>
                <a:ea typeface="Inter"/>
                <a:cs typeface="Inter"/>
              </a:rPr>
              <a:t>SQL</a:t>
            </a:r>
          </a:p>
        </p:txBody>
      </p:sp>
      <p:sp>
        <p:nvSpPr>
          <p:cNvPr id="22" name="text-19">
            <a:extLst xmlns:a="http://schemas.openxmlformats.org/drawingml/2006/main">
              <a:ext uri="{FF2B5EF4-FFF2-40B4-BE49-F238E27FC236}">
                <a16:creationId xmlns:a16="http://schemas.microsoft.com/office/drawing/2014/main" id="{8029AD42-936C-45FE-867F-5375CC1210CF}"/>
              </a:ext>
            </a:extLst>
          </p:cNvPr>
          <p:cNvSpPr>
            <a:spLocks xmlns:a="http://schemas.openxmlformats.org/drawingml/2006/main" noGrp="1"/>
          </p:cNvSpPr>
          <p:nvPr/>
        </p:nvSpPr>
        <p:spPr>
          <a:xfrm xmlns:a="http://schemas.openxmlformats.org/drawingml/2006/main">
            <a:off x="8772525" y="1943100"/>
            <a:ext cx="857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0">
                <a:solidFill>
                  <a:srgbClr val="657167"/>
                </a:solidFill>
                <a:latin typeface="Inter"/>
                <a:ea typeface="Inter"/>
                <a:cs typeface="Inter"/>
              </a:defRPr>
            </a:defPPr>
            <a:lvl1pPr>
              <a:defRPr sz="1425" b="0">
                <a:solidFill>
                  <a:srgbClr val="657167"/>
                </a:solidFill>
                <a:latin typeface="Inter"/>
                <a:ea typeface="Inter"/>
                <a:cs typeface="Inter"/>
              </a:defRPr>
            </a:lvl1pPr>
            <a:lvl2pPr>
              <a:defRPr sz="1425" b="0">
                <a:solidFill>
                  <a:srgbClr val="657167"/>
                </a:solidFill>
                <a:latin typeface="Inter"/>
                <a:ea typeface="Inter"/>
                <a:cs typeface="Inter"/>
              </a:defRPr>
            </a:lvl2pPr>
            <a:lvl3pPr>
              <a:defRPr sz="1425" b="0">
                <a:solidFill>
                  <a:srgbClr val="657167"/>
                </a:solidFill>
                <a:latin typeface="Inter"/>
                <a:ea typeface="Inter"/>
                <a:cs typeface="Inter"/>
              </a:defRPr>
            </a:lvl3pPr>
            <a:lvl4pPr>
              <a:defRPr sz="1425" b="0">
                <a:solidFill>
                  <a:srgbClr val="657167"/>
                </a:solidFill>
                <a:latin typeface="Inter"/>
                <a:ea typeface="Inter"/>
                <a:cs typeface="Inter"/>
              </a:defRPr>
            </a:lvl4pPr>
            <a:lvl5pPr>
              <a:defRPr sz="1425" b="0">
                <a:solidFill>
                  <a:srgbClr val="657167"/>
                </a:solidFill>
                <a:latin typeface="Inter"/>
                <a:ea typeface="Inter"/>
                <a:cs typeface="Inter"/>
              </a:defRPr>
            </a:lvl5pPr>
            <a:lvl6pPr>
              <a:defRPr sz="1425" b="0">
                <a:solidFill>
                  <a:srgbClr val="657167"/>
                </a:solidFill>
                <a:latin typeface="Inter"/>
                <a:ea typeface="Inter"/>
                <a:cs typeface="Inter"/>
              </a:defRPr>
            </a:lvl6pPr>
            <a:lvl7pPr>
              <a:defRPr sz="1425" b="0">
                <a:solidFill>
                  <a:srgbClr val="657167"/>
                </a:solidFill>
                <a:latin typeface="Inter"/>
                <a:ea typeface="Inter"/>
                <a:cs typeface="Inter"/>
              </a:defRPr>
            </a:lvl7pPr>
            <a:lvl8pPr>
              <a:defRPr sz="1425" b="0">
                <a:solidFill>
                  <a:srgbClr val="657167"/>
                </a:solidFill>
                <a:latin typeface="Inter"/>
                <a:ea typeface="Inter"/>
                <a:cs typeface="Inter"/>
              </a:defRPr>
            </a:lvl8pPr>
            <a:lvl9pPr>
              <a:defRPr sz="1425" b="0">
                <a:solidFill>
                  <a:srgbClr val="657167"/>
                </a:solidFill>
                <a:latin typeface="Inter"/>
                <a:ea typeface="Inter"/>
                <a:cs typeface="Inter"/>
              </a:defRPr>
            </a:lvl9pPr>
          </a:lstStyle>
          <a:p xmlns:a="http://schemas.openxmlformats.org/drawingml/2006/main">
            <a:pPr>
              <a:defRPr sz="1425" b="0">
                <a:solidFill>
                  <a:srgbClr val="657167"/>
                </a:solidFill>
                <a:latin typeface="Inter"/>
                <a:ea typeface="Inter"/>
                <a:cs typeface="Inter"/>
              </a:defRPr>
            </a:pPr>
            <a:r>
              <a:rPr sz="1425" b="0">
                <a:solidFill>
                  <a:srgbClr val="657167"/>
                </a:solidFill>
                <a:latin typeface="Inter"/>
                <a:ea typeface="Inter"/>
                <a:cs typeface="Inter"/>
              </a:rPr>
              <a:t>claim</a:t>
            </a:r>
          </a:p>
        </p:txBody>
      </p:sp>
      <p:sp>
        <p:nvSpPr>
          <p:cNvPr id="23" name="node-20">
            <a:extLst xmlns:a="http://schemas.openxmlformats.org/drawingml/2006/main">
              <a:ext uri="{FF2B5EF4-FFF2-40B4-BE49-F238E27FC236}">
                <a16:creationId xmlns:a16="http://schemas.microsoft.com/office/drawing/2014/main" id="{78C2C6CE-E5CD-417F-B56B-B9EC7EDA644B}"/>
              </a:ext>
            </a:extLst>
          </p:cNvPr>
          <p:cNvSpPr>
            <a:spLocks xmlns:a="http://schemas.openxmlformats.org/drawingml/2006/main" noGrp="1"/>
          </p:cNvSpPr>
          <p:nvPr/>
        </p:nvSpPr>
        <p:spPr>
          <a:xfrm xmlns:a="http://schemas.openxmlformats.org/drawingml/2006/main">
            <a:off x="3314700" y="3857625"/>
            <a:ext cx="2190750" cy="1000125"/>
          </a:xfrm>
          <a:prstGeom xmlns:a="http://schemas.openxmlformats.org/drawingml/2006/main" prst="rect">
            <a:avLst/>
          </a:prstGeom>
          <a:solidFill xmlns:a="http://schemas.openxmlformats.org/drawingml/2006/main">
            <a:srgbClr val="F0F5ED"/>
          </a:solidFill>
          <a:ln xmlns:a="http://schemas.openxmlformats.org/drawingml/2006/main" w="9525">
            <a:solidFill>
              <a:srgbClr val="DAE2D8"/>
            </a:solidFill>
          </a:ln>
        </p:spPr>
      </p:sp>
      <p:sp>
        <p:nvSpPr>
          <p:cNvPr id="24" name="text-21">
            <a:extLst xmlns:a="http://schemas.openxmlformats.org/drawingml/2006/main">
              <a:ext uri="{FF2B5EF4-FFF2-40B4-BE49-F238E27FC236}">
                <a16:creationId xmlns:a16="http://schemas.microsoft.com/office/drawing/2014/main" id="{DD535EE0-80DB-4C6C-A64B-F93B485C3004}"/>
              </a:ext>
            </a:extLst>
          </p:cNvPr>
          <p:cNvSpPr>
            <a:spLocks xmlns:a="http://schemas.openxmlformats.org/drawingml/2006/main" noGrp="1"/>
          </p:cNvSpPr>
          <p:nvPr/>
        </p:nvSpPr>
        <p:spPr>
          <a:xfrm xmlns:a="http://schemas.openxmlformats.org/drawingml/2006/main">
            <a:off x="3476625" y="4000500"/>
            <a:ext cx="1866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4221A"/>
                </a:solidFill>
                <a:latin typeface="Inter"/>
                <a:ea typeface="Inter"/>
                <a:cs typeface="Inter"/>
              </a:defRPr>
            </a:defPPr>
            <a:lvl1pPr>
              <a:defRPr sz="1875" b="1">
                <a:solidFill>
                  <a:srgbClr val="14221A"/>
                </a:solidFill>
                <a:latin typeface="Inter"/>
                <a:ea typeface="Inter"/>
                <a:cs typeface="Inter"/>
              </a:defRPr>
            </a:lvl1pPr>
            <a:lvl2pPr>
              <a:defRPr sz="1875" b="1">
                <a:solidFill>
                  <a:srgbClr val="14221A"/>
                </a:solidFill>
                <a:latin typeface="Inter"/>
                <a:ea typeface="Inter"/>
                <a:cs typeface="Inter"/>
              </a:defRPr>
            </a:lvl2pPr>
            <a:lvl3pPr>
              <a:defRPr sz="1875" b="1">
                <a:solidFill>
                  <a:srgbClr val="14221A"/>
                </a:solidFill>
                <a:latin typeface="Inter"/>
                <a:ea typeface="Inter"/>
                <a:cs typeface="Inter"/>
              </a:defRPr>
            </a:lvl3pPr>
            <a:lvl4pPr>
              <a:defRPr sz="1875" b="1">
                <a:solidFill>
                  <a:srgbClr val="14221A"/>
                </a:solidFill>
                <a:latin typeface="Inter"/>
                <a:ea typeface="Inter"/>
                <a:cs typeface="Inter"/>
              </a:defRPr>
            </a:lvl4pPr>
            <a:lvl5pPr>
              <a:defRPr sz="1875" b="1">
                <a:solidFill>
                  <a:srgbClr val="14221A"/>
                </a:solidFill>
                <a:latin typeface="Inter"/>
                <a:ea typeface="Inter"/>
                <a:cs typeface="Inter"/>
              </a:defRPr>
            </a:lvl5pPr>
            <a:lvl6pPr>
              <a:defRPr sz="1875" b="1">
                <a:solidFill>
                  <a:srgbClr val="14221A"/>
                </a:solidFill>
                <a:latin typeface="Inter"/>
                <a:ea typeface="Inter"/>
                <a:cs typeface="Inter"/>
              </a:defRPr>
            </a:lvl6pPr>
            <a:lvl7pPr>
              <a:defRPr sz="1875" b="1">
                <a:solidFill>
                  <a:srgbClr val="14221A"/>
                </a:solidFill>
                <a:latin typeface="Inter"/>
                <a:ea typeface="Inter"/>
                <a:cs typeface="Inter"/>
              </a:defRPr>
            </a:lvl7pPr>
            <a:lvl8pPr>
              <a:defRPr sz="1875" b="1">
                <a:solidFill>
                  <a:srgbClr val="14221A"/>
                </a:solidFill>
                <a:latin typeface="Inter"/>
                <a:ea typeface="Inter"/>
                <a:cs typeface="Inter"/>
              </a:defRPr>
            </a:lvl8pPr>
            <a:lvl9pPr>
              <a:defRPr sz="1875" b="1">
                <a:solidFill>
                  <a:srgbClr val="14221A"/>
                </a:solidFill>
                <a:latin typeface="Inter"/>
                <a:ea typeface="Inter"/>
                <a:cs typeface="Inter"/>
              </a:defRPr>
            </a:lvl9pPr>
          </a:lstStyle>
          <a:p xmlns:a="http://schemas.openxmlformats.org/drawingml/2006/main">
            <a:pPr>
              <a:defRPr sz="1875" b="1">
                <a:solidFill>
                  <a:srgbClr val="14221A"/>
                </a:solidFill>
                <a:latin typeface="Inter"/>
                <a:ea typeface="Inter"/>
                <a:cs typeface="Inter"/>
              </a:defRPr>
            </a:pPr>
            <a:r>
              <a:rPr sz="1875" b="1">
                <a:solidFill>
                  <a:srgbClr val="14221A"/>
                </a:solidFill>
                <a:latin typeface="Inter"/>
                <a:ea typeface="Inter"/>
                <a:cs typeface="Inter"/>
              </a:rPr>
              <a:t>Keycloak</a:t>
            </a:r>
          </a:p>
        </p:txBody>
      </p:sp>
      <p:sp>
        <p:nvSpPr>
          <p:cNvPr id="25" name="text-22">
            <a:extLst xmlns:a="http://schemas.openxmlformats.org/drawingml/2006/main">
              <a:ext uri="{FF2B5EF4-FFF2-40B4-BE49-F238E27FC236}">
                <a16:creationId xmlns:a16="http://schemas.microsoft.com/office/drawing/2014/main" id="{3588F17C-ABD9-4028-A25E-A4FD177386F5}"/>
              </a:ext>
            </a:extLst>
          </p:cNvPr>
          <p:cNvSpPr>
            <a:spLocks xmlns:a="http://schemas.openxmlformats.org/drawingml/2006/main" noGrp="1"/>
          </p:cNvSpPr>
          <p:nvPr/>
        </p:nvSpPr>
        <p:spPr>
          <a:xfrm xmlns:a="http://schemas.openxmlformats.org/drawingml/2006/main">
            <a:off x="3476625" y="4400550"/>
            <a:ext cx="18669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657167"/>
                </a:solidFill>
                <a:latin typeface="Inter"/>
                <a:ea typeface="Inter"/>
                <a:cs typeface="Inter"/>
              </a:defRPr>
            </a:defPPr>
            <a:lvl1pPr>
              <a:defRPr sz="1575" b="0">
                <a:solidFill>
                  <a:srgbClr val="657167"/>
                </a:solidFill>
                <a:latin typeface="Inter"/>
                <a:ea typeface="Inter"/>
                <a:cs typeface="Inter"/>
              </a:defRPr>
            </a:lvl1pPr>
            <a:lvl2pPr>
              <a:defRPr sz="1575" b="0">
                <a:solidFill>
                  <a:srgbClr val="657167"/>
                </a:solidFill>
                <a:latin typeface="Inter"/>
                <a:ea typeface="Inter"/>
                <a:cs typeface="Inter"/>
              </a:defRPr>
            </a:lvl2pPr>
            <a:lvl3pPr>
              <a:defRPr sz="1575" b="0">
                <a:solidFill>
                  <a:srgbClr val="657167"/>
                </a:solidFill>
                <a:latin typeface="Inter"/>
                <a:ea typeface="Inter"/>
                <a:cs typeface="Inter"/>
              </a:defRPr>
            </a:lvl3pPr>
            <a:lvl4pPr>
              <a:defRPr sz="1575" b="0">
                <a:solidFill>
                  <a:srgbClr val="657167"/>
                </a:solidFill>
                <a:latin typeface="Inter"/>
                <a:ea typeface="Inter"/>
                <a:cs typeface="Inter"/>
              </a:defRPr>
            </a:lvl4pPr>
            <a:lvl5pPr>
              <a:defRPr sz="1575" b="0">
                <a:solidFill>
                  <a:srgbClr val="657167"/>
                </a:solidFill>
                <a:latin typeface="Inter"/>
                <a:ea typeface="Inter"/>
                <a:cs typeface="Inter"/>
              </a:defRPr>
            </a:lvl5pPr>
            <a:lvl6pPr>
              <a:defRPr sz="1575" b="0">
                <a:solidFill>
                  <a:srgbClr val="657167"/>
                </a:solidFill>
                <a:latin typeface="Inter"/>
                <a:ea typeface="Inter"/>
                <a:cs typeface="Inter"/>
              </a:defRPr>
            </a:lvl6pPr>
            <a:lvl7pPr>
              <a:defRPr sz="1575" b="0">
                <a:solidFill>
                  <a:srgbClr val="657167"/>
                </a:solidFill>
                <a:latin typeface="Inter"/>
                <a:ea typeface="Inter"/>
                <a:cs typeface="Inter"/>
              </a:defRPr>
            </a:lvl7pPr>
            <a:lvl8pPr>
              <a:defRPr sz="1575" b="0">
                <a:solidFill>
                  <a:srgbClr val="657167"/>
                </a:solidFill>
                <a:latin typeface="Inter"/>
                <a:ea typeface="Inter"/>
                <a:cs typeface="Inter"/>
              </a:defRPr>
            </a:lvl8pPr>
            <a:lvl9pPr>
              <a:defRPr sz="1575" b="0">
                <a:solidFill>
                  <a:srgbClr val="657167"/>
                </a:solidFill>
                <a:latin typeface="Inter"/>
                <a:ea typeface="Inter"/>
                <a:cs typeface="Inter"/>
              </a:defRPr>
            </a:lvl9pPr>
          </a:lstStyle>
          <a:p xmlns:a="http://schemas.openxmlformats.org/drawingml/2006/main">
            <a:pPr>
              <a:defRPr sz="1575" b="0">
                <a:solidFill>
                  <a:srgbClr val="657167"/>
                </a:solidFill>
                <a:latin typeface="Inter"/>
                <a:ea typeface="Inter"/>
                <a:cs typeface="Inter"/>
              </a:defRPr>
            </a:pPr>
            <a:r>
              <a:rPr sz="1575" b="0">
                <a:solidFill>
                  <a:srgbClr val="657167"/>
                </a:solidFill>
                <a:latin typeface="Inter"/>
                <a:ea typeface="Inter"/>
                <a:cs typeface="Inter"/>
              </a:rPr>
              <a:t>OIDC + PKCE</a:t>
            </a:r>
          </a:p>
        </p:txBody>
      </p:sp>
      <p:sp>
        <p:nvSpPr>
          <p:cNvPr id="27" name="node-23">
            <a:extLst xmlns:a="http://schemas.openxmlformats.org/drawingml/2006/main">
              <a:ext uri="{FF2B5EF4-FFF2-40B4-BE49-F238E27FC236}">
                <a16:creationId xmlns:a16="http://schemas.microsoft.com/office/drawing/2014/main" id="{67C8619A-5819-4184-B66F-80475D47AD4B}"/>
              </a:ext>
            </a:extLst>
          </p:cNvPr>
          <p:cNvSpPr>
            <a:spLocks xmlns:a="http://schemas.openxmlformats.org/drawingml/2006/main" noGrp="1"/>
          </p:cNvSpPr>
          <p:nvPr/>
        </p:nvSpPr>
        <p:spPr>
          <a:xfrm xmlns:a="http://schemas.openxmlformats.org/drawingml/2006/main">
            <a:off x="6096000" y="3857625"/>
            <a:ext cx="2476500" cy="1000125"/>
          </a:xfrm>
          <a:prstGeom xmlns:a="http://schemas.openxmlformats.org/drawingml/2006/main" prst="rect">
            <a:avLst/>
          </a:prstGeom>
          <a:solidFill xmlns:a="http://schemas.openxmlformats.org/drawingml/2006/main">
            <a:srgbClr val="F0F5ED"/>
          </a:solidFill>
          <a:ln xmlns:a="http://schemas.openxmlformats.org/drawingml/2006/main" w="9525">
            <a:solidFill>
              <a:srgbClr val="DAE2D8"/>
            </a:solidFill>
          </a:ln>
        </p:spPr>
      </p:sp>
      <p:sp>
        <p:nvSpPr>
          <p:cNvPr id="28" name="text-24">
            <a:extLst xmlns:a="http://schemas.openxmlformats.org/drawingml/2006/main">
              <a:ext uri="{FF2B5EF4-FFF2-40B4-BE49-F238E27FC236}">
                <a16:creationId xmlns:a16="http://schemas.microsoft.com/office/drawing/2014/main" id="{9FA4026F-80D6-4935-BFE8-2FCAB10848E7}"/>
              </a:ext>
            </a:extLst>
          </p:cNvPr>
          <p:cNvSpPr>
            <a:spLocks xmlns:a="http://schemas.openxmlformats.org/drawingml/2006/main" noGrp="1"/>
          </p:cNvSpPr>
          <p:nvPr/>
        </p:nvSpPr>
        <p:spPr>
          <a:xfrm xmlns:a="http://schemas.openxmlformats.org/drawingml/2006/main">
            <a:off x="6257925" y="4000500"/>
            <a:ext cx="2152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4221A"/>
                </a:solidFill>
                <a:latin typeface="Inter"/>
                <a:ea typeface="Inter"/>
                <a:cs typeface="Inter"/>
              </a:defRPr>
            </a:defPPr>
            <a:lvl1pPr>
              <a:defRPr sz="1875" b="1">
                <a:solidFill>
                  <a:srgbClr val="14221A"/>
                </a:solidFill>
                <a:latin typeface="Inter"/>
                <a:ea typeface="Inter"/>
                <a:cs typeface="Inter"/>
              </a:defRPr>
            </a:lvl1pPr>
            <a:lvl2pPr>
              <a:defRPr sz="1875" b="1">
                <a:solidFill>
                  <a:srgbClr val="14221A"/>
                </a:solidFill>
                <a:latin typeface="Inter"/>
                <a:ea typeface="Inter"/>
                <a:cs typeface="Inter"/>
              </a:defRPr>
            </a:lvl2pPr>
            <a:lvl3pPr>
              <a:defRPr sz="1875" b="1">
                <a:solidFill>
                  <a:srgbClr val="14221A"/>
                </a:solidFill>
                <a:latin typeface="Inter"/>
                <a:ea typeface="Inter"/>
                <a:cs typeface="Inter"/>
              </a:defRPr>
            </a:lvl3pPr>
            <a:lvl4pPr>
              <a:defRPr sz="1875" b="1">
                <a:solidFill>
                  <a:srgbClr val="14221A"/>
                </a:solidFill>
                <a:latin typeface="Inter"/>
                <a:ea typeface="Inter"/>
                <a:cs typeface="Inter"/>
              </a:defRPr>
            </a:lvl4pPr>
            <a:lvl5pPr>
              <a:defRPr sz="1875" b="1">
                <a:solidFill>
                  <a:srgbClr val="14221A"/>
                </a:solidFill>
                <a:latin typeface="Inter"/>
                <a:ea typeface="Inter"/>
                <a:cs typeface="Inter"/>
              </a:defRPr>
            </a:lvl5pPr>
            <a:lvl6pPr>
              <a:defRPr sz="1875" b="1">
                <a:solidFill>
                  <a:srgbClr val="14221A"/>
                </a:solidFill>
                <a:latin typeface="Inter"/>
                <a:ea typeface="Inter"/>
                <a:cs typeface="Inter"/>
              </a:defRPr>
            </a:lvl6pPr>
            <a:lvl7pPr>
              <a:defRPr sz="1875" b="1">
                <a:solidFill>
                  <a:srgbClr val="14221A"/>
                </a:solidFill>
                <a:latin typeface="Inter"/>
                <a:ea typeface="Inter"/>
                <a:cs typeface="Inter"/>
              </a:defRPr>
            </a:lvl7pPr>
            <a:lvl8pPr>
              <a:defRPr sz="1875" b="1">
                <a:solidFill>
                  <a:srgbClr val="14221A"/>
                </a:solidFill>
                <a:latin typeface="Inter"/>
                <a:ea typeface="Inter"/>
                <a:cs typeface="Inter"/>
              </a:defRPr>
            </a:lvl8pPr>
            <a:lvl9pPr>
              <a:defRPr sz="1875" b="1">
                <a:solidFill>
                  <a:srgbClr val="14221A"/>
                </a:solidFill>
                <a:latin typeface="Inter"/>
                <a:ea typeface="Inter"/>
                <a:cs typeface="Inter"/>
              </a:defRPr>
            </a:lvl9pPr>
          </a:lstStyle>
          <a:p xmlns:a="http://schemas.openxmlformats.org/drawingml/2006/main">
            <a:pPr>
              <a:defRPr sz="1875" b="1">
                <a:solidFill>
                  <a:srgbClr val="14221A"/>
                </a:solidFill>
                <a:latin typeface="Inter"/>
                <a:ea typeface="Inter"/>
                <a:cs typeface="Inter"/>
              </a:defRPr>
            </a:pPr>
            <a:r>
              <a:rPr sz="1875" b="1">
                <a:solidFill>
                  <a:srgbClr val="14221A"/>
                </a:solidFill>
                <a:latin typeface="Inter"/>
                <a:ea typeface="Inter"/>
                <a:cs typeface="Inter"/>
              </a:rPr>
              <a:t>H5AD importer</a:t>
            </a:r>
          </a:p>
        </p:txBody>
      </p:sp>
      <p:sp>
        <p:nvSpPr>
          <p:cNvPr id="29" name="text-25">
            <a:extLst xmlns:a="http://schemas.openxmlformats.org/drawingml/2006/main">
              <a:ext uri="{FF2B5EF4-FFF2-40B4-BE49-F238E27FC236}">
                <a16:creationId xmlns:a16="http://schemas.microsoft.com/office/drawing/2014/main" id="{9AB5C039-CA87-4FAF-BC89-98611E7D6E6A}"/>
              </a:ext>
            </a:extLst>
          </p:cNvPr>
          <p:cNvSpPr>
            <a:spLocks xmlns:a="http://schemas.openxmlformats.org/drawingml/2006/main" noGrp="1"/>
          </p:cNvSpPr>
          <p:nvPr/>
        </p:nvSpPr>
        <p:spPr>
          <a:xfrm xmlns:a="http://schemas.openxmlformats.org/drawingml/2006/main">
            <a:off x="6257925" y="4400550"/>
            <a:ext cx="21526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657167"/>
                </a:solidFill>
                <a:latin typeface="Inter"/>
                <a:ea typeface="Inter"/>
                <a:cs typeface="Inter"/>
              </a:defRPr>
            </a:defPPr>
            <a:lvl1pPr>
              <a:defRPr sz="1575" b="0">
                <a:solidFill>
                  <a:srgbClr val="657167"/>
                </a:solidFill>
                <a:latin typeface="Inter"/>
                <a:ea typeface="Inter"/>
                <a:cs typeface="Inter"/>
              </a:defRPr>
            </a:lvl1pPr>
            <a:lvl2pPr>
              <a:defRPr sz="1575" b="0">
                <a:solidFill>
                  <a:srgbClr val="657167"/>
                </a:solidFill>
                <a:latin typeface="Inter"/>
                <a:ea typeface="Inter"/>
                <a:cs typeface="Inter"/>
              </a:defRPr>
            </a:lvl2pPr>
            <a:lvl3pPr>
              <a:defRPr sz="1575" b="0">
                <a:solidFill>
                  <a:srgbClr val="657167"/>
                </a:solidFill>
                <a:latin typeface="Inter"/>
                <a:ea typeface="Inter"/>
                <a:cs typeface="Inter"/>
              </a:defRPr>
            </a:lvl3pPr>
            <a:lvl4pPr>
              <a:defRPr sz="1575" b="0">
                <a:solidFill>
                  <a:srgbClr val="657167"/>
                </a:solidFill>
                <a:latin typeface="Inter"/>
                <a:ea typeface="Inter"/>
                <a:cs typeface="Inter"/>
              </a:defRPr>
            </a:lvl4pPr>
            <a:lvl5pPr>
              <a:defRPr sz="1575" b="0">
                <a:solidFill>
                  <a:srgbClr val="657167"/>
                </a:solidFill>
                <a:latin typeface="Inter"/>
                <a:ea typeface="Inter"/>
                <a:cs typeface="Inter"/>
              </a:defRPr>
            </a:lvl5pPr>
            <a:lvl6pPr>
              <a:defRPr sz="1575" b="0">
                <a:solidFill>
                  <a:srgbClr val="657167"/>
                </a:solidFill>
                <a:latin typeface="Inter"/>
                <a:ea typeface="Inter"/>
                <a:cs typeface="Inter"/>
              </a:defRPr>
            </a:lvl6pPr>
            <a:lvl7pPr>
              <a:defRPr sz="1575" b="0">
                <a:solidFill>
                  <a:srgbClr val="657167"/>
                </a:solidFill>
                <a:latin typeface="Inter"/>
                <a:ea typeface="Inter"/>
                <a:cs typeface="Inter"/>
              </a:defRPr>
            </a:lvl7pPr>
            <a:lvl8pPr>
              <a:defRPr sz="1575" b="0">
                <a:solidFill>
                  <a:srgbClr val="657167"/>
                </a:solidFill>
                <a:latin typeface="Inter"/>
                <a:ea typeface="Inter"/>
                <a:cs typeface="Inter"/>
              </a:defRPr>
            </a:lvl8pPr>
            <a:lvl9pPr>
              <a:defRPr sz="1575" b="0">
                <a:solidFill>
                  <a:srgbClr val="657167"/>
                </a:solidFill>
                <a:latin typeface="Inter"/>
                <a:ea typeface="Inter"/>
                <a:cs typeface="Inter"/>
              </a:defRPr>
            </a:lvl9pPr>
          </a:lstStyle>
          <a:p xmlns:a="http://schemas.openxmlformats.org/drawingml/2006/main">
            <a:pPr>
              <a:defRPr sz="1575" b="0">
                <a:solidFill>
                  <a:srgbClr val="657167"/>
                </a:solidFill>
                <a:latin typeface="Inter"/>
                <a:ea typeface="Inter"/>
                <a:cs typeface="Inter"/>
              </a:defRPr>
            </a:pPr>
            <a:r>
              <a:rPr sz="1575" b="0">
                <a:solidFill>
                  <a:srgbClr val="657167"/>
                </a:solidFill>
                <a:latin typeface="Inter"/>
                <a:ea typeface="Inter"/>
                <a:cs typeface="Inter"/>
              </a:rPr>
              <a:t>Python + h5py</a:t>
            </a:r>
          </a:p>
        </p:txBody>
      </p:sp>
      <p:sp>
        <p:nvSpPr>
          <p:cNvPr id="31" name="node-26">
            <a:extLst xmlns:a="http://schemas.openxmlformats.org/drawingml/2006/main">
              <a:ext uri="{FF2B5EF4-FFF2-40B4-BE49-F238E27FC236}">
                <a16:creationId xmlns:a16="http://schemas.microsoft.com/office/drawing/2014/main" id="{FC4C788C-E171-4015-AB81-E57AC2B04607}"/>
              </a:ext>
            </a:extLst>
          </p:cNvPr>
          <p:cNvSpPr>
            <a:spLocks xmlns:a="http://schemas.openxmlformats.org/drawingml/2006/main" noGrp="1"/>
          </p:cNvSpPr>
          <p:nvPr/>
        </p:nvSpPr>
        <p:spPr>
          <a:xfrm xmlns:a="http://schemas.openxmlformats.org/drawingml/2006/main">
            <a:off x="9163050" y="3857625"/>
            <a:ext cx="2495550" cy="1000125"/>
          </a:xfrm>
          <a:prstGeom xmlns:a="http://schemas.openxmlformats.org/drawingml/2006/main" prst="rect">
            <a:avLst/>
          </a:prstGeom>
          <a:solidFill xmlns:a="http://schemas.openxmlformats.org/drawingml/2006/main">
            <a:srgbClr val="F0F5ED"/>
          </a:solidFill>
          <a:ln xmlns:a="http://schemas.openxmlformats.org/drawingml/2006/main" w="9525">
            <a:solidFill>
              <a:srgbClr val="DAE2D8"/>
            </a:solidFill>
          </a:ln>
        </p:spPr>
      </p:sp>
      <p:sp>
        <p:nvSpPr>
          <p:cNvPr id="32" name="text-27">
            <a:extLst xmlns:a="http://schemas.openxmlformats.org/drawingml/2006/main">
              <a:ext uri="{FF2B5EF4-FFF2-40B4-BE49-F238E27FC236}">
                <a16:creationId xmlns:a16="http://schemas.microsoft.com/office/drawing/2014/main" id="{AC22137B-50A0-4B4C-A310-70D8AA34FE56}"/>
              </a:ext>
            </a:extLst>
          </p:cNvPr>
          <p:cNvSpPr>
            <a:spLocks xmlns:a="http://schemas.openxmlformats.org/drawingml/2006/main" noGrp="1"/>
          </p:cNvSpPr>
          <p:nvPr/>
        </p:nvSpPr>
        <p:spPr>
          <a:xfrm xmlns:a="http://schemas.openxmlformats.org/drawingml/2006/main">
            <a:off x="9324975" y="4000500"/>
            <a:ext cx="2171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4221A"/>
                </a:solidFill>
                <a:latin typeface="Inter"/>
                <a:ea typeface="Inter"/>
                <a:cs typeface="Inter"/>
              </a:defRPr>
            </a:defPPr>
            <a:lvl1pPr>
              <a:defRPr sz="1875" b="1">
                <a:solidFill>
                  <a:srgbClr val="14221A"/>
                </a:solidFill>
                <a:latin typeface="Inter"/>
                <a:ea typeface="Inter"/>
                <a:cs typeface="Inter"/>
              </a:defRPr>
            </a:lvl1pPr>
            <a:lvl2pPr>
              <a:defRPr sz="1875" b="1">
                <a:solidFill>
                  <a:srgbClr val="14221A"/>
                </a:solidFill>
                <a:latin typeface="Inter"/>
                <a:ea typeface="Inter"/>
                <a:cs typeface="Inter"/>
              </a:defRPr>
            </a:lvl2pPr>
            <a:lvl3pPr>
              <a:defRPr sz="1875" b="1">
                <a:solidFill>
                  <a:srgbClr val="14221A"/>
                </a:solidFill>
                <a:latin typeface="Inter"/>
                <a:ea typeface="Inter"/>
                <a:cs typeface="Inter"/>
              </a:defRPr>
            </a:lvl3pPr>
            <a:lvl4pPr>
              <a:defRPr sz="1875" b="1">
                <a:solidFill>
                  <a:srgbClr val="14221A"/>
                </a:solidFill>
                <a:latin typeface="Inter"/>
                <a:ea typeface="Inter"/>
                <a:cs typeface="Inter"/>
              </a:defRPr>
            </a:lvl4pPr>
            <a:lvl5pPr>
              <a:defRPr sz="1875" b="1">
                <a:solidFill>
                  <a:srgbClr val="14221A"/>
                </a:solidFill>
                <a:latin typeface="Inter"/>
                <a:ea typeface="Inter"/>
                <a:cs typeface="Inter"/>
              </a:defRPr>
            </a:lvl5pPr>
            <a:lvl6pPr>
              <a:defRPr sz="1875" b="1">
                <a:solidFill>
                  <a:srgbClr val="14221A"/>
                </a:solidFill>
                <a:latin typeface="Inter"/>
                <a:ea typeface="Inter"/>
                <a:cs typeface="Inter"/>
              </a:defRPr>
            </a:lvl6pPr>
            <a:lvl7pPr>
              <a:defRPr sz="1875" b="1">
                <a:solidFill>
                  <a:srgbClr val="14221A"/>
                </a:solidFill>
                <a:latin typeface="Inter"/>
                <a:ea typeface="Inter"/>
                <a:cs typeface="Inter"/>
              </a:defRPr>
            </a:lvl7pPr>
            <a:lvl8pPr>
              <a:defRPr sz="1875" b="1">
                <a:solidFill>
                  <a:srgbClr val="14221A"/>
                </a:solidFill>
                <a:latin typeface="Inter"/>
                <a:ea typeface="Inter"/>
                <a:cs typeface="Inter"/>
              </a:defRPr>
            </a:lvl8pPr>
            <a:lvl9pPr>
              <a:defRPr sz="1875" b="1">
                <a:solidFill>
                  <a:srgbClr val="14221A"/>
                </a:solidFill>
                <a:latin typeface="Inter"/>
                <a:ea typeface="Inter"/>
                <a:cs typeface="Inter"/>
              </a:defRPr>
            </a:lvl9pPr>
          </a:lstStyle>
          <a:p xmlns:a="http://schemas.openxmlformats.org/drawingml/2006/main">
            <a:pPr>
              <a:defRPr sz="1875" b="1">
                <a:solidFill>
                  <a:srgbClr val="14221A"/>
                </a:solidFill>
                <a:latin typeface="Inter"/>
                <a:ea typeface="Inter"/>
                <a:cs typeface="Inter"/>
              </a:defRPr>
            </a:pPr>
            <a:r>
              <a:rPr sz="1875" b="1">
                <a:solidFill>
                  <a:srgbClr val="14221A"/>
                </a:solidFill>
                <a:latin typeface="Inter"/>
                <a:ea typeface="Inter"/>
                <a:cs typeface="Inter"/>
              </a:rPr>
              <a:t>OpenShell</a:t>
            </a:r>
          </a:p>
        </p:txBody>
      </p:sp>
      <p:sp>
        <p:nvSpPr>
          <p:cNvPr id="33" name="text-28">
            <a:extLst xmlns:a="http://schemas.openxmlformats.org/drawingml/2006/main">
              <a:ext uri="{FF2B5EF4-FFF2-40B4-BE49-F238E27FC236}">
                <a16:creationId xmlns:a16="http://schemas.microsoft.com/office/drawing/2014/main" id="{4FE8EBF7-3E08-40D2-80C0-21EEB230BF6B}"/>
              </a:ext>
            </a:extLst>
          </p:cNvPr>
          <p:cNvSpPr>
            <a:spLocks xmlns:a="http://schemas.openxmlformats.org/drawingml/2006/main" noGrp="1"/>
          </p:cNvSpPr>
          <p:nvPr/>
        </p:nvSpPr>
        <p:spPr>
          <a:xfrm xmlns:a="http://schemas.openxmlformats.org/drawingml/2006/main">
            <a:off x="9324975" y="4400550"/>
            <a:ext cx="2171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657167"/>
                </a:solidFill>
                <a:latin typeface="Inter"/>
                <a:ea typeface="Inter"/>
                <a:cs typeface="Inter"/>
              </a:defRPr>
            </a:defPPr>
            <a:lvl1pPr>
              <a:defRPr sz="1575" b="0">
                <a:solidFill>
                  <a:srgbClr val="657167"/>
                </a:solidFill>
                <a:latin typeface="Inter"/>
                <a:ea typeface="Inter"/>
                <a:cs typeface="Inter"/>
              </a:defRPr>
            </a:lvl1pPr>
            <a:lvl2pPr>
              <a:defRPr sz="1575" b="0">
                <a:solidFill>
                  <a:srgbClr val="657167"/>
                </a:solidFill>
                <a:latin typeface="Inter"/>
                <a:ea typeface="Inter"/>
                <a:cs typeface="Inter"/>
              </a:defRPr>
            </a:lvl2pPr>
            <a:lvl3pPr>
              <a:defRPr sz="1575" b="0">
                <a:solidFill>
                  <a:srgbClr val="657167"/>
                </a:solidFill>
                <a:latin typeface="Inter"/>
                <a:ea typeface="Inter"/>
                <a:cs typeface="Inter"/>
              </a:defRPr>
            </a:lvl3pPr>
            <a:lvl4pPr>
              <a:defRPr sz="1575" b="0">
                <a:solidFill>
                  <a:srgbClr val="657167"/>
                </a:solidFill>
                <a:latin typeface="Inter"/>
                <a:ea typeface="Inter"/>
                <a:cs typeface="Inter"/>
              </a:defRPr>
            </a:lvl4pPr>
            <a:lvl5pPr>
              <a:defRPr sz="1575" b="0">
                <a:solidFill>
                  <a:srgbClr val="657167"/>
                </a:solidFill>
                <a:latin typeface="Inter"/>
                <a:ea typeface="Inter"/>
                <a:cs typeface="Inter"/>
              </a:defRPr>
            </a:lvl5pPr>
            <a:lvl6pPr>
              <a:defRPr sz="1575" b="0">
                <a:solidFill>
                  <a:srgbClr val="657167"/>
                </a:solidFill>
                <a:latin typeface="Inter"/>
                <a:ea typeface="Inter"/>
                <a:cs typeface="Inter"/>
              </a:defRPr>
            </a:lvl6pPr>
            <a:lvl7pPr>
              <a:defRPr sz="1575" b="0">
                <a:solidFill>
                  <a:srgbClr val="657167"/>
                </a:solidFill>
                <a:latin typeface="Inter"/>
                <a:ea typeface="Inter"/>
                <a:cs typeface="Inter"/>
              </a:defRPr>
            </a:lvl7pPr>
            <a:lvl8pPr>
              <a:defRPr sz="1575" b="0">
                <a:solidFill>
                  <a:srgbClr val="657167"/>
                </a:solidFill>
                <a:latin typeface="Inter"/>
                <a:ea typeface="Inter"/>
                <a:cs typeface="Inter"/>
              </a:defRPr>
            </a:lvl8pPr>
            <a:lvl9pPr>
              <a:defRPr sz="1575" b="0">
                <a:solidFill>
                  <a:srgbClr val="657167"/>
                </a:solidFill>
                <a:latin typeface="Inter"/>
                <a:ea typeface="Inter"/>
                <a:cs typeface="Inter"/>
              </a:defRPr>
            </a:lvl9pPr>
          </a:lstStyle>
          <a:p xmlns:a="http://schemas.openxmlformats.org/drawingml/2006/main">
            <a:pPr>
              <a:defRPr sz="1575" b="0">
                <a:solidFill>
                  <a:srgbClr val="657167"/>
                </a:solidFill>
                <a:latin typeface="Inter"/>
                <a:ea typeface="Inter"/>
                <a:cs typeface="Inter"/>
              </a:defRPr>
            </a:pPr>
            <a:r>
              <a:rPr sz="1575" b="0">
                <a:solidFill>
                  <a:srgbClr val="657167"/>
                </a:solidFill>
                <a:latin typeface="Inter"/>
                <a:ea typeface="Inter"/>
                <a:cs typeface="Inter"/>
              </a:rPr>
              <a:t>Verified CLI adapter</a:t>
            </a:r>
          </a:p>
        </p:txBody>
      </p:sp>
      <p:sp>
        <p:nvSpPr>
          <p:cNvPr id="35" name="text-29">
            <a:extLst xmlns:a="http://schemas.openxmlformats.org/drawingml/2006/main">
              <a:ext uri="{FF2B5EF4-FFF2-40B4-BE49-F238E27FC236}">
                <a16:creationId xmlns:a16="http://schemas.microsoft.com/office/drawing/2014/main" id="{BC409505-2CFD-4221-96F3-0CD85245CE5F}"/>
              </a:ext>
            </a:extLst>
          </p:cNvPr>
          <p:cNvSpPr>
            <a:spLocks xmlns:a="http://schemas.openxmlformats.org/drawingml/2006/main" noGrp="1"/>
          </p:cNvSpPr>
          <p:nvPr/>
        </p:nvSpPr>
        <p:spPr>
          <a:xfrm xmlns:a="http://schemas.openxmlformats.org/drawingml/2006/main">
            <a:off x="10572750" y="3438525"/>
            <a:ext cx="9048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00" b="0">
                <a:solidFill>
                  <a:srgbClr val="657167"/>
                </a:solidFill>
                <a:latin typeface="Inter"/>
                <a:ea typeface="Inter"/>
                <a:cs typeface="Inter"/>
              </a:defRPr>
            </a:defPPr>
            <a:lvl1pPr>
              <a:defRPr sz="1500" b="0">
                <a:solidFill>
                  <a:srgbClr val="657167"/>
                </a:solidFill>
                <a:latin typeface="Inter"/>
                <a:ea typeface="Inter"/>
                <a:cs typeface="Inter"/>
              </a:defRPr>
            </a:lvl1pPr>
            <a:lvl2pPr>
              <a:defRPr sz="1500" b="0">
                <a:solidFill>
                  <a:srgbClr val="657167"/>
                </a:solidFill>
                <a:latin typeface="Inter"/>
                <a:ea typeface="Inter"/>
                <a:cs typeface="Inter"/>
              </a:defRPr>
            </a:lvl2pPr>
            <a:lvl3pPr>
              <a:defRPr sz="1500" b="0">
                <a:solidFill>
                  <a:srgbClr val="657167"/>
                </a:solidFill>
                <a:latin typeface="Inter"/>
                <a:ea typeface="Inter"/>
                <a:cs typeface="Inter"/>
              </a:defRPr>
            </a:lvl3pPr>
            <a:lvl4pPr>
              <a:defRPr sz="1500" b="0">
                <a:solidFill>
                  <a:srgbClr val="657167"/>
                </a:solidFill>
                <a:latin typeface="Inter"/>
                <a:ea typeface="Inter"/>
                <a:cs typeface="Inter"/>
              </a:defRPr>
            </a:lvl4pPr>
            <a:lvl5pPr>
              <a:defRPr sz="1500" b="0">
                <a:solidFill>
                  <a:srgbClr val="657167"/>
                </a:solidFill>
                <a:latin typeface="Inter"/>
                <a:ea typeface="Inter"/>
                <a:cs typeface="Inter"/>
              </a:defRPr>
            </a:lvl5pPr>
            <a:lvl6pPr>
              <a:defRPr sz="1500" b="0">
                <a:solidFill>
                  <a:srgbClr val="657167"/>
                </a:solidFill>
                <a:latin typeface="Inter"/>
                <a:ea typeface="Inter"/>
                <a:cs typeface="Inter"/>
              </a:defRPr>
            </a:lvl6pPr>
            <a:lvl7pPr>
              <a:defRPr sz="1500" b="0">
                <a:solidFill>
                  <a:srgbClr val="657167"/>
                </a:solidFill>
                <a:latin typeface="Inter"/>
                <a:ea typeface="Inter"/>
                <a:cs typeface="Inter"/>
              </a:defRPr>
            </a:lvl7pPr>
            <a:lvl8pPr>
              <a:defRPr sz="1500" b="0">
                <a:solidFill>
                  <a:srgbClr val="657167"/>
                </a:solidFill>
                <a:latin typeface="Inter"/>
                <a:ea typeface="Inter"/>
                <a:cs typeface="Inter"/>
              </a:defRPr>
            </a:lvl8pPr>
            <a:lvl9pPr>
              <a:defRPr sz="1500" b="0">
                <a:solidFill>
                  <a:srgbClr val="657167"/>
                </a:solidFill>
                <a:latin typeface="Inter"/>
                <a:ea typeface="Inter"/>
                <a:cs typeface="Inter"/>
              </a:defRPr>
            </a:lvl9pPr>
          </a:lstStyle>
          <a:p xmlns:a="http://schemas.openxmlformats.org/drawingml/2006/main">
            <a:pPr>
              <a:defRPr sz="1500" b="0">
                <a:solidFill>
                  <a:srgbClr val="657167"/>
                </a:solidFill>
                <a:latin typeface="Inter"/>
                <a:ea typeface="Inter"/>
                <a:cs typeface="Inter"/>
              </a:defRPr>
            </a:pPr>
            <a:r>
              <a:rPr sz="1500" b="0">
                <a:solidFill>
                  <a:srgbClr val="657167"/>
                </a:solidFill>
                <a:latin typeface="Inter"/>
                <a:ea typeface="Inter"/>
                <a:cs typeface="Inter"/>
              </a:rPr>
              <a:t>mTLS</a:t>
            </a:r>
          </a:p>
        </p:txBody>
      </p:sp>
      <p:sp>
        <p:nvSpPr>
          <p:cNvPr id="36" name="node-30">
            <a:extLst xmlns:a="http://schemas.openxmlformats.org/drawingml/2006/main">
              <a:ext uri="{FF2B5EF4-FFF2-40B4-BE49-F238E27FC236}">
                <a16:creationId xmlns:a16="http://schemas.microsoft.com/office/drawing/2014/main" id="{2BCA585E-1A0B-4D32-8E4C-10AFF8FD9D47}"/>
              </a:ext>
            </a:extLst>
          </p:cNvPr>
          <p:cNvSpPr>
            <a:spLocks xmlns:a="http://schemas.openxmlformats.org/drawingml/2006/main" noGrp="1"/>
          </p:cNvSpPr>
          <p:nvPr/>
        </p:nvSpPr>
        <p:spPr>
          <a:xfrm xmlns:a="http://schemas.openxmlformats.org/drawingml/2006/main">
            <a:off x="6096000" y="5391150"/>
            <a:ext cx="2476500" cy="923925"/>
          </a:xfrm>
          <a:prstGeom xmlns:a="http://schemas.openxmlformats.org/drawingml/2006/main" prst="rect">
            <a:avLst/>
          </a:prstGeom>
          <a:solidFill xmlns:a="http://schemas.openxmlformats.org/drawingml/2006/main">
            <a:srgbClr val="F0F5ED"/>
          </a:solidFill>
          <a:ln xmlns:a="http://schemas.openxmlformats.org/drawingml/2006/main" w="9525">
            <a:solidFill>
              <a:srgbClr val="DAE2D8"/>
            </a:solidFill>
          </a:ln>
        </p:spPr>
      </p:sp>
      <p:sp>
        <p:nvSpPr>
          <p:cNvPr id="37" name="text-31">
            <a:extLst xmlns:a="http://schemas.openxmlformats.org/drawingml/2006/main">
              <a:ext uri="{FF2B5EF4-FFF2-40B4-BE49-F238E27FC236}">
                <a16:creationId xmlns:a16="http://schemas.microsoft.com/office/drawing/2014/main" id="{A8707978-D32E-4C8B-BED3-DED2383D14C7}"/>
              </a:ext>
            </a:extLst>
          </p:cNvPr>
          <p:cNvSpPr>
            <a:spLocks xmlns:a="http://schemas.openxmlformats.org/drawingml/2006/main" noGrp="1"/>
          </p:cNvSpPr>
          <p:nvPr/>
        </p:nvSpPr>
        <p:spPr>
          <a:xfrm xmlns:a="http://schemas.openxmlformats.org/drawingml/2006/main">
            <a:off x="6257925" y="5534025"/>
            <a:ext cx="2152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4221A"/>
                </a:solidFill>
                <a:latin typeface="Inter"/>
                <a:ea typeface="Inter"/>
                <a:cs typeface="Inter"/>
              </a:defRPr>
            </a:defPPr>
            <a:lvl1pPr>
              <a:defRPr sz="1875" b="1">
                <a:solidFill>
                  <a:srgbClr val="14221A"/>
                </a:solidFill>
                <a:latin typeface="Inter"/>
                <a:ea typeface="Inter"/>
                <a:cs typeface="Inter"/>
              </a:defRPr>
            </a:lvl1pPr>
            <a:lvl2pPr>
              <a:defRPr sz="1875" b="1">
                <a:solidFill>
                  <a:srgbClr val="14221A"/>
                </a:solidFill>
                <a:latin typeface="Inter"/>
                <a:ea typeface="Inter"/>
                <a:cs typeface="Inter"/>
              </a:defRPr>
            </a:lvl2pPr>
            <a:lvl3pPr>
              <a:defRPr sz="1875" b="1">
                <a:solidFill>
                  <a:srgbClr val="14221A"/>
                </a:solidFill>
                <a:latin typeface="Inter"/>
                <a:ea typeface="Inter"/>
                <a:cs typeface="Inter"/>
              </a:defRPr>
            </a:lvl3pPr>
            <a:lvl4pPr>
              <a:defRPr sz="1875" b="1">
                <a:solidFill>
                  <a:srgbClr val="14221A"/>
                </a:solidFill>
                <a:latin typeface="Inter"/>
                <a:ea typeface="Inter"/>
                <a:cs typeface="Inter"/>
              </a:defRPr>
            </a:lvl4pPr>
            <a:lvl5pPr>
              <a:defRPr sz="1875" b="1">
                <a:solidFill>
                  <a:srgbClr val="14221A"/>
                </a:solidFill>
                <a:latin typeface="Inter"/>
                <a:ea typeface="Inter"/>
                <a:cs typeface="Inter"/>
              </a:defRPr>
            </a:lvl5pPr>
            <a:lvl6pPr>
              <a:defRPr sz="1875" b="1">
                <a:solidFill>
                  <a:srgbClr val="14221A"/>
                </a:solidFill>
                <a:latin typeface="Inter"/>
                <a:ea typeface="Inter"/>
                <a:cs typeface="Inter"/>
              </a:defRPr>
            </a:lvl6pPr>
            <a:lvl7pPr>
              <a:defRPr sz="1875" b="1">
                <a:solidFill>
                  <a:srgbClr val="14221A"/>
                </a:solidFill>
                <a:latin typeface="Inter"/>
                <a:ea typeface="Inter"/>
                <a:cs typeface="Inter"/>
              </a:defRPr>
            </a:lvl7pPr>
            <a:lvl8pPr>
              <a:defRPr sz="1875" b="1">
                <a:solidFill>
                  <a:srgbClr val="14221A"/>
                </a:solidFill>
                <a:latin typeface="Inter"/>
                <a:ea typeface="Inter"/>
                <a:cs typeface="Inter"/>
              </a:defRPr>
            </a:lvl8pPr>
            <a:lvl9pPr>
              <a:defRPr sz="1875" b="1">
                <a:solidFill>
                  <a:srgbClr val="14221A"/>
                </a:solidFill>
                <a:latin typeface="Inter"/>
                <a:ea typeface="Inter"/>
                <a:cs typeface="Inter"/>
              </a:defRPr>
            </a:lvl9pPr>
          </a:lstStyle>
          <a:p xmlns:a="http://schemas.openxmlformats.org/drawingml/2006/main">
            <a:pPr>
              <a:defRPr sz="1875" b="1">
                <a:solidFill>
                  <a:srgbClr val="14221A"/>
                </a:solidFill>
                <a:latin typeface="Inter"/>
                <a:ea typeface="Inter"/>
                <a:cs typeface="Inter"/>
              </a:defRPr>
            </a:pPr>
            <a:r>
              <a:rPr sz="1875" b="1">
                <a:solidFill>
                  <a:srgbClr val="14221A"/>
                </a:solidFill>
                <a:latin typeface="Inter"/>
                <a:ea typeface="Inter"/>
                <a:cs typeface="Inter"/>
              </a:rPr>
              <a:t>Private bundles</a:t>
            </a:r>
          </a:p>
        </p:txBody>
      </p:sp>
      <p:sp>
        <p:nvSpPr>
          <p:cNvPr id="38" name="text-32">
            <a:extLst xmlns:a="http://schemas.openxmlformats.org/drawingml/2006/main">
              <a:ext uri="{FF2B5EF4-FFF2-40B4-BE49-F238E27FC236}">
                <a16:creationId xmlns:a16="http://schemas.microsoft.com/office/drawing/2014/main" id="{2138A20E-A2A9-463E-B92D-5A46BD68BABB}"/>
              </a:ext>
            </a:extLst>
          </p:cNvPr>
          <p:cNvSpPr>
            <a:spLocks xmlns:a="http://schemas.openxmlformats.org/drawingml/2006/main" noGrp="1"/>
          </p:cNvSpPr>
          <p:nvPr/>
        </p:nvSpPr>
        <p:spPr>
          <a:xfrm xmlns:a="http://schemas.openxmlformats.org/drawingml/2006/main">
            <a:off x="6257925" y="5934075"/>
            <a:ext cx="2152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657167"/>
                </a:solidFill>
                <a:latin typeface="Inter"/>
                <a:ea typeface="Inter"/>
                <a:cs typeface="Inter"/>
              </a:defRPr>
            </a:defPPr>
            <a:lvl1pPr>
              <a:defRPr sz="1575" b="0">
                <a:solidFill>
                  <a:srgbClr val="657167"/>
                </a:solidFill>
                <a:latin typeface="Inter"/>
                <a:ea typeface="Inter"/>
                <a:cs typeface="Inter"/>
              </a:defRPr>
            </a:lvl1pPr>
            <a:lvl2pPr>
              <a:defRPr sz="1575" b="0">
                <a:solidFill>
                  <a:srgbClr val="657167"/>
                </a:solidFill>
                <a:latin typeface="Inter"/>
                <a:ea typeface="Inter"/>
                <a:cs typeface="Inter"/>
              </a:defRPr>
            </a:lvl2pPr>
            <a:lvl3pPr>
              <a:defRPr sz="1575" b="0">
                <a:solidFill>
                  <a:srgbClr val="657167"/>
                </a:solidFill>
                <a:latin typeface="Inter"/>
                <a:ea typeface="Inter"/>
                <a:cs typeface="Inter"/>
              </a:defRPr>
            </a:lvl3pPr>
            <a:lvl4pPr>
              <a:defRPr sz="1575" b="0">
                <a:solidFill>
                  <a:srgbClr val="657167"/>
                </a:solidFill>
                <a:latin typeface="Inter"/>
                <a:ea typeface="Inter"/>
                <a:cs typeface="Inter"/>
              </a:defRPr>
            </a:lvl4pPr>
            <a:lvl5pPr>
              <a:defRPr sz="1575" b="0">
                <a:solidFill>
                  <a:srgbClr val="657167"/>
                </a:solidFill>
                <a:latin typeface="Inter"/>
                <a:ea typeface="Inter"/>
                <a:cs typeface="Inter"/>
              </a:defRPr>
            </a:lvl5pPr>
            <a:lvl6pPr>
              <a:defRPr sz="1575" b="0">
                <a:solidFill>
                  <a:srgbClr val="657167"/>
                </a:solidFill>
                <a:latin typeface="Inter"/>
                <a:ea typeface="Inter"/>
                <a:cs typeface="Inter"/>
              </a:defRPr>
            </a:lvl6pPr>
            <a:lvl7pPr>
              <a:defRPr sz="1575" b="0">
                <a:solidFill>
                  <a:srgbClr val="657167"/>
                </a:solidFill>
                <a:latin typeface="Inter"/>
                <a:ea typeface="Inter"/>
                <a:cs typeface="Inter"/>
              </a:defRPr>
            </a:lvl7pPr>
            <a:lvl8pPr>
              <a:defRPr sz="1575" b="0">
                <a:solidFill>
                  <a:srgbClr val="657167"/>
                </a:solidFill>
                <a:latin typeface="Inter"/>
                <a:ea typeface="Inter"/>
                <a:cs typeface="Inter"/>
              </a:defRPr>
            </a:lvl8pPr>
            <a:lvl9pPr>
              <a:defRPr sz="1575" b="0">
                <a:solidFill>
                  <a:srgbClr val="657167"/>
                </a:solidFill>
                <a:latin typeface="Inter"/>
                <a:ea typeface="Inter"/>
                <a:cs typeface="Inter"/>
              </a:defRPr>
            </a:lvl9pPr>
          </a:lstStyle>
          <a:p xmlns:a="http://schemas.openxmlformats.org/drawingml/2006/main">
            <a:pPr>
              <a:defRPr sz="1575" b="0">
                <a:solidFill>
                  <a:srgbClr val="657167"/>
                </a:solidFill>
                <a:latin typeface="Inter"/>
                <a:ea typeface="Inter"/>
                <a:cs typeface="Inter"/>
              </a:defRPr>
            </a:pPr>
            <a:r>
              <a:rPr sz="1575" b="0">
                <a:solidFill>
                  <a:srgbClr val="657167"/>
                </a:solidFill>
                <a:latin typeface="Inter"/>
                <a:ea typeface="Inter"/>
                <a:cs typeface="Inter"/>
              </a:rPr>
              <a:t>Numeric artifacts</a:t>
            </a:r>
          </a:p>
        </p:txBody>
      </p:sp>
      <p:sp>
        <p:nvSpPr>
          <p:cNvPr id="40" name="node-33">
            <a:extLst xmlns:a="http://schemas.openxmlformats.org/drawingml/2006/main">
              <a:ext uri="{FF2B5EF4-FFF2-40B4-BE49-F238E27FC236}">
                <a16:creationId xmlns:a16="http://schemas.microsoft.com/office/drawing/2014/main" id="{6AD96EA4-92BF-4756-BE09-44A432B535ED}"/>
              </a:ext>
            </a:extLst>
          </p:cNvPr>
          <p:cNvSpPr>
            <a:spLocks xmlns:a="http://schemas.openxmlformats.org/drawingml/2006/main" noGrp="1"/>
          </p:cNvSpPr>
          <p:nvPr/>
        </p:nvSpPr>
        <p:spPr>
          <a:xfrm xmlns:a="http://schemas.openxmlformats.org/drawingml/2006/main">
            <a:off x="9163050" y="5391150"/>
            <a:ext cx="2495550" cy="923925"/>
          </a:xfrm>
          <a:prstGeom xmlns:a="http://schemas.openxmlformats.org/drawingml/2006/main" prst="rect">
            <a:avLst/>
          </a:prstGeom>
          <a:solidFill xmlns:a="http://schemas.openxmlformats.org/drawingml/2006/main">
            <a:srgbClr val="F0F5ED"/>
          </a:solidFill>
          <a:ln xmlns:a="http://schemas.openxmlformats.org/drawingml/2006/main" w="9525">
            <a:solidFill>
              <a:srgbClr val="DAE2D8"/>
            </a:solidFill>
          </a:ln>
        </p:spPr>
      </p:sp>
      <p:sp>
        <p:nvSpPr>
          <p:cNvPr id="41" name="text-34">
            <a:extLst xmlns:a="http://schemas.openxmlformats.org/drawingml/2006/main">
              <a:ext uri="{FF2B5EF4-FFF2-40B4-BE49-F238E27FC236}">
                <a16:creationId xmlns:a16="http://schemas.microsoft.com/office/drawing/2014/main" id="{E18E3352-DA67-40D6-8AE6-ABDD460FBA3C}"/>
              </a:ext>
            </a:extLst>
          </p:cNvPr>
          <p:cNvSpPr>
            <a:spLocks xmlns:a="http://schemas.openxmlformats.org/drawingml/2006/main" noGrp="1"/>
          </p:cNvSpPr>
          <p:nvPr/>
        </p:nvSpPr>
        <p:spPr>
          <a:xfrm xmlns:a="http://schemas.openxmlformats.org/drawingml/2006/main">
            <a:off x="9324975" y="5534025"/>
            <a:ext cx="2171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4221A"/>
                </a:solidFill>
                <a:latin typeface="Inter"/>
                <a:ea typeface="Inter"/>
                <a:cs typeface="Inter"/>
              </a:defRPr>
            </a:defPPr>
            <a:lvl1pPr>
              <a:defRPr sz="1875" b="1">
                <a:solidFill>
                  <a:srgbClr val="14221A"/>
                </a:solidFill>
                <a:latin typeface="Inter"/>
                <a:ea typeface="Inter"/>
                <a:cs typeface="Inter"/>
              </a:defRPr>
            </a:lvl1pPr>
            <a:lvl2pPr>
              <a:defRPr sz="1875" b="1">
                <a:solidFill>
                  <a:srgbClr val="14221A"/>
                </a:solidFill>
                <a:latin typeface="Inter"/>
                <a:ea typeface="Inter"/>
                <a:cs typeface="Inter"/>
              </a:defRPr>
            </a:lvl2pPr>
            <a:lvl3pPr>
              <a:defRPr sz="1875" b="1">
                <a:solidFill>
                  <a:srgbClr val="14221A"/>
                </a:solidFill>
                <a:latin typeface="Inter"/>
                <a:ea typeface="Inter"/>
                <a:cs typeface="Inter"/>
              </a:defRPr>
            </a:lvl3pPr>
            <a:lvl4pPr>
              <a:defRPr sz="1875" b="1">
                <a:solidFill>
                  <a:srgbClr val="14221A"/>
                </a:solidFill>
                <a:latin typeface="Inter"/>
                <a:ea typeface="Inter"/>
                <a:cs typeface="Inter"/>
              </a:defRPr>
            </a:lvl4pPr>
            <a:lvl5pPr>
              <a:defRPr sz="1875" b="1">
                <a:solidFill>
                  <a:srgbClr val="14221A"/>
                </a:solidFill>
                <a:latin typeface="Inter"/>
                <a:ea typeface="Inter"/>
                <a:cs typeface="Inter"/>
              </a:defRPr>
            </a:lvl5pPr>
            <a:lvl6pPr>
              <a:defRPr sz="1875" b="1">
                <a:solidFill>
                  <a:srgbClr val="14221A"/>
                </a:solidFill>
                <a:latin typeface="Inter"/>
                <a:ea typeface="Inter"/>
                <a:cs typeface="Inter"/>
              </a:defRPr>
            </a:lvl6pPr>
            <a:lvl7pPr>
              <a:defRPr sz="1875" b="1">
                <a:solidFill>
                  <a:srgbClr val="14221A"/>
                </a:solidFill>
                <a:latin typeface="Inter"/>
                <a:ea typeface="Inter"/>
                <a:cs typeface="Inter"/>
              </a:defRPr>
            </a:lvl7pPr>
            <a:lvl8pPr>
              <a:defRPr sz="1875" b="1">
                <a:solidFill>
                  <a:srgbClr val="14221A"/>
                </a:solidFill>
                <a:latin typeface="Inter"/>
                <a:ea typeface="Inter"/>
                <a:cs typeface="Inter"/>
              </a:defRPr>
            </a:lvl8pPr>
            <a:lvl9pPr>
              <a:defRPr sz="1875" b="1">
                <a:solidFill>
                  <a:srgbClr val="14221A"/>
                </a:solidFill>
                <a:latin typeface="Inter"/>
                <a:ea typeface="Inter"/>
                <a:cs typeface="Inter"/>
              </a:defRPr>
            </a:lvl9pPr>
          </a:lstStyle>
          <a:p xmlns:a="http://schemas.openxmlformats.org/drawingml/2006/main">
            <a:pPr>
              <a:defRPr sz="1875" b="1">
                <a:solidFill>
                  <a:srgbClr val="14221A"/>
                </a:solidFill>
                <a:latin typeface="Inter"/>
                <a:ea typeface="Inter"/>
                <a:cs typeface="Inter"/>
              </a:defRPr>
            </a:pPr>
            <a:r>
              <a:rPr sz="1875" b="1">
                <a:solidFill>
                  <a:srgbClr val="14221A"/>
                </a:solidFill>
                <a:latin typeface="Inter"/>
                <a:ea typeface="Inter"/>
                <a:cs typeface="Inter"/>
              </a:rPr>
              <a:t>Provider API</a:t>
            </a:r>
          </a:p>
        </p:txBody>
      </p:sp>
      <p:sp>
        <p:nvSpPr>
          <p:cNvPr id="42" name="text-35">
            <a:extLst xmlns:a="http://schemas.openxmlformats.org/drawingml/2006/main">
              <a:ext uri="{FF2B5EF4-FFF2-40B4-BE49-F238E27FC236}">
                <a16:creationId xmlns:a16="http://schemas.microsoft.com/office/drawing/2014/main" id="{2B0055DB-868E-456A-97E7-19C530D85DC1}"/>
              </a:ext>
            </a:extLst>
          </p:cNvPr>
          <p:cNvSpPr>
            <a:spLocks xmlns:a="http://schemas.openxmlformats.org/drawingml/2006/main" noGrp="1"/>
          </p:cNvSpPr>
          <p:nvPr/>
        </p:nvSpPr>
        <p:spPr>
          <a:xfrm xmlns:a="http://schemas.openxmlformats.org/drawingml/2006/main">
            <a:off x="9324975" y="5934075"/>
            <a:ext cx="2171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657167"/>
                </a:solidFill>
                <a:latin typeface="Inter"/>
                <a:ea typeface="Inter"/>
                <a:cs typeface="Inter"/>
              </a:defRPr>
            </a:defPPr>
            <a:lvl1pPr>
              <a:defRPr sz="1575" b="0">
                <a:solidFill>
                  <a:srgbClr val="657167"/>
                </a:solidFill>
                <a:latin typeface="Inter"/>
                <a:ea typeface="Inter"/>
                <a:cs typeface="Inter"/>
              </a:defRPr>
            </a:lvl1pPr>
            <a:lvl2pPr>
              <a:defRPr sz="1575" b="0">
                <a:solidFill>
                  <a:srgbClr val="657167"/>
                </a:solidFill>
                <a:latin typeface="Inter"/>
                <a:ea typeface="Inter"/>
                <a:cs typeface="Inter"/>
              </a:defRPr>
            </a:lvl2pPr>
            <a:lvl3pPr>
              <a:defRPr sz="1575" b="0">
                <a:solidFill>
                  <a:srgbClr val="657167"/>
                </a:solidFill>
                <a:latin typeface="Inter"/>
                <a:ea typeface="Inter"/>
                <a:cs typeface="Inter"/>
              </a:defRPr>
            </a:lvl3pPr>
            <a:lvl4pPr>
              <a:defRPr sz="1575" b="0">
                <a:solidFill>
                  <a:srgbClr val="657167"/>
                </a:solidFill>
                <a:latin typeface="Inter"/>
                <a:ea typeface="Inter"/>
                <a:cs typeface="Inter"/>
              </a:defRPr>
            </a:lvl4pPr>
            <a:lvl5pPr>
              <a:defRPr sz="1575" b="0">
                <a:solidFill>
                  <a:srgbClr val="657167"/>
                </a:solidFill>
                <a:latin typeface="Inter"/>
                <a:ea typeface="Inter"/>
                <a:cs typeface="Inter"/>
              </a:defRPr>
            </a:lvl5pPr>
            <a:lvl6pPr>
              <a:defRPr sz="1575" b="0">
                <a:solidFill>
                  <a:srgbClr val="657167"/>
                </a:solidFill>
                <a:latin typeface="Inter"/>
                <a:ea typeface="Inter"/>
                <a:cs typeface="Inter"/>
              </a:defRPr>
            </a:lvl6pPr>
            <a:lvl7pPr>
              <a:defRPr sz="1575" b="0">
                <a:solidFill>
                  <a:srgbClr val="657167"/>
                </a:solidFill>
                <a:latin typeface="Inter"/>
                <a:ea typeface="Inter"/>
                <a:cs typeface="Inter"/>
              </a:defRPr>
            </a:lvl7pPr>
            <a:lvl8pPr>
              <a:defRPr sz="1575" b="0">
                <a:solidFill>
                  <a:srgbClr val="657167"/>
                </a:solidFill>
                <a:latin typeface="Inter"/>
                <a:ea typeface="Inter"/>
                <a:cs typeface="Inter"/>
              </a:defRPr>
            </a:lvl8pPr>
            <a:lvl9pPr>
              <a:defRPr sz="1575" b="0">
                <a:solidFill>
                  <a:srgbClr val="657167"/>
                </a:solidFill>
                <a:latin typeface="Inter"/>
                <a:ea typeface="Inter"/>
                <a:cs typeface="Inter"/>
              </a:defRPr>
            </a:lvl9pPr>
          </a:lstStyle>
          <a:p xmlns:a="http://schemas.openxmlformats.org/drawingml/2006/main">
            <a:pPr>
              <a:defRPr sz="1575" b="0">
                <a:solidFill>
                  <a:srgbClr val="657167"/>
                </a:solidFill>
                <a:latin typeface="Inter"/>
                <a:ea typeface="Inter"/>
                <a:cs typeface="Inter"/>
              </a:defRPr>
            </a:pPr>
            <a:r>
              <a:rPr sz="1575" b="0">
                <a:solidFill>
                  <a:srgbClr val="657167"/>
                </a:solidFill>
                <a:latin typeface="Inter"/>
                <a:ea typeface="Inter"/>
                <a:cs typeface="Inter"/>
              </a:rPr>
              <a:t>Gateway credentials</a:t>
            </a:r>
          </a:p>
        </p:txBody>
      </p:sp>
      <p:sp>
        <p:nvSpPr>
          <p:cNvPr id="44" name="text-36">
            <a:extLst xmlns:a="http://schemas.openxmlformats.org/drawingml/2006/main">
              <a:ext uri="{FF2B5EF4-FFF2-40B4-BE49-F238E27FC236}">
                <a16:creationId xmlns:a16="http://schemas.microsoft.com/office/drawing/2014/main" id="{0C550C1C-4E17-4210-B6C8-DB838360B73C}"/>
              </a:ext>
            </a:extLst>
          </p:cNvPr>
          <p:cNvSpPr>
            <a:spLocks xmlns:a="http://schemas.openxmlformats.org/drawingml/2006/main" noGrp="1"/>
          </p:cNvSpPr>
          <p:nvPr/>
        </p:nvSpPr>
        <p:spPr>
          <a:xfrm xmlns:a="http://schemas.openxmlformats.org/drawingml/2006/main">
            <a:off x="533400" y="4105275"/>
            <a:ext cx="24098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1B5E20"/>
                </a:solidFill>
                <a:latin typeface="Inter"/>
                <a:ea typeface="Inter"/>
                <a:cs typeface="Inter"/>
              </a:defRPr>
            </a:defPPr>
            <a:lvl1pPr>
              <a:defRPr sz="2100" b="1">
                <a:solidFill>
                  <a:srgbClr val="1B5E20"/>
                </a:solidFill>
                <a:latin typeface="Inter"/>
                <a:ea typeface="Inter"/>
                <a:cs typeface="Inter"/>
              </a:defRPr>
            </a:lvl1pPr>
            <a:lvl2pPr>
              <a:defRPr sz="2100" b="1">
                <a:solidFill>
                  <a:srgbClr val="1B5E20"/>
                </a:solidFill>
                <a:latin typeface="Inter"/>
                <a:ea typeface="Inter"/>
                <a:cs typeface="Inter"/>
              </a:defRPr>
            </a:lvl2pPr>
            <a:lvl3pPr>
              <a:defRPr sz="2100" b="1">
                <a:solidFill>
                  <a:srgbClr val="1B5E20"/>
                </a:solidFill>
                <a:latin typeface="Inter"/>
                <a:ea typeface="Inter"/>
                <a:cs typeface="Inter"/>
              </a:defRPr>
            </a:lvl3pPr>
            <a:lvl4pPr>
              <a:defRPr sz="2100" b="1">
                <a:solidFill>
                  <a:srgbClr val="1B5E20"/>
                </a:solidFill>
                <a:latin typeface="Inter"/>
                <a:ea typeface="Inter"/>
                <a:cs typeface="Inter"/>
              </a:defRPr>
            </a:lvl4pPr>
            <a:lvl5pPr>
              <a:defRPr sz="2100" b="1">
                <a:solidFill>
                  <a:srgbClr val="1B5E20"/>
                </a:solidFill>
                <a:latin typeface="Inter"/>
                <a:ea typeface="Inter"/>
                <a:cs typeface="Inter"/>
              </a:defRPr>
            </a:lvl5pPr>
            <a:lvl6pPr>
              <a:defRPr sz="2100" b="1">
                <a:solidFill>
                  <a:srgbClr val="1B5E20"/>
                </a:solidFill>
                <a:latin typeface="Inter"/>
                <a:ea typeface="Inter"/>
                <a:cs typeface="Inter"/>
              </a:defRPr>
            </a:lvl6pPr>
            <a:lvl7pPr>
              <a:defRPr sz="2100" b="1">
                <a:solidFill>
                  <a:srgbClr val="1B5E20"/>
                </a:solidFill>
                <a:latin typeface="Inter"/>
                <a:ea typeface="Inter"/>
                <a:cs typeface="Inter"/>
              </a:defRPr>
            </a:lvl7pPr>
            <a:lvl8pPr>
              <a:defRPr sz="2100" b="1">
                <a:solidFill>
                  <a:srgbClr val="1B5E20"/>
                </a:solidFill>
                <a:latin typeface="Inter"/>
                <a:ea typeface="Inter"/>
                <a:cs typeface="Inter"/>
              </a:defRPr>
            </a:lvl8pPr>
            <a:lvl9pPr>
              <a:defRPr sz="2100" b="1">
                <a:solidFill>
                  <a:srgbClr val="1B5E20"/>
                </a:solidFill>
                <a:latin typeface="Inter"/>
                <a:ea typeface="Inter"/>
                <a:cs typeface="Inter"/>
              </a:defRPr>
            </a:lvl9pPr>
          </a:lstStyle>
          <a:p xmlns:a="http://schemas.openxmlformats.org/drawingml/2006/main">
            <a:pPr>
              <a:defRPr sz="2100" b="1">
                <a:solidFill>
                  <a:srgbClr val="1B5E20"/>
                </a:solidFill>
                <a:latin typeface="Inter"/>
                <a:ea typeface="Inter"/>
                <a:cs typeface="Inter"/>
              </a:defRPr>
            </a:pPr>
            <a:r>
              <a:rPr sz="2100" b="1">
                <a:solidFill>
                  <a:srgbClr val="1B5E20"/>
                </a:solidFill>
                <a:latin typeface="Inter"/>
                <a:ea typeface="Inter"/>
                <a:cs typeface="Inter"/>
              </a:rPr>
              <a:t>Zetaris</a:t>
            </a:r>
          </a:p>
        </p:txBody>
      </p:sp>
      <p:sp>
        <p:nvSpPr>
          <p:cNvPr id="45" name="text-37">
            <a:extLst xmlns:a="http://schemas.openxmlformats.org/drawingml/2006/main">
              <a:ext uri="{FF2B5EF4-FFF2-40B4-BE49-F238E27FC236}">
                <a16:creationId xmlns:a16="http://schemas.microsoft.com/office/drawing/2014/main" id="{74FC3FBF-C88B-453F-81F9-1DCFD5F3700B}"/>
              </a:ext>
            </a:extLst>
          </p:cNvPr>
          <p:cNvSpPr>
            <a:spLocks xmlns:a="http://schemas.openxmlformats.org/drawingml/2006/main" noGrp="1"/>
          </p:cNvSpPr>
          <p:nvPr/>
        </p:nvSpPr>
        <p:spPr>
          <a:xfrm xmlns:a="http://schemas.openxmlformats.org/drawingml/2006/main">
            <a:off x="533400" y="4572000"/>
            <a:ext cx="2400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657167"/>
                </a:solidFill>
                <a:latin typeface="Inter"/>
                <a:ea typeface="Inter"/>
                <a:cs typeface="Inter"/>
              </a:defRPr>
            </a:defPPr>
            <a:lvl1pPr>
              <a:defRPr sz="1725" b="0">
                <a:solidFill>
                  <a:srgbClr val="657167"/>
                </a:solidFill>
                <a:latin typeface="Inter"/>
                <a:ea typeface="Inter"/>
                <a:cs typeface="Inter"/>
              </a:defRPr>
            </a:lvl1pPr>
            <a:lvl2pPr>
              <a:defRPr sz="1725" b="0">
                <a:solidFill>
                  <a:srgbClr val="657167"/>
                </a:solidFill>
                <a:latin typeface="Inter"/>
                <a:ea typeface="Inter"/>
                <a:cs typeface="Inter"/>
              </a:defRPr>
            </a:lvl2pPr>
            <a:lvl3pPr>
              <a:defRPr sz="1725" b="0">
                <a:solidFill>
                  <a:srgbClr val="657167"/>
                </a:solidFill>
                <a:latin typeface="Inter"/>
                <a:ea typeface="Inter"/>
                <a:cs typeface="Inter"/>
              </a:defRPr>
            </a:lvl3pPr>
            <a:lvl4pPr>
              <a:defRPr sz="1725" b="0">
                <a:solidFill>
                  <a:srgbClr val="657167"/>
                </a:solidFill>
                <a:latin typeface="Inter"/>
                <a:ea typeface="Inter"/>
                <a:cs typeface="Inter"/>
              </a:defRPr>
            </a:lvl4pPr>
            <a:lvl5pPr>
              <a:defRPr sz="1725" b="0">
                <a:solidFill>
                  <a:srgbClr val="657167"/>
                </a:solidFill>
                <a:latin typeface="Inter"/>
                <a:ea typeface="Inter"/>
                <a:cs typeface="Inter"/>
              </a:defRPr>
            </a:lvl5pPr>
            <a:lvl6pPr>
              <a:defRPr sz="1725" b="0">
                <a:solidFill>
                  <a:srgbClr val="657167"/>
                </a:solidFill>
                <a:latin typeface="Inter"/>
                <a:ea typeface="Inter"/>
                <a:cs typeface="Inter"/>
              </a:defRPr>
            </a:lvl6pPr>
            <a:lvl7pPr>
              <a:defRPr sz="1725" b="0">
                <a:solidFill>
                  <a:srgbClr val="657167"/>
                </a:solidFill>
                <a:latin typeface="Inter"/>
                <a:ea typeface="Inter"/>
                <a:cs typeface="Inter"/>
              </a:defRPr>
            </a:lvl7pPr>
            <a:lvl8pPr>
              <a:defRPr sz="1725" b="0">
                <a:solidFill>
                  <a:srgbClr val="657167"/>
                </a:solidFill>
                <a:latin typeface="Inter"/>
                <a:ea typeface="Inter"/>
                <a:cs typeface="Inter"/>
              </a:defRPr>
            </a:lvl8pPr>
            <a:lvl9pPr>
              <a:defRPr sz="1725" b="0">
                <a:solidFill>
                  <a:srgbClr val="657167"/>
                </a:solidFill>
                <a:latin typeface="Inter"/>
                <a:ea typeface="Inter"/>
                <a:cs typeface="Inter"/>
              </a:defRPr>
            </a:lvl9pPr>
          </a:lstStyle>
          <a:p xmlns:a="http://schemas.openxmlformats.org/drawingml/2006/main">
            <a:pPr>
              <a:defRPr sz="1725" b="0">
                <a:solidFill>
                  <a:srgbClr val="657167"/>
                </a:solidFill>
                <a:latin typeface="Inter"/>
                <a:ea typeface="Inter"/>
                <a:cs typeface="Inter"/>
              </a:defRPr>
            </a:pPr>
            <a:r>
              <a:rPr sz="1725" b="0">
                <a:solidFill>
                  <a:srgbClr val="657167"/>
                </a:solidFill>
                <a:latin typeface="Inter"/>
                <a:ea typeface="Inter"/>
                <a:cs typeface="Inter"/>
              </a:rPr>
              <a:t>Private SQL HTTP API.</a:t>
            </a:r>
          </a:p>
          <a:p xmlns:a="http://schemas.openxmlformats.org/drawingml/2006/main">
            <a:pPr>
              <a:defRPr sz="1725" b="0">
                <a:solidFill>
                  <a:srgbClr val="657167"/>
                </a:solidFill>
                <a:latin typeface="Inter"/>
                <a:ea typeface="Inter"/>
                <a:cs typeface="Inter"/>
              </a:defRPr>
            </a:pPr>
            <a:r>
              <a:rPr sz="1725" b="0">
                <a:solidFill>
                  <a:srgbClr val="657167"/>
                </a:solidFill>
                <a:latin typeface="Inter"/>
                <a:ea typeface="Inter"/>
                <a:cs typeface="Inter"/>
              </a:rPr>
              <a:t>Separate Compose stack.</a:t>
            </a:r>
          </a:p>
        </p:txBody>
      </p:sp>
      <p:sp>
        <p:nvSpPr>
          <p:cNvPr id="46" name="text-38">
            <a:extLst xmlns:a="http://schemas.openxmlformats.org/drawingml/2006/main">
              <a:ext uri="{FF2B5EF4-FFF2-40B4-BE49-F238E27FC236}">
                <a16:creationId xmlns:a16="http://schemas.microsoft.com/office/drawing/2014/main" id="{1B056A03-5283-4319-8747-D6E7EB26CFE2}"/>
              </a:ext>
            </a:extLst>
          </p:cNvPr>
          <p:cNvSpPr>
            <a:spLocks xmlns:a="http://schemas.openxmlformats.org/drawingml/2006/main" noGrp="1"/>
          </p:cNvSpPr>
          <p:nvPr/>
        </p:nvSpPr>
        <p:spPr>
          <a:xfrm xmlns:a="http://schemas.openxmlformats.org/drawingml/2006/main">
            <a:off x="533400" y="5981700"/>
            <a:ext cx="4953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1">
                <a:solidFill>
                  <a:srgbClr val="1B5E20"/>
                </a:solidFill>
                <a:latin typeface="Inter"/>
                <a:ea typeface="Inter"/>
                <a:cs typeface="Inter"/>
              </a:defRPr>
            </a:defPPr>
            <a:lvl1pPr>
              <a:defRPr sz="1650" b="1">
                <a:solidFill>
                  <a:srgbClr val="1B5E20"/>
                </a:solidFill>
                <a:latin typeface="Inter"/>
                <a:ea typeface="Inter"/>
                <a:cs typeface="Inter"/>
              </a:defRPr>
            </a:lvl1pPr>
            <a:lvl2pPr>
              <a:defRPr sz="1650" b="1">
                <a:solidFill>
                  <a:srgbClr val="1B5E20"/>
                </a:solidFill>
                <a:latin typeface="Inter"/>
                <a:ea typeface="Inter"/>
                <a:cs typeface="Inter"/>
              </a:defRPr>
            </a:lvl2pPr>
            <a:lvl3pPr>
              <a:defRPr sz="1650" b="1">
                <a:solidFill>
                  <a:srgbClr val="1B5E20"/>
                </a:solidFill>
                <a:latin typeface="Inter"/>
                <a:ea typeface="Inter"/>
                <a:cs typeface="Inter"/>
              </a:defRPr>
            </a:lvl3pPr>
            <a:lvl4pPr>
              <a:defRPr sz="1650" b="1">
                <a:solidFill>
                  <a:srgbClr val="1B5E20"/>
                </a:solidFill>
                <a:latin typeface="Inter"/>
                <a:ea typeface="Inter"/>
                <a:cs typeface="Inter"/>
              </a:defRPr>
            </a:lvl4pPr>
            <a:lvl5pPr>
              <a:defRPr sz="1650" b="1">
                <a:solidFill>
                  <a:srgbClr val="1B5E20"/>
                </a:solidFill>
                <a:latin typeface="Inter"/>
                <a:ea typeface="Inter"/>
                <a:cs typeface="Inter"/>
              </a:defRPr>
            </a:lvl5pPr>
            <a:lvl6pPr>
              <a:defRPr sz="1650" b="1">
                <a:solidFill>
                  <a:srgbClr val="1B5E20"/>
                </a:solidFill>
                <a:latin typeface="Inter"/>
                <a:ea typeface="Inter"/>
                <a:cs typeface="Inter"/>
              </a:defRPr>
            </a:lvl6pPr>
            <a:lvl7pPr>
              <a:defRPr sz="1650" b="1">
                <a:solidFill>
                  <a:srgbClr val="1B5E20"/>
                </a:solidFill>
                <a:latin typeface="Inter"/>
                <a:ea typeface="Inter"/>
                <a:cs typeface="Inter"/>
              </a:defRPr>
            </a:lvl7pPr>
            <a:lvl8pPr>
              <a:defRPr sz="1650" b="1">
                <a:solidFill>
                  <a:srgbClr val="1B5E20"/>
                </a:solidFill>
                <a:latin typeface="Inter"/>
                <a:ea typeface="Inter"/>
                <a:cs typeface="Inter"/>
              </a:defRPr>
            </a:lvl8pPr>
            <a:lvl9pPr>
              <a:defRPr sz="1650" b="1">
                <a:solidFill>
                  <a:srgbClr val="1B5E20"/>
                </a:solidFill>
                <a:latin typeface="Inter"/>
                <a:ea typeface="Inter"/>
                <a:cs typeface="Inter"/>
              </a:defRPr>
            </a:lvl9pPr>
          </a:lstStyle>
          <a:p xmlns:a="http://schemas.openxmlformats.org/drawingml/2006/main">
            <a:pPr>
              <a:defRPr sz="1650" b="1">
                <a:solidFill>
                  <a:srgbClr val="1B5E20"/>
                </a:solidFill>
                <a:latin typeface="Inter"/>
                <a:ea typeface="Inter"/>
                <a:cs typeface="Inter"/>
              </a:defRPr>
            </a:pPr>
            <a:r>
              <a:rPr sz="1650" b="1">
                <a:solidFill>
                  <a:srgbClr val="1B5E20"/>
                </a:solidFill>
                <a:latin typeface="Inter"/>
                <a:ea typeface="Inter"/>
                <a:cs typeface="Inter"/>
              </a:rPr>
              <a:t>App and agent mount imported bundles read-only.</a:t>
            </a:r>
          </a:p>
        </p:txBody>
      </p:sp>
    </p:spTree>
    <p:extLst>
      <p:ext uri="{BB962C8B-B14F-4D97-AF65-F5344CB8AC3E}">
        <p14:creationId xmlns:p14="http://schemas.microsoft.com/office/powerpoint/2010/main" val="131743124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text-39">
            <a:extLst xmlns:a="http://schemas.openxmlformats.org/drawingml/2006/main">
              <a:ext uri="{FF2B5EF4-FFF2-40B4-BE49-F238E27FC236}">
                <a16:creationId xmlns:a16="http://schemas.microsoft.com/office/drawing/2014/main" id="{0FA849F8-DF23-45B9-A08F-C10A9CD7BAAD}"/>
              </a:ext>
            </a:extLst>
          </p:cNvPr>
          <p:cNvSpPr>
            <a:spLocks xmlns:a="http://schemas.openxmlformats.org/drawingml/2006/main" noGrp="1"/>
          </p:cNvSpPr>
          <p:nvPr/>
        </p:nvSpPr>
        <p:spPr>
          <a:xfrm xmlns:a="http://schemas.openxmlformats.org/drawingml/2006/main">
            <a:off x="533400" y="257175"/>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CELLORAS / ENGINEERING</a:t>
            </a:r>
          </a:p>
        </p:txBody>
      </p:sp>
      <p:sp>
        <p:nvSpPr>
          <p:cNvPr id="2" name="text-40">
            <a:extLst xmlns:a="http://schemas.openxmlformats.org/drawingml/2006/main">
              <a:ext uri="{FF2B5EF4-FFF2-40B4-BE49-F238E27FC236}">
                <a16:creationId xmlns:a16="http://schemas.microsoft.com/office/drawing/2014/main" id="{3DBA1E9C-DA92-4709-98A2-5C6B374280B2}"/>
              </a:ext>
            </a:extLst>
          </p:cNvPr>
          <p:cNvSpPr>
            <a:spLocks xmlns:a="http://schemas.openxmlformats.org/drawingml/2006/main" noGrp="1"/>
          </p:cNvSpPr>
          <p:nvPr/>
        </p:nvSpPr>
        <p:spPr>
          <a:xfrm xmlns:a="http://schemas.openxmlformats.org/drawingml/2006/main">
            <a:off x="533400" y="666750"/>
            <a:ext cx="11125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21A"/>
                </a:solidFill>
                <a:latin typeface="Inter"/>
                <a:ea typeface="Inter"/>
                <a:cs typeface="Inter"/>
              </a:defRPr>
            </a:defPPr>
            <a:lvl1pPr>
              <a:defRPr sz="3225" b="1">
                <a:solidFill>
                  <a:srgbClr val="14221A"/>
                </a:solidFill>
                <a:latin typeface="Inter"/>
                <a:ea typeface="Inter"/>
                <a:cs typeface="Inter"/>
              </a:defRPr>
            </a:lvl1pPr>
            <a:lvl2pPr>
              <a:defRPr sz="3225" b="1">
                <a:solidFill>
                  <a:srgbClr val="14221A"/>
                </a:solidFill>
                <a:latin typeface="Inter"/>
                <a:ea typeface="Inter"/>
                <a:cs typeface="Inter"/>
              </a:defRPr>
            </a:lvl2pPr>
            <a:lvl3pPr>
              <a:defRPr sz="3225" b="1">
                <a:solidFill>
                  <a:srgbClr val="14221A"/>
                </a:solidFill>
                <a:latin typeface="Inter"/>
                <a:ea typeface="Inter"/>
                <a:cs typeface="Inter"/>
              </a:defRPr>
            </a:lvl3pPr>
            <a:lvl4pPr>
              <a:defRPr sz="3225" b="1">
                <a:solidFill>
                  <a:srgbClr val="14221A"/>
                </a:solidFill>
                <a:latin typeface="Inter"/>
                <a:ea typeface="Inter"/>
                <a:cs typeface="Inter"/>
              </a:defRPr>
            </a:lvl4pPr>
            <a:lvl5pPr>
              <a:defRPr sz="3225" b="1">
                <a:solidFill>
                  <a:srgbClr val="14221A"/>
                </a:solidFill>
                <a:latin typeface="Inter"/>
                <a:ea typeface="Inter"/>
                <a:cs typeface="Inter"/>
              </a:defRPr>
            </a:lvl5pPr>
            <a:lvl6pPr>
              <a:defRPr sz="3225" b="1">
                <a:solidFill>
                  <a:srgbClr val="14221A"/>
                </a:solidFill>
                <a:latin typeface="Inter"/>
                <a:ea typeface="Inter"/>
                <a:cs typeface="Inter"/>
              </a:defRPr>
            </a:lvl6pPr>
            <a:lvl7pPr>
              <a:defRPr sz="3225" b="1">
                <a:solidFill>
                  <a:srgbClr val="14221A"/>
                </a:solidFill>
                <a:latin typeface="Inter"/>
                <a:ea typeface="Inter"/>
                <a:cs typeface="Inter"/>
              </a:defRPr>
            </a:lvl7pPr>
            <a:lvl8pPr>
              <a:defRPr sz="3225" b="1">
                <a:solidFill>
                  <a:srgbClr val="14221A"/>
                </a:solidFill>
                <a:latin typeface="Inter"/>
                <a:ea typeface="Inter"/>
                <a:cs typeface="Inter"/>
              </a:defRPr>
            </a:lvl8pPr>
            <a:lvl9pPr>
              <a:defRPr sz="3225" b="1">
                <a:solidFill>
                  <a:srgbClr val="14221A"/>
                </a:solidFill>
                <a:latin typeface="Inter"/>
                <a:ea typeface="Inter"/>
                <a:cs typeface="Inter"/>
              </a:defRPr>
            </a:lvl9pPr>
          </a:lstStyle>
          <a:p xmlns:a="http://schemas.openxmlformats.org/drawingml/2006/main">
            <a:pPr>
              <a:defRPr sz="3225" b="1">
                <a:solidFill>
                  <a:srgbClr val="14221A"/>
                </a:solidFill>
                <a:latin typeface="Inter"/>
                <a:ea typeface="Inter"/>
                <a:cs typeface="Inter"/>
              </a:defRPr>
            </a:pPr>
            <a:r>
              <a:rPr sz="3225" b="1">
                <a:solidFill>
                  <a:srgbClr val="14221A"/>
                </a:solidFill>
                <a:latin typeface="Inter"/>
                <a:ea typeface="Inter"/>
                <a:cs typeface="Inter"/>
              </a:rPr>
              <a:t>Agent runtime interface</a:t>
            </a:r>
          </a:p>
        </p:txBody>
      </p:sp>
      <p:sp>
        <p:nvSpPr>
          <p:cNvPr id="3" name="text-41">
            <a:extLst xmlns:a="http://schemas.openxmlformats.org/drawingml/2006/main">
              <a:ext uri="{FF2B5EF4-FFF2-40B4-BE49-F238E27FC236}">
                <a16:creationId xmlns:a16="http://schemas.microsoft.com/office/drawing/2014/main" id="{ECA77D83-0AEA-4847-9136-3901859E7ABD}"/>
              </a:ext>
            </a:extLst>
          </p:cNvPr>
          <p:cNvSpPr>
            <a:spLocks xmlns:a="http://schemas.openxmlformats.org/drawingml/2006/main" noGrp="1"/>
          </p:cNvSpPr>
          <p:nvPr/>
        </p:nvSpPr>
        <p:spPr>
          <a:xfrm xmlns:a="http://schemas.openxmlformats.org/drawingml/2006/main">
            <a:off x="533400" y="1381125"/>
            <a:ext cx="11125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657167"/>
                </a:solidFill>
                <a:latin typeface="Inter"/>
                <a:ea typeface="Inter"/>
                <a:cs typeface="Inter"/>
              </a:defRPr>
            </a:defPPr>
            <a:lvl1pPr>
              <a:defRPr sz="1800" b="0">
                <a:solidFill>
                  <a:srgbClr val="657167"/>
                </a:solidFill>
                <a:latin typeface="Inter"/>
                <a:ea typeface="Inter"/>
                <a:cs typeface="Inter"/>
              </a:defRPr>
            </a:lvl1pPr>
            <a:lvl2pPr>
              <a:defRPr sz="1800" b="0">
                <a:solidFill>
                  <a:srgbClr val="657167"/>
                </a:solidFill>
                <a:latin typeface="Inter"/>
                <a:ea typeface="Inter"/>
                <a:cs typeface="Inter"/>
              </a:defRPr>
            </a:lvl2pPr>
            <a:lvl3pPr>
              <a:defRPr sz="1800" b="0">
                <a:solidFill>
                  <a:srgbClr val="657167"/>
                </a:solidFill>
                <a:latin typeface="Inter"/>
                <a:ea typeface="Inter"/>
                <a:cs typeface="Inter"/>
              </a:defRPr>
            </a:lvl3pPr>
            <a:lvl4pPr>
              <a:defRPr sz="1800" b="0">
                <a:solidFill>
                  <a:srgbClr val="657167"/>
                </a:solidFill>
                <a:latin typeface="Inter"/>
                <a:ea typeface="Inter"/>
                <a:cs typeface="Inter"/>
              </a:defRPr>
            </a:lvl4pPr>
            <a:lvl5pPr>
              <a:defRPr sz="1800" b="0">
                <a:solidFill>
                  <a:srgbClr val="657167"/>
                </a:solidFill>
                <a:latin typeface="Inter"/>
                <a:ea typeface="Inter"/>
                <a:cs typeface="Inter"/>
              </a:defRPr>
            </a:lvl5pPr>
            <a:lvl6pPr>
              <a:defRPr sz="1800" b="0">
                <a:solidFill>
                  <a:srgbClr val="657167"/>
                </a:solidFill>
                <a:latin typeface="Inter"/>
                <a:ea typeface="Inter"/>
                <a:cs typeface="Inter"/>
              </a:defRPr>
            </a:lvl6pPr>
            <a:lvl7pPr>
              <a:defRPr sz="1800" b="0">
                <a:solidFill>
                  <a:srgbClr val="657167"/>
                </a:solidFill>
                <a:latin typeface="Inter"/>
                <a:ea typeface="Inter"/>
                <a:cs typeface="Inter"/>
              </a:defRPr>
            </a:lvl7pPr>
            <a:lvl8pPr>
              <a:defRPr sz="1800" b="0">
                <a:solidFill>
                  <a:srgbClr val="657167"/>
                </a:solidFill>
                <a:latin typeface="Inter"/>
                <a:ea typeface="Inter"/>
                <a:cs typeface="Inter"/>
              </a:defRPr>
            </a:lvl8pPr>
            <a:lvl9pPr>
              <a:defRPr sz="1800" b="0">
                <a:solidFill>
                  <a:srgbClr val="657167"/>
                </a:solidFill>
                <a:latin typeface="Inter"/>
                <a:ea typeface="Inter"/>
                <a:cs typeface="Inter"/>
              </a:defRPr>
            </a:lvl9pPr>
          </a:lstStyle>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The orchestration contract supports CLI execution and API-backed runtimes</a:t>
            </a:r>
          </a:p>
        </p:txBody>
      </p:sp>
      <p:sp>
        <p:nvSpPr>
          <p:cNvPr id="4" name="text-42">
            <a:extLst xmlns:a="http://schemas.openxmlformats.org/drawingml/2006/main">
              <a:ext uri="{FF2B5EF4-FFF2-40B4-BE49-F238E27FC236}">
                <a16:creationId xmlns:a16="http://schemas.microsoft.com/office/drawing/2014/main" id="{7F1E7C6A-0796-4B68-ABEC-EC7533F6E3E1}"/>
              </a:ext>
            </a:extLst>
          </p:cNvPr>
          <p:cNvSpPr>
            <a:spLocks xmlns:a="http://schemas.openxmlformats.org/drawingml/2006/main" noGrp="1"/>
          </p:cNvSpPr>
          <p:nvPr/>
        </p:nvSpPr>
        <p:spPr>
          <a:xfrm xmlns:a="http://schemas.openxmlformats.org/drawingml/2006/main">
            <a:off x="11258550" y="6486525"/>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02</a:t>
            </a:r>
          </a:p>
        </p:txBody>
      </p:sp>
      <p:sp>
        <p:nvSpPr>
          <p:cNvPr id="5" name="node-43">
            <a:extLst xmlns:a="http://schemas.openxmlformats.org/drawingml/2006/main">
              <a:ext uri="{FF2B5EF4-FFF2-40B4-BE49-F238E27FC236}">
                <a16:creationId xmlns:a16="http://schemas.microsoft.com/office/drawing/2014/main" id="{7ECD3270-33CF-4D23-AAF6-5F00993D8A6D}"/>
              </a:ext>
            </a:extLst>
          </p:cNvPr>
          <p:cNvSpPr>
            <a:spLocks xmlns:a="http://schemas.openxmlformats.org/drawingml/2006/main" noGrp="1"/>
          </p:cNvSpPr>
          <p:nvPr/>
        </p:nvSpPr>
        <p:spPr>
          <a:xfrm xmlns:a="http://schemas.openxmlformats.org/drawingml/2006/main">
            <a:off x="533400" y="2133600"/>
            <a:ext cx="11125200" cy="1019175"/>
          </a:xfrm>
          <a:prstGeom xmlns:a="http://schemas.openxmlformats.org/drawingml/2006/main" prst="rect">
            <a:avLst/>
          </a:prstGeom>
          <a:solidFill xmlns:a="http://schemas.openxmlformats.org/drawingml/2006/main">
            <a:srgbClr val="14221A"/>
          </a:solidFill>
          <a:ln xmlns:a="http://schemas.openxmlformats.org/drawingml/2006/main" w="9525">
            <a:solidFill>
              <a:srgbClr val="DAE2D8"/>
            </a:solidFill>
          </a:ln>
        </p:spPr>
      </p:sp>
      <p:sp>
        <p:nvSpPr>
          <p:cNvPr id="6" name="text-44">
            <a:extLst xmlns:a="http://schemas.openxmlformats.org/drawingml/2006/main">
              <a:ext uri="{FF2B5EF4-FFF2-40B4-BE49-F238E27FC236}">
                <a16:creationId xmlns:a16="http://schemas.microsoft.com/office/drawing/2014/main" id="{9CED2BB6-CED9-47DB-9799-C9535FE7A967}"/>
              </a:ext>
            </a:extLst>
          </p:cNvPr>
          <p:cNvSpPr>
            <a:spLocks xmlns:a="http://schemas.openxmlformats.org/drawingml/2006/main" noGrp="1"/>
          </p:cNvSpPr>
          <p:nvPr/>
        </p:nvSpPr>
        <p:spPr>
          <a:xfrm xmlns:a="http://schemas.openxmlformats.org/drawingml/2006/main">
            <a:off x="695325" y="2276475"/>
            <a:ext cx="108013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FFFFFF"/>
                </a:solidFill>
                <a:latin typeface="Inter"/>
                <a:ea typeface="Inter"/>
                <a:cs typeface="Inter"/>
              </a:defRPr>
            </a:defPPr>
            <a:lvl1pPr>
              <a:defRPr sz="1725" b="1">
                <a:solidFill>
                  <a:srgbClr val="FFFFFF"/>
                </a:solidFill>
                <a:latin typeface="Inter"/>
                <a:ea typeface="Inter"/>
                <a:cs typeface="Inter"/>
              </a:defRPr>
            </a:lvl1pPr>
            <a:lvl2pPr>
              <a:defRPr sz="1725" b="1">
                <a:solidFill>
                  <a:srgbClr val="FFFFFF"/>
                </a:solidFill>
                <a:latin typeface="Inter"/>
                <a:ea typeface="Inter"/>
                <a:cs typeface="Inter"/>
              </a:defRPr>
            </a:lvl2pPr>
            <a:lvl3pPr>
              <a:defRPr sz="1725" b="1">
                <a:solidFill>
                  <a:srgbClr val="FFFFFF"/>
                </a:solidFill>
                <a:latin typeface="Inter"/>
                <a:ea typeface="Inter"/>
                <a:cs typeface="Inter"/>
              </a:defRPr>
            </a:lvl3pPr>
            <a:lvl4pPr>
              <a:defRPr sz="1725" b="1">
                <a:solidFill>
                  <a:srgbClr val="FFFFFF"/>
                </a:solidFill>
                <a:latin typeface="Inter"/>
                <a:ea typeface="Inter"/>
                <a:cs typeface="Inter"/>
              </a:defRPr>
            </a:lvl4pPr>
            <a:lvl5pPr>
              <a:defRPr sz="1725" b="1">
                <a:solidFill>
                  <a:srgbClr val="FFFFFF"/>
                </a:solidFill>
                <a:latin typeface="Inter"/>
                <a:ea typeface="Inter"/>
                <a:cs typeface="Inter"/>
              </a:defRPr>
            </a:lvl5pPr>
            <a:lvl6pPr>
              <a:defRPr sz="1725" b="1">
                <a:solidFill>
                  <a:srgbClr val="FFFFFF"/>
                </a:solidFill>
                <a:latin typeface="Inter"/>
                <a:ea typeface="Inter"/>
                <a:cs typeface="Inter"/>
              </a:defRPr>
            </a:lvl6pPr>
            <a:lvl7pPr>
              <a:defRPr sz="1725" b="1">
                <a:solidFill>
                  <a:srgbClr val="FFFFFF"/>
                </a:solidFill>
                <a:latin typeface="Inter"/>
                <a:ea typeface="Inter"/>
                <a:cs typeface="Inter"/>
              </a:defRPr>
            </a:lvl7pPr>
            <a:lvl8pPr>
              <a:defRPr sz="1725" b="1">
                <a:solidFill>
                  <a:srgbClr val="FFFFFF"/>
                </a:solidFill>
                <a:latin typeface="Inter"/>
                <a:ea typeface="Inter"/>
                <a:cs typeface="Inter"/>
              </a:defRPr>
            </a:lvl8pPr>
            <a:lvl9pPr>
              <a:defRPr sz="1725" b="1">
                <a:solidFill>
                  <a:srgbClr val="FFFFFF"/>
                </a:solidFill>
                <a:latin typeface="Inter"/>
                <a:ea typeface="Inter"/>
                <a:cs typeface="Inter"/>
              </a:defRPr>
            </a:lvl9pPr>
          </a:lstStyle>
          <a:p xmlns:a="http://schemas.openxmlformats.org/drawingml/2006/main">
            <a:pPr>
              <a:defRPr sz="1725" b="1">
                <a:solidFill>
                  <a:srgbClr val="FFFFFF"/>
                </a:solidFill>
                <a:latin typeface="Inter"/>
                <a:ea typeface="Inter"/>
                <a:cs typeface="Inter"/>
              </a:defRPr>
            </a:pPr>
            <a:r>
              <a:rPr sz="1725" b="1">
                <a:solidFill>
                  <a:srgbClr val="FFFFFF"/>
                </a:solidFill>
                <a:latin typeface="Inter"/>
                <a:ea typeface="Inter"/>
                <a:cs typeface="Inter"/>
              </a:rPr>
              <a:t>Celloras orchestration</a:t>
            </a:r>
          </a:p>
        </p:txBody>
      </p:sp>
      <p:sp>
        <p:nvSpPr>
          <p:cNvPr id="7" name="text-45">
            <a:extLst xmlns:a="http://schemas.openxmlformats.org/drawingml/2006/main">
              <a:ext uri="{FF2B5EF4-FFF2-40B4-BE49-F238E27FC236}">
                <a16:creationId xmlns:a16="http://schemas.microsoft.com/office/drawing/2014/main" id="{03789942-638B-491A-8524-0414B4D6E7FB}"/>
              </a:ext>
            </a:extLst>
          </p:cNvPr>
          <p:cNvSpPr>
            <a:spLocks xmlns:a="http://schemas.openxmlformats.org/drawingml/2006/main" noGrp="1"/>
          </p:cNvSpPr>
          <p:nvPr/>
        </p:nvSpPr>
        <p:spPr>
          <a:xfrm xmlns:a="http://schemas.openxmlformats.org/drawingml/2006/main">
            <a:off x="695325" y="2676525"/>
            <a:ext cx="108013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DFEADC"/>
                </a:solidFill>
                <a:latin typeface="Inter"/>
                <a:ea typeface="Inter"/>
                <a:cs typeface="Inter"/>
              </a:defRPr>
            </a:defPPr>
            <a:lvl1pPr>
              <a:defRPr sz="1575" b="0">
                <a:solidFill>
                  <a:srgbClr val="DFEADC"/>
                </a:solidFill>
                <a:latin typeface="Inter"/>
                <a:ea typeface="Inter"/>
                <a:cs typeface="Inter"/>
              </a:defRPr>
            </a:lvl1pPr>
            <a:lvl2pPr>
              <a:defRPr sz="1575" b="0">
                <a:solidFill>
                  <a:srgbClr val="DFEADC"/>
                </a:solidFill>
                <a:latin typeface="Inter"/>
                <a:ea typeface="Inter"/>
                <a:cs typeface="Inter"/>
              </a:defRPr>
            </a:lvl2pPr>
            <a:lvl3pPr>
              <a:defRPr sz="1575" b="0">
                <a:solidFill>
                  <a:srgbClr val="DFEADC"/>
                </a:solidFill>
                <a:latin typeface="Inter"/>
                <a:ea typeface="Inter"/>
                <a:cs typeface="Inter"/>
              </a:defRPr>
            </a:lvl3pPr>
            <a:lvl4pPr>
              <a:defRPr sz="1575" b="0">
                <a:solidFill>
                  <a:srgbClr val="DFEADC"/>
                </a:solidFill>
                <a:latin typeface="Inter"/>
                <a:ea typeface="Inter"/>
                <a:cs typeface="Inter"/>
              </a:defRPr>
            </a:lvl4pPr>
            <a:lvl5pPr>
              <a:defRPr sz="1575" b="0">
                <a:solidFill>
                  <a:srgbClr val="DFEADC"/>
                </a:solidFill>
                <a:latin typeface="Inter"/>
                <a:ea typeface="Inter"/>
                <a:cs typeface="Inter"/>
              </a:defRPr>
            </a:lvl5pPr>
            <a:lvl6pPr>
              <a:defRPr sz="1575" b="0">
                <a:solidFill>
                  <a:srgbClr val="DFEADC"/>
                </a:solidFill>
                <a:latin typeface="Inter"/>
                <a:ea typeface="Inter"/>
                <a:cs typeface="Inter"/>
              </a:defRPr>
            </a:lvl6pPr>
            <a:lvl7pPr>
              <a:defRPr sz="1575" b="0">
                <a:solidFill>
                  <a:srgbClr val="DFEADC"/>
                </a:solidFill>
                <a:latin typeface="Inter"/>
                <a:ea typeface="Inter"/>
                <a:cs typeface="Inter"/>
              </a:defRPr>
            </a:lvl7pPr>
            <a:lvl8pPr>
              <a:defRPr sz="1575" b="0">
                <a:solidFill>
                  <a:srgbClr val="DFEADC"/>
                </a:solidFill>
                <a:latin typeface="Inter"/>
                <a:ea typeface="Inter"/>
                <a:cs typeface="Inter"/>
              </a:defRPr>
            </a:lvl8pPr>
            <a:lvl9pPr>
              <a:defRPr sz="1575" b="0">
                <a:solidFill>
                  <a:srgbClr val="DFEADC"/>
                </a:solidFill>
                <a:latin typeface="Inter"/>
                <a:ea typeface="Inter"/>
                <a:cs typeface="Inter"/>
              </a:defRPr>
            </a:lvl9pPr>
          </a:lstStyle>
          <a:p xmlns:a="http://schemas.openxmlformats.org/drawingml/2006/main">
            <a:pPr>
              <a:defRPr sz="1575" b="0">
                <a:solidFill>
                  <a:srgbClr val="DFEADC"/>
                </a:solidFill>
                <a:latin typeface="Inter"/>
                <a:ea typeface="Inter"/>
                <a:cs typeface="Inter"/>
              </a:defRPr>
            </a:pPr>
            <a:r>
              <a:rPr sz="1575" b="0">
                <a:solidFill>
                  <a:srgbClr val="DFEADC"/>
                </a:solidFill>
                <a:latin typeface="Inter"/>
                <a:ea typeface="Inter"/>
                <a:cs typeface="Inter"/>
              </a:rPr>
              <a:t>Owned context, tools, persistence, cancellation and card resolution</a:t>
            </a:r>
          </a:p>
        </p:txBody>
      </p:sp>
      <p:sp>
        <p:nvSpPr>
          <p:cNvPr id="8" name="text-46">
            <a:extLst xmlns:a="http://schemas.openxmlformats.org/drawingml/2006/main">
              <a:ext uri="{FF2B5EF4-FFF2-40B4-BE49-F238E27FC236}">
                <a16:creationId xmlns:a16="http://schemas.microsoft.com/office/drawing/2014/main" id="{F2DC114D-68E1-4812-8085-F3E23D345F11}"/>
              </a:ext>
            </a:extLst>
          </p:cNvPr>
          <p:cNvSpPr>
            <a:spLocks xmlns:a="http://schemas.openxmlformats.org/drawingml/2006/main" noGrp="1"/>
          </p:cNvSpPr>
          <p:nvPr/>
        </p:nvSpPr>
        <p:spPr>
          <a:xfrm xmlns:a="http://schemas.openxmlformats.org/drawingml/2006/main">
            <a:off x="533400" y="3476625"/>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4221A"/>
                </a:solidFill>
                <a:latin typeface="Inter"/>
                <a:ea typeface="Inter"/>
                <a:cs typeface="Inter"/>
              </a:defRPr>
            </a:defPPr>
            <a:lvl1pPr>
              <a:defRPr sz="2025" b="1">
                <a:solidFill>
                  <a:srgbClr val="14221A"/>
                </a:solidFill>
                <a:latin typeface="Inter"/>
                <a:ea typeface="Inter"/>
                <a:cs typeface="Inter"/>
              </a:defRPr>
            </a:lvl1pPr>
            <a:lvl2pPr>
              <a:defRPr sz="2025" b="1">
                <a:solidFill>
                  <a:srgbClr val="14221A"/>
                </a:solidFill>
                <a:latin typeface="Inter"/>
                <a:ea typeface="Inter"/>
                <a:cs typeface="Inter"/>
              </a:defRPr>
            </a:lvl2pPr>
            <a:lvl3pPr>
              <a:defRPr sz="2025" b="1">
                <a:solidFill>
                  <a:srgbClr val="14221A"/>
                </a:solidFill>
                <a:latin typeface="Inter"/>
                <a:ea typeface="Inter"/>
                <a:cs typeface="Inter"/>
              </a:defRPr>
            </a:lvl3pPr>
            <a:lvl4pPr>
              <a:defRPr sz="2025" b="1">
                <a:solidFill>
                  <a:srgbClr val="14221A"/>
                </a:solidFill>
                <a:latin typeface="Inter"/>
                <a:ea typeface="Inter"/>
                <a:cs typeface="Inter"/>
              </a:defRPr>
            </a:lvl4pPr>
            <a:lvl5pPr>
              <a:defRPr sz="2025" b="1">
                <a:solidFill>
                  <a:srgbClr val="14221A"/>
                </a:solidFill>
                <a:latin typeface="Inter"/>
                <a:ea typeface="Inter"/>
                <a:cs typeface="Inter"/>
              </a:defRPr>
            </a:lvl5pPr>
            <a:lvl6pPr>
              <a:defRPr sz="2025" b="1">
                <a:solidFill>
                  <a:srgbClr val="14221A"/>
                </a:solidFill>
                <a:latin typeface="Inter"/>
                <a:ea typeface="Inter"/>
                <a:cs typeface="Inter"/>
              </a:defRPr>
            </a:lvl6pPr>
            <a:lvl7pPr>
              <a:defRPr sz="2025" b="1">
                <a:solidFill>
                  <a:srgbClr val="14221A"/>
                </a:solidFill>
                <a:latin typeface="Inter"/>
                <a:ea typeface="Inter"/>
                <a:cs typeface="Inter"/>
              </a:defRPr>
            </a:lvl7pPr>
            <a:lvl8pPr>
              <a:defRPr sz="2025" b="1">
                <a:solidFill>
                  <a:srgbClr val="14221A"/>
                </a:solidFill>
                <a:latin typeface="Inter"/>
                <a:ea typeface="Inter"/>
                <a:cs typeface="Inter"/>
              </a:defRPr>
            </a:lvl8pPr>
            <a:lvl9pPr>
              <a:defRPr sz="2025" b="1">
                <a:solidFill>
                  <a:srgbClr val="14221A"/>
                </a:solidFill>
                <a:latin typeface="Inter"/>
                <a:ea typeface="Inter"/>
                <a:cs typeface="Inter"/>
              </a:defRPr>
            </a:lvl9pPr>
          </a:lstStyle>
          <a:p xmlns:a="http://schemas.openxmlformats.org/drawingml/2006/main">
            <a:pPr>
              <a:defRPr sz="2025" b="1">
                <a:solidFill>
                  <a:srgbClr val="14221A"/>
                </a:solidFill>
                <a:latin typeface="Inter"/>
                <a:ea typeface="Inter"/>
                <a:cs typeface="Inter"/>
              </a:defRPr>
            </a:pPr>
            <a:r>
              <a:rPr sz="2025" b="1">
                <a:solidFill>
                  <a:srgbClr val="14221A"/>
                </a:solidFill>
                <a:latin typeface="Inter"/>
                <a:ea typeface="Inter"/>
                <a:cs typeface="Inter"/>
              </a:rPr>
              <a:t>Adapter contract used by the worker</a:t>
            </a:r>
          </a:p>
        </p:txBody>
      </p:sp>
      <p:sp>
        <p:nvSpPr>
          <p:cNvPr id="9" name="text-47">
            <a:extLst xmlns:a="http://schemas.openxmlformats.org/drawingml/2006/main">
              <a:ext uri="{FF2B5EF4-FFF2-40B4-BE49-F238E27FC236}">
                <a16:creationId xmlns:a16="http://schemas.microsoft.com/office/drawing/2014/main" id="{E4EB3255-A254-4CE8-AB13-D0F22E6A8CED}"/>
              </a:ext>
            </a:extLst>
          </p:cNvPr>
          <p:cNvSpPr>
            <a:spLocks xmlns:a="http://schemas.openxmlformats.org/drawingml/2006/main" noGrp="1"/>
          </p:cNvSpPr>
          <p:nvPr/>
        </p:nvSpPr>
        <p:spPr>
          <a:xfrm xmlns:a="http://schemas.openxmlformats.org/drawingml/2006/main">
            <a:off x="533400" y="39909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B5E20"/>
                </a:solidFill>
                <a:latin typeface="Inter"/>
                <a:ea typeface="Inter"/>
                <a:cs typeface="Inter"/>
              </a:defRPr>
            </a:defPPr>
            <a:lvl1pPr>
              <a:defRPr sz="2025" b="0">
                <a:solidFill>
                  <a:srgbClr val="1B5E20"/>
                </a:solidFill>
                <a:latin typeface="Inter"/>
                <a:ea typeface="Inter"/>
                <a:cs typeface="Inter"/>
              </a:defRPr>
            </a:lvl1pPr>
            <a:lvl2pPr>
              <a:defRPr sz="2025" b="0">
                <a:solidFill>
                  <a:srgbClr val="1B5E20"/>
                </a:solidFill>
                <a:latin typeface="Inter"/>
                <a:ea typeface="Inter"/>
                <a:cs typeface="Inter"/>
              </a:defRPr>
            </a:lvl2pPr>
            <a:lvl3pPr>
              <a:defRPr sz="2025" b="0">
                <a:solidFill>
                  <a:srgbClr val="1B5E20"/>
                </a:solidFill>
                <a:latin typeface="Inter"/>
                <a:ea typeface="Inter"/>
                <a:cs typeface="Inter"/>
              </a:defRPr>
            </a:lvl3pPr>
            <a:lvl4pPr>
              <a:defRPr sz="2025" b="0">
                <a:solidFill>
                  <a:srgbClr val="1B5E20"/>
                </a:solidFill>
                <a:latin typeface="Inter"/>
                <a:ea typeface="Inter"/>
                <a:cs typeface="Inter"/>
              </a:defRPr>
            </a:lvl4pPr>
            <a:lvl5pPr>
              <a:defRPr sz="2025" b="0">
                <a:solidFill>
                  <a:srgbClr val="1B5E20"/>
                </a:solidFill>
                <a:latin typeface="Inter"/>
                <a:ea typeface="Inter"/>
                <a:cs typeface="Inter"/>
              </a:defRPr>
            </a:lvl5pPr>
            <a:lvl6pPr>
              <a:defRPr sz="2025" b="0">
                <a:solidFill>
                  <a:srgbClr val="1B5E20"/>
                </a:solidFill>
                <a:latin typeface="Inter"/>
                <a:ea typeface="Inter"/>
                <a:cs typeface="Inter"/>
              </a:defRPr>
            </a:lvl6pPr>
            <a:lvl7pPr>
              <a:defRPr sz="2025" b="0">
                <a:solidFill>
                  <a:srgbClr val="1B5E20"/>
                </a:solidFill>
                <a:latin typeface="Inter"/>
                <a:ea typeface="Inter"/>
                <a:cs typeface="Inter"/>
              </a:defRPr>
            </a:lvl7pPr>
            <a:lvl8pPr>
              <a:defRPr sz="2025" b="0">
                <a:solidFill>
                  <a:srgbClr val="1B5E20"/>
                </a:solidFill>
                <a:latin typeface="Inter"/>
                <a:ea typeface="Inter"/>
                <a:cs typeface="Inter"/>
              </a:defRPr>
            </a:lvl8pPr>
            <a:lvl9pPr>
              <a:defRPr sz="2025" b="0">
                <a:solidFill>
                  <a:srgbClr val="1B5E20"/>
                </a:solidFill>
                <a:latin typeface="Inter"/>
                <a:ea typeface="Inter"/>
                <a:cs typeface="Inter"/>
              </a:defRPr>
            </a:lvl9pPr>
          </a:lstStyle>
          <a:p xmlns:a="http://schemas.openxmlformats.org/drawingml/2006/main">
            <a:pPr>
              <a:defRPr sz="2025" b="0">
                <a:solidFill>
                  <a:srgbClr val="1B5E20"/>
                </a:solidFill>
                <a:latin typeface="Inter"/>
                <a:ea typeface="Inter"/>
                <a:cs typeface="Inter"/>
              </a:defRPr>
            </a:pPr>
            <a:r>
              <a:rPr sz="2025" b="0">
                <a:solidFill>
                  <a:srgbClr val="1B5E20"/>
                </a:solidFill>
                <a:latin typeface="Inter"/>
                <a:ea typeface="Inter"/>
                <a:cs typeface="Inter"/>
              </a:rPr>
              <a:t>health()</a:t>
            </a:r>
          </a:p>
          <a:p xmlns:a="http://schemas.openxmlformats.org/drawingml/2006/main">
            <a:pPr>
              <a:defRPr sz="2025" b="0">
                <a:solidFill>
                  <a:srgbClr val="1B5E20"/>
                </a:solidFill>
                <a:latin typeface="Inter"/>
                <a:ea typeface="Inter"/>
                <a:cs typeface="Inter"/>
              </a:defRPr>
            </a:pPr>
            <a:r>
              <a:rPr sz="2025" b="0">
                <a:solidFill>
                  <a:srgbClr val="1B5E20"/>
                </a:solidFill>
                <a:latin typeface="Inter"/>
                <a:ea typeface="Inter"/>
                <a:cs typeface="Inter"/>
              </a:rPr>
              <a:t>run({ name, prompt, signal, progress })</a:t>
            </a:r>
          </a:p>
          <a:p xmlns:a="http://schemas.openxmlformats.org/drawingml/2006/main">
            <a:pPr>
              <a:defRPr sz="2025" b="0">
                <a:solidFill>
                  <a:srgbClr val="1B5E20"/>
                </a:solidFill>
                <a:latin typeface="Inter"/>
                <a:ea typeface="Inter"/>
                <a:cs typeface="Inter"/>
              </a:defRPr>
            </a:pPr>
            <a:r>
              <a:rPr sz="2025" b="0">
                <a:solidFill>
                  <a:srgbClr val="1B5E20"/>
                </a:solidFill>
                <a:latin typeface="Inter"/>
                <a:ea typeface="Inter"/>
                <a:cs typeface="Inter"/>
              </a:rPr>
              <a:t>Return a schema-valid AgentResponse</a:t>
            </a:r>
          </a:p>
        </p:txBody>
      </p:sp>
      <p:sp>
        <p:nvSpPr>
          <p:cNvPr id="10" name="node-48">
            <a:extLst xmlns:a="http://schemas.openxmlformats.org/drawingml/2006/main">
              <a:ext uri="{FF2B5EF4-FFF2-40B4-BE49-F238E27FC236}">
                <a16:creationId xmlns:a16="http://schemas.microsoft.com/office/drawing/2014/main" id="{A6E83799-DEFB-42DA-A056-DBF1162C154D}"/>
              </a:ext>
            </a:extLst>
          </p:cNvPr>
          <p:cNvSpPr>
            <a:spLocks xmlns:a="http://schemas.openxmlformats.org/drawingml/2006/main" noGrp="1"/>
          </p:cNvSpPr>
          <p:nvPr/>
        </p:nvSpPr>
        <p:spPr>
          <a:xfrm xmlns:a="http://schemas.openxmlformats.org/drawingml/2006/main">
            <a:off x="533400" y="5172075"/>
            <a:ext cx="11125200" cy="9525"/>
          </a:xfrm>
          <a:prstGeom xmlns:a="http://schemas.openxmlformats.org/drawingml/2006/main" prst="rect">
            <a:avLst/>
          </a:prstGeom>
          <a:solidFill xmlns:a="http://schemas.openxmlformats.org/drawingml/2006/main">
            <a:srgbClr val="DAE2D8"/>
          </a:solidFill>
          <a:ln xmlns:a="http://schemas.openxmlformats.org/drawingml/2006/main" w="0">
            <a:noFill/>
          </a:ln>
        </p:spPr>
      </p:sp>
      <p:sp>
        <p:nvSpPr>
          <p:cNvPr id="11" name="text-49">
            <a:extLst xmlns:a="http://schemas.openxmlformats.org/drawingml/2006/main">
              <a:ext uri="{FF2B5EF4-FFF2-40B4-BE49-F238E27FC236}">
                <a16:creationId xmlns:a16="http://schemas.microsoft.com/office/drawing/2014/main" id="{48C4917F-E100-47BC-8709-5BABC4B9AA8B}"/>
              </a:ext>
            </a:extLst>
          </p:cNvPr>
          <p:cNvSpPr>
            <a:spLocks xmlns:a="http://schemas.openxmlformats.org/drawingml/2006/main" noGrp="1"/>
          </p:cNvSpPr>
          <p:nvPr/>
        </p:nvSpPr>
        <p:spPr>
          <a:xfrm xmlns:a="http://schemas.openxmlformats.org/drawingml/2006/main">
            <a:off x="533400" y="5419725"/>
            <a:ext cx="3257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1">
                <a:solidFill>
                  <a:srgbClr val="14221A"/>
                </a:solidFill>
                <a:latin typeface="Inter"/>
                <a:ea typeface="Inter"/>
                <a:cs typeface="Inter"/>
              </a:defRPr>
            </a:defPPr>
            <a:lvl1pPr>
              <a:defRPr sz="1950" b="1">
                <a:solidFill>
                  <a:srgbClr val="14221A"/>
                </a:solidFill>
                <a:latin typeface="Inter"/>
                <a:ea typeface="Inter"/>
                <a:cs typeface="Inter"/>
              </a:defRPr>
            </a:lvl1pPr>
            <a:lvl2pPr>
              <a:defRPr sz="1950" b="1">
                <a:solidFill>
                  <a:srgbClr val="14221A"/>
                </a:solidFill>
                <a:latin typeface="Inter"/>
                <a:ea typeface="Inter"/>
                <a:cs typeface="Inter"/>
              </a:defRPr>
            </a:lvl2pPr>
            <a:lvl3pPr>
              <a:defRPr sz="1950" b="1">
                <a:solidFill>
                  <a:srgbClr val="14221A"/>
                </a:solidFill>
                <a:latin typeface="Inter"/>
                <a:ea typeface="Inter"/>
                <a:cs typeface="Inter"/>
              </a:defRPr>
            </a:lvl3pPr>
            <a:lvl4pPr>
              <a:defRPr sz="1950" b="1">
                <a:solidFill>
                  <a:srgbClr val="14221A"/>
                </a:solidFill>
                <a:latin typeface="Inter"/>
                <a:ea typeface="Inter"/>
                <a:cs typeface="Inter"/>
              </a:defRPr>
            </a:lvl4pPr>
            <a:lvl5pPr>
              <a:defRPr sz="1950" b="1">
                <a:solidFill>
                  <a:srgbClr val="14221A"/>
                </a:solidFill>
                <a:latin typeface="Inter"/>
                <a:ea typeface="Inter"/>
                <a:cs typeface="Inter"/>
              </a:defRPr>
            </a:lvl5pPr>
            <a:lvl6pPr>
              <a:defRPr sz="1950" b="1">
                <a:solidFill>
                  <a:srgbClr val="14221A"/>
                </a:solidFill>
                <a:latin typeface="Inter"/>
                <a:ea typeface="Inter"/>
                <a:cs typeface="Inter"/>
              </a:defRPr>
            </a:lvl6pPr>
            <a:lvl7pPr>
              <a:defRPr sz="1950" b="1">
                <a:solidFill>
                  <a:srgbClr val="14221A"/>
                </a:solidFill>
                <a:latin typeface="Inter"/>
                <a:ea typeface="Inter"/>
                <a:cs typeface="Inter"/>
              </a:defRPr>
            </a:lvl7pPr>
            <a:lvl8pPr>
              <a:defRPr sz="1950" b="1">
                <a:solidFill>
                  <a:srgbClr val="14221A"/>
                </a:solidFill>
                <a:latin typeface="Inter"/>
                <a:ea typeface="Inter"/>
                <a:cs typeface="Inter"/>
              </a:defRPr>
            </a:lvl8pPr>
            <a:lvl9pPr>
              <a:defRPr sz="1950" b="1">
                <a:solidFill>
                  <a:srgbClr val="14221A"/>
                </a:solidFill>
                <a:latin typeface="Inter"/>
                <a:ea typeface="Inter"/>
                <a:cs typeface="Inter"/>
              </a:defRPr>
            </a:lvl9pPr>
          </a:lstStyle>
          <a:p xmlns:a="http://schemas.openxmlformats.org/drawingml/2006/main">
            <a:pPr>
              <a:defRPr sz="1950" b="1">
                <a:solidFill>
                  <a:srgbClr val="14221A"/>
                </a:solidFill>
                <a:latin typeface="Inter"/>
                <a:ea typeface="Inter"/>
                <a:cs typeface="Inter"/>
              </a:defRPr>
            </a:pPr>
            <a:r>
              <a:rPr sz="1950" b="1">
                <a:solidFill>
                  <a:srgbClr val="14221A"/>
                </a:solidFill>
                <a:latin typeface="Inter"/>
                <a:ea typeface="Inter"/>
                <a:cs typeface="Inter"/>
              </a:rPr>
              <a:t>OpenShell</a:t>
            </a:r>
          </a:p>
        </p:txBody>
      </p:sp>
      <p:sp>
        <p:nvSpPr>
          <p:cNvPr id="12" name="text-50">
            <a:extLst xmlns:a="http://schemas.openxmlformats.org/drawingml/2006/main">
              <a:ext uri="{FF2B5EF4-FFF2-40B4-BE49-F238E27FC236}">
                <a16:creationId xmlns:a16="http://schemas.microsoft.com/office/drawing/2014/main" id="{ABB624AB-5896-4B88-9E84-338DA1A12EFB}"/>
              </a:ext>
            </a:extLst>
          </p:cNvPr>
          <p:cNvSpPr>
            <a:spLocks xmlns:a="http://schemas.openxmlformats.org/drawingml/2006/main" noGrp="1"/>
          </p:cNvSpPr>
          <p:nvPr/>
        </p:nvSpPr>
        <p:spPr>
          <a:xfrm xmlns:a="http://schemas.openxmlformats.org/drawingml/2006/main">
            <a:off x="533400" y="5800725"/>
            <a:ext cx="32575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657167"/>
                </a:solidFill>
                <a:latin typeface="Inter"/>
                <a:ea typeface="Inter"/>
                <a:cs typeface="Inter"/>
              </a:defRPr>
            </a:defPPr>
            <a:lvl1pPr>
              <a:defRPr sz="1725" b="0">
                <a:solidFill>
                  <a:srgbClr val="657167"/>
                </a:solidFill>
                <a:latin typeface="Inter"/>
                <a:ea typeface="Inter"/>
                <a:cs typeface="Inter"/>
              </a:defRPr>
            </a:lvl1pPr>
            <a:lvl2pPr>
              <a:defRPr sz="1725" b="0">
                <a:solidFill>
                  <a:srgbClr val="657167"/>
                </a:solidFill>
                <a:latin typeface="Inter"/>
                <a:ea typeface="Inter"/>
                <a:cs typeface="Inter"/>
              </a:defRPr>
            </a:lvl2pPr>
            <a:lvl3pPr>
              <a:defRPr sz="1725" b="0">
                <a:solidFill>
                  <a:srgbClr val="657167"/>
                </a:solidFill>
                <a:latin typeface="Inter"/>
                <a:ea typeface="Inter"/>
                <a:cs typeface="Inter"/>
              </a:defRPr>
            </a:lvl3pPr>
            <a:lvl4pPr>
              <a:defRPr sz="1725" b="0">
                <a:solidFill>
                  <a:srgbClr val="657167"/>
                </a:solidFill>
                <a:latin typeface="Inter"/>
                <a:ea typeface="Inter"/>
                <a:cs typeface="Inter"/>
              </a:defRPr>
            </a:lvl4pPr>
            <a:lvl5pPr>
              <a:defRPr sz="1725" b="0">
                <a:solidFill>
                  <a:srgbClr val="657167"/>
                </a:solidFill>
                <a:latin typeface="Inter"/>
                <a:ea typeface="Inter"/>
                <a:cs typeface="Inter"/>
              </a:defRPr>
            </a:lvl5pPr>
            <a:lvl6pPr>
              <a:defRPr sz="1725" b="0">
                <a:solidFill>
                  <a:srgbClr val="657167"/>
                </a:solidFill>
                <a:latin typeface="Inter"/>
                <a:ea typeface="Inter"/>
                <a:cs typeface="Inter"/>
              </a:defRPr>
            </a:lvl6pPr>
            <a:lvl7pPr>
              <a:defRPr sz="1725" b="0">
                <a:solidFill>
                  <a:srgbClr val="657167"/>
                </a:solidFill>
                <a:latin typeface="Inter"/>
                <a:ea typeface="Inter"/>
                <a:cs typeface="Inter"/>
              </a:defRPr>
            </a:lvl7pPr>
            <a:lvl8pPr>
              <a:defRPr sz="1725" b="0">
                <a:solidFill>
                  <a:srgbClr val="657167"/>
                </a:solidFill>
                <a:latin typeface="Inter"/>
                <a:ea typeface="Inter"/>
                <a:cs typeface="Inter"/>
              </a:defRPr>
            </a:lvl8pPr>
            <a:lvl9pPr>
              <a:defRPr sz="1725" b="0">
                <a:solidFill>
                  <a:srgbClr val="657167"/>
                </a:solidFill>
                <a:latin typeface="Inter"/>
                <a:ea typeface="Inter"/>
                <a:cs typeface="Inter"/>
              </a:defRPr>
            </a:lvl9pPr>
          </a:lstStyle>
          <a:p xmlns:a="http://schemas.openxmlformats.org/drawingml/2006/main">
            <a:pPr>
              <a:defRPr sz="1725" b="0">
                <a:solidFill>
                  <a:srgbClr val="657167"/>
                </a:solidFill>
                <a:latin typeface="Inter"/>
                <a:ea typeface="Inter"/>
                <a:cs typeface="Inter"/>
              </a:defRPr>
            </a:pPr>
            <a:r>
              <a:rPr sz="1725" b="0">
                <a:solidFill>
                  <a:srgbClr val="657167"/>
                </a:solidFill>
                <a:latin typeface="Inter"/>
                <a:ea typeface="Inter"/>
                <a:cs typeface="Inter"/>
              </a:rPr>
              <a:t>Codex CLI adapter</a:t>
            </a:r>
          </a:p>
          <a:p xmlns:a="http://schemas.openxmlformats.org/drawingml/2006/main">
            <a:pPr>
              <a:defRPr sz="1725" b="0">
                <a:solidFill>
                  <a:srgbClr val="657167"/>
                </a:solidFill>
                <a:latin typeface="Inter"/>
                <a:ea typeface="Inter"/>
                <a:cs typeface="Inter"/>
              </a:defRPr>
            </a:pPr>
            <a:r>
              <a:rPr sz="1725" b="0">
                <a:solidFill>
                  <a:srgbClr val="657167"/>
                </a:solidFill>
                <a:latin typeface="Inter"/>
                <a:ea typeface="Inter"/>
                <a:cs typeface="Inter"/>
              </a:rPr>
              <a:t>Verified end to end</a:t>
            </a:r>
          </a:p>
        </p:txBody>
      </p:sp>
      <p:sp>
        <p:nvSpPr>
          <p:cNvPr id="13" name="text-51">
            <a:extLst xmlns:a="http://schemas.openxmlformats.org/drawingml/2006/main">
              <a:ext uri="{FF2B5EF4-FFF2-40B4-BE49-F238E27FC236}">
                <a16:creationId xmlns:a16="http://schemas.microsoft.com/office/drawing/2014/main" id="{721160EC-1CFB-453B-9A4A-FCCE79CA50D8}"/>
              </a:ext>
            </a:extLst>
          </p:cNvPr>
          <p:cNvSpPr>
            <a:spLocks xmlns:a="http://schemas.openxmlformats.org/drawingml/2006/main" noGrp="1"/>
          </p:cNvSpPr>
          <p:nvPr/>
        </p:nvSpPr>
        <p:spPr>
          <a:xfrm xmlns:a="http://schemas.openxmlformats.org/drawingml/2006/main">
            <a:off x="4343400" y="5419725"/>
            <a:ext cx="3257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1">
                <a:solidFill>
                  <a:srgbClr val="14221A"/>
                </a:solidFill>
                <a:latin typeface="Inter"/>
                <a:ea typeface="Inter"/>
                <a:cs typeface="Inter"/>
              </a:defRPr>
            </a:defPPr>
            <a:lvl1pPr>
              <a:defRPr sz="1950" b="1">
                <a:solidFill>
                  <a:srgbClr val="14221A"/>
                </a:solidFill>
                <a:latin typeface="Inter"/>
                <a:ea typeface="Inter"/>
                <a:cs typeface="Inter"/>
              </a:defRPr>
            </a:lvl1pPr>
            <a:lvl2pPr>
              <a:defRPr sz="1950" b="1">
                <a:solidFill>
                  <a:srgbClr val="14221A"/>
                </a:solidFill>
                <a:latin typeface="Inter"/>
                <a:ea typeface="Inter"/>
                <a:cs typeface="Inter"/>
              </a:defRPr>
            </a:lvl2pPr>
            <a:lvl3pPr>
              <a:defRPr sz="1950" b="1">
                <a:solidFill>
                  <a:srgbClr val="14221A"/>
                </a:solidFill>
                <a:latin typeface="Inter"/>
                <a:ea typeface="Inter"/>
                <a:cs typeface="Inter"/>
              </a:defRPr>
            </a:lvl3pPr>
            <a:lvl4pPr>
              <a:defRPr sz="1950" b="1">
                <a:solidFill>
                  <a:srgbClr val="14221A"/>
                </a:solidFill>
                <a:latin typeface="Inter"/>
                <a:ea typeface="Inter"/>
                <a:cs typeface="Inter"/>
              </a:defRPr>
            </a:lvl4pPr>
            <a:lvl5pPr>
              <a:defRPr sz="1950" b="1">
                <a:solidFill>
                  <a:srgbClr val="14221A"/>
                </a:solidFill>
                <a:latin typeface="Inter"/>
                <a:ea typeface="Inter"/>
                <a:cs typeface="Inter"/>
              </a:defRPr>
            </a:lvl5pPr>
            <a:lvl6pPr>
              <a:defRPr sz="1950" b="1">
                <a:solidFill>
                  <a:srgbClr val="14221A"/>
                </a:solidFill>
                <a:latin typeface="Inter"/>
                <a:ea typeface="Inter"/>
                <a:cs typeface="Inter"/>
              </a:defRPr>
            </a:lvl6pPr>
            <a:lvl7pPr>
              <a:defRPr sz="1950" b="1">
                <a:solidFill>
                  <a:srgbClr val="14221A"/>
                </a:solidFill>
                <a:latin typeface="Inter"/>
                <a:ea typeface="Inter"/>
                <a:cs typeface="Inter"/>
              </a:defRPr>
            </a:lvl7pPr>
            <a:lvl8pPr>
              <a:defRPr sz="1950" b="1">
                <a:solidFill>
                  <a:srgbClr val="14221A"/>
                </a:solidFill>
                <a:latin typeface="Inter"/>
                <a:ea typeface="Inter"/>
                <a:cs typeface="Inter"/>
              </a:defRPr>
            </a:lvl8pPr>
            <a:lvl9pPr>
              <a:defRPr sz="1950" b="1">
                <a:solidFill>
                  <a:srgbClr val="14221A"/>
                </a:solidFill>
                <a:latin typeface="Inter"/>
                <a:ea typeface="Inter"/>
                <a:cs typeface="Inter"/>
              </a:defRPr>
            </a:lvl9pPr>
          </a:lstStyle>
          <a:p xmlns:a="http://schemas.openxmlformats.org/drawingml/2006/main">
            <a:pPr>
              <a:defRPr sz="1950" b="1">
                <a:solidFill>
                  <a:srgbClr val="14221A"/>
                </a:solidFill>
                <a:latin typeface="Inter"/>
                <a:ea typeface="Inter"/>
                <a:cs typeface="Inter"/>
              </a:defRPr>
            </a:pPr>
            <a:r>
              <a:rPr sz="1950" b="1">
                <a:solidFill>
                  <a:srgbClr val="14221A"/>
                </a:solidFill>
                <a:latin typeface="Inter"/>
                <a:ea typeface="Inter"/>
                <a:cs typeface="Inter"/>
              </a:rPr>
              <a:t>Nightshift</a:t>
            </a:r>
          </a:p>
        </p:txBody>
      </p:sp>
      <p:sp>
        <p:nvSpPr>
          <p:cNvPr id="14" name="text-52">
            <a:extLst xmlns:a="http://schemas.openxmlformats.org/drawingml/2006/main">
              <a:ext uri="{FF2B5EF4-FFF2-40B4-BE49-F238E27FC236}">
                <a16:creationId xmlns:a16="http://schemas.microsoft.com/office/drawing/2014/main" id="{92BCB95C-594E-4FC7-A435-878C3242F257}"/>
              </a:ext>
            </a:extLst>
          </p:cNvPr>
          <p:cNvSpPr>
            <a:spLocks xmlns:a="http://schemas.openxmlformats.org/drawingml/2006/main" noGrp="1"/>
          </p:cNvSpPr>
          <p:nvPr/>
        </p:nvSpPr>
        <p:spPr>
          <a:xfrm xmlns:a="http://schemas.openxmlformats.org/drawingml/2006/main">
            <a:off x="4343400" y="5800725"/>
            <a:ext cx="32575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657167"/>
                </a:solidFill>
                <a:latin typeface="Inter"/>
                <a:ea typeface="Inter"/>
                <a:cs typeface="Inter"/>
              </a:defRPr>
            </a:defPPr>
            <a:lvl1pPr>
              <a:defRPr sz="1725" b="0">
                <a:solidFill>
                  <a:srgbClr val="657167"/>
                </a:solidFill>
                <a:latin typeface="Inter"/>
                <a:ea typeface="Inter"/>
                <a:cs typeface="Inter"/>
              </a:defRPr>
            </a:lvl1pPr>
            <a:lvl2pPr>
              <a:defRPr sz="1725" b="0">
                <a:solidFill>
                  <a:srgbClr val="657167"/>
                </a:solidFill>
                <a:latin typeface="Inter"/>
                <a:ea typeface="Inter"/>
                <a:cs typeface="Inter"/>
              </a:defRPr>
            </a:lvl2pPr>
            <a:lvl3pPr>
              <a:defRPr sz="1725" b="0">
                <a:solidFill>
                  <a:srgbClr val="657167"/>
                </a:solidFill>
                <a:latin typeface="Inter"/>
                <a:ea typeface="Inter"/>
                <a:cs typeface="Inter"/>
              </a:defRPr>
            </a:lvl3pPr>
            <a:lvl4pPr>
              <a:defRPr sz="1725" b="0">
                <a:solidFill>
                  <a:srgbClr val="657167"/>
                </a:solidFill>
                <a:latin typeface="Inter"/>
                <a:ea typeface="Inter"/>
                <a:cs typeface="Inter"/>
              </a:defRPr>
            </a:lvl4pPr>
            <a:lvl5pPr>
              <a:defRPr sz="1725" b="0">
                <a:solidFill>
                  <a:srgbClr val="657167"/>
                </a:solidFill>
                <a:latin typeface="Inter"/>
                <a:ea typeface="Inter"/>
                <a:cs typeface="Inter"/>
              </a:defRPr>
            </a:lvl5pPr>
            <a:lvl6pPr>
              <a:defRPr sz="1725" b="0">
                <a:solidFill>
                  <a:srgbClr val="657167"/>
                </a:solidFill>
                <a:latin typeface="Inter"/>
                <a:ea typeface="Inter"/>
                <a:cs typeface="Inter"/>
              </a:defRPr>
            </a:lvl6pPr>
            <a:lvl7pPr>
              <a:defRPr sz="1725" b="0">
                <a:solidFill>
                  <a:srgbClr val="657167"/>
                </a:solidFill>
                <a:latin typeface="Inter"/>
                <a:ea typeface="Inter"/>
                <a:cs typeface="Inter"/>
              </a:defRPr>
            </a:lvl7pPr>
            <a:lvl8pPr>
              <a:defRPr sz="1725" b="0">
                <a:solidFill>
                  <a:srgbClr val="657167"/>
                </a:solidFill>
                <a:latin typeface="Inter"/>
                <a:ea typeface="Inter"/>
                <a:cs typeface="Inter"/>
              </a:defRPr>
            </a:lvl8pPr>
            <a:lvl9pPr>
              <a:defRPr sz="1725" b="0">
                <a:solidFill>
                  <a:srgbClr val="657167"/>
                </a:solidFill>
                <a:latin typeface="Inter"/>
                <a:ea typeface="Inter"/>
                <a:cs typeface="Inter"/>
              </a:defRPr>
            </a:lvl9pPr>
          </a:lstStyle>
          <a:p xmlns:a="http://schemas.openxmlformats.org/drawingml/2006/main">
            <a:pPr>
              <a:defRPr sz="1725" b="0">
                <a:solidFill>
                  <a:srgbClr val="657167"/>
                </a:solidFill>
                <a:latin typeface="Inter"/>
                <a:ea typeface="Inter"/>
                <a:cs typeface="Inter"/>
              </a:defRPr>
            </a:pPr>
            <a:r>
              <a:rPr sz="1725" b="0">
                <a:solidFill>
                  <a:srgbClr val="657167"/>
                </a:solidFill>
                <a:latin typeface="Inter"/>
                <a:ea typeface="Inter"/>
                <a:cs typeface="Inter"/>
              </a:rPr>
              <a:t>HTTP adapter implemented</a:t>
            </a:r>
          </a:p>
          <a:p xmlns:a="http://schemas.openxmlformats.org/drawingml/2006/main">
            <a:pPr>
              <a:defRPr sz="1725" b="0">
                <a:solidFill>
                  <a:srgbClr val="657167"/>
                </a:solidFill>
                <a:latin typeface="Inter"/>
                <a:ea typeface="Inter"/>
                <a:cs typeface="Inter"/>
              </a:defRPr>
            </a:pPr>
            <a:r>
              <a:rPr sz="1725" b="0">
                <a:solidFill>
                  <a:srgbClr val="657167"/>
                </a:solidFill>
                <a:latin typeface="Inter"/>
                <a:ea typeface="Inter"/>
                <a:cs typeface="Inter"/>
              </a:rPr>
              <a:t>Live acceptance pending</a:t>
            </a:r>
          </a:p>
        </p:txBody>
      </p:sp>
      <p:sp>
        <p:nvSpPr>
          <p:cNvPr id="15" name="text-53">
            <a:extLst xmlns:a="http://schemas.openxmlformats.org/drawingml/2006/main">
              <a:ext uri="{FF2B5EF4-FFF2-40B4-BE49-F238E27FC236}">
                <a16:creationId xmlns:a16="http://schemas.microsoft.com/office/drawing/2014/main" id="{FD90DBCB-BBA6-4B5E-9A3E-3B0A05828A0F}"/>
              </a:ext>
            </a:extLst>
          </p:cNvPr>
          <p:cNvSpPr>
            <a:spLocks xmlns:a="http://schemas.openxmlformats.org/drawingml/2006/main" noGrp="1"/>
          </p:cNvSpPr>
          <p:nvPr/>
        </p:nvSpPr>
        <p:spPr>
          <a:xfrm xmlns:a="http://schemas.openxmlformats.org/drawingml/2006/main">
            <a:off x="8153400" y="541972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1">
                <a:solidFill>
                  <a:srgbClr val="14221A"/>
                </a:solidFill>
                <a:latin typeface="Inter"/>
                <a:ea typeface="Inter"/>
                <a:cs typeface="Inter"/>
              </a:defRPr>
            </a:defPPr>
            <a:lvl1pPr>
              <a:defRPr sz="1950" b="1">
                <a:solidFill>
                  <a:srgbClr val="14221A"/>
                </a:solidFill>
                <a:latin typeface="Inter"/>
                <a:ea typeface="Inter"/>
                <a:cs typeface="Inter"/>
              </a:defRPr>
            </a:lvl1pPr>
            <a:lvl2pPr>
              <a:defRPr sz="1950" b="1">
                <a:solidFill>
                  <a:srgbClr val="14221A"/>
                </a:solidFill>
                <a:latin typeface="Inter"/>
                <a:ea typeface="Inter"/>
                <a:cs typeface="Inter"/>
              </a:defRPr>
            </a:lvl2pPr>
            <a:lvl3pPr>
              <a:defRPr sz="1950" b="1">
                <a:solidFill>
                  <a:srgbClr val="14221A"/>
                </a:solidFill>
                <a:latin typeface="Inter"/>
                <a:ea typeface="Inter"/>
                <a:cs typeface="Inter"/>
              </a:defRPr>
            </a:lvl3pPr>
            <a:lvl4pPr>
              <a:defRPr sz="1950" b="1">
                <a:solidFill>
                  <a:srgbClr val="14221A"/>
                </a:solidFill>
                <a:latin typeface="Inter"/>
                <a:ea typeface="Inter"/>
                <a:cs typeface="Inter"/>
              </a:defRPr>
            </a:lvl4pPr>
            <a:lvl5pPr>
              <a:defRPr sz="1950" b="1">
                <a:solidFill>
                  <a:srgbClr val="14221A"/>
                </a:solidFill>
                <a:latin typeface="Inter"/>
                <a:ea typeface="Inter"/>
                <a:cs typeface="Inter"/>
              </a:defRPr>
            </a:lvl5pPr>
            <a:lvl6pPr>
              <a:defRPr sz="1950" b="1">
                <a:solidFill>
                  <a:srgbClr val="14221A"/>
                </a:solidFill>
                <a:latin typeface="Inter"/>
                <a:ea typeface="Inter"/>
                <a:cs typeface="Inter"/>
              </a:defRPr>
            </a:lvl6pPr>
            <a:lvl7pPr>
              <a:defRPr sz="1950" b="1">
                <a:solidFill>
                  <a:srgbClr val="14221A"/>
                </a:solidFill>
                <a:latin typeface="Inter"/>
                <a:ea typeface="Inter"/>
                <a:cs typeface="Inter"/>
              </a:defRPr>
            </a:lvl7pPr>
            <a:lvl8pPr>
              <a:defRPr sz="1950" b="1">
                <a:solidFill>
                  <a:srgbClr val="14221A"/>
                </a:solidFill>
                <a:latin typeface="Inter"/>
                <a:ea typeface="Inter"/>
                <a:cs typeface="Inter"/>
              </a:defRPr>
            </a:lvl8pPr>
            <a:lvl9pPr>
              <a:defRPr sz="1950" b="1">
                <a:solidFill>
                  <a:srgbClr val="14221A"/>
                </a:solidFill>
                <a:latin typeface="Inter"/>
                <a:ea typeface="Inter"/>
                <a:cs typeface="Inter"/>
              </a:defRPr>
            </a:lvl9pPr>
          </a:lstStyle>
          <a:p xmlns:a="http://schemas.openxmlformats.org/drawingml/2006/main">
            <a:pPr>
              <a:defRPr sz="1950" b="1">
                <a:solidFill>
                  <a:srgbClr val="14221A"/>
                </a:solidFill>
                <a:latin typeface="Inter"/>
                <a:ea typeface="Inter"/>
                <a:cs typeface="Inter"/>
              </a:defRPr>
            </a:pPr>
            <a:r>
              <a:rPr sz="1950" b="1">
                <a:solidFill>
                  <a:srgbClr val="14221A"/>
                </a:solidFill>
                <a:latin typeface="Inter"/>
                <a:ea typeface="Inter"/>
                <a:cs typeface="Inter"/>
              </a:rPr>
              <a:t>Extension targets</a:t>
            </a:r>
          </a:p>
        </p:txBody>
      </p:sp>
      <p:sp>
        <p:nvSpPr>
          <p:cNvPr id="16" name="text-54">
            <a:extLst xmlns:a="http://schemas.openxmlformats.org/drawingml/2006/main">
              <a:ext uri="{FF2B5EF4-FFF2-40B4-BE49-F238E27FC236}">
                <a16:creationId xmlns:a16="http://schemas.microsoft.com/office/drawing/2014/main" id="{C8E23B63-917D-4C5D-9D57-41C5A8009D3E}"/>
              </a:ext>
            </a:extLst>
          </p:cNvPr>
          <p:cNvSpPr>
            <a:spLocks xmlns:a="http://schemas.openxmlformats.org/drawingml/2006/main" noGrp="1"/>
          </p:cNvSpPr>
          <p:nvPr/>
        </p:nvSpPr>
        <p:spPr>
          <a:xfrm xmlns:a="http://schemas.openxmlformats.org/drawingml/2006/main">
            <a:off x="8153400" y="5800725"/>
            <a:ext cx="35052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657167"/>
                </a:solidFill>
                <a:latin typeface="Inter"/>
                <a:ea typeface="Inter"/>
                <a:cs typeface="Inter"/>
              </a:defRPr>
            </a:defPPr>
            <a:lvl1pPr>
              <a:defRPr sz="1725" b="0">
                <a:solidFill>
                  <a:srgbClr val="657167"/>
                </a:solidFill>
                <a:latin typeface="Inter"/>
                <a:ea typeface="Inter"/>
                <a:cs typeface="Inter"/>
              </a:defRPr>
            </a:lvl1pPr>
            <a:lvl2pPr>
              <a:defRPr sz="1725" b="0">
                <a:solidFill>
                  <a:srgbClr val="657167"/>
                </a:solidFill>
                <a:latin typeface="Inter"/>
                <a:ea typeface="Inter"/>
                <a:cs typeface="Inter"/>
              </a:defRPr>
            </a:lvl2pPr>
            <a:lvl3pPr>
              <a:defRPr sz="1725" b="0">
                <a:solidFill>
                  <a:srgbClr val="657167"/>
                </a:solidFill>
                <a:latin typeface="Inter"/>
                <a:ea typeface="Inter"/>
                <a:cs typeface="Inter"/>
              </a:defRPr>
            </a:lvl3pPr>
            <a:lvl4pPr>
              <a:defRPr sz="1725" b="0">
                <a:solidFill>
                  <a:srgbClr val="657167"/>
                </a:solidFill>
                <a:latin typeface="Inter"/>
                <a:ea typeface="Inter"/>
                <a:cs typeface="Inter"/>
              </a:defRPr>
            </a:lvl4pPr>
            <a:lvl5pPr>
              <a:defRPr sz="1725" b="0">
                <a:solidFill>
                  <a:srgbClr val="657167"/>
                </a:solidFill>
                <a:latin typeface="Inter"/>
                <a:ea typeface="Inter"/>
                <a:cs typeface="Inter"/>
              </a:defRPr>
            </a:lvl5pPr>
            <a:lvl6pPr>
              <a:defRPr sz="1725" b="0">
                <a:solidFill>
                  <a:srgbClr val="657167"/>
                </a:solidFill>
                <a:latin typeface="Inter"/>
                <a:ea typeface="Inter"/>
                <a:cs typeface="Inter"/>
              </a:defRPr>
            </a:lvl6pPr>
            <a:lvl7pPr>
              <a:defRPr sz="1725" b="0">
                <a:solidFill>
                  <a:srgbClr val="657167"/>
                </a:solidFill>
                <a:latin typeface="Inter"/>
                <a:ea typeface="Inter"/>
                <a:cs typeface="Inter"/>
              </a:defRPr>
            </a:lvl7pPr>
            <a:lvl8pPr>
              <a:defRPr sz="1725" b="0">
                <a:solidFill>
                  <a:srgbClr val="657167"/>
                </a:solidFill>
                <a:latin typeface="Inter"/>
                <a:ea typeface="Inter"/>
                <a:cs typeface="Inter"/>
              </a:defRPr>
            </a:lvl8pPr>
            <a:lvl9pPr>
              <a:defRPr sz="1725" b="0">
                <a:solidFill>
                  <a:srgbClr val="657167"/>
                </a:solidFill>
                <a:latin typeface="Inter"/>
                <a:ea typeface="Inter"/>
                <a:cs typeface="Inter"/>
              </a:defRPr>
            </a:lvl9pPr>
          </a:lstStyle>
          <a:p xmlns:a="http://schemas.openxmlformats.org/drawingml/2006/main">
            <a:pPr>
              <a:defRPr sz="1725" b="0">
                <a:solidFill>
                  <a:srgbClr val="657167"/>
                </a:solidFill>
                <a:latin typeface="Inter"/>
                <a:ea typeface="Inter"/>
                <a:cs typeface="Inter"/>
              </a:defRPr>
            </a:pPr>
            <a:r>
              <a:rPr sz="1725" b="0">
                <a:solidFill>
                  <a:srgbClr val="657167"/>
                </a:solidFill>
                <a:latin typeface="Inter"/>
                <a:ea typeface="Inter"/>
                <a:cs typeface="Inter"/>
              </a:rPr>
              <a:t>OpenAI / Anthropic APIs</a:t>
            </a:r>
          </a:p>
          <a:p xmlns:a="http://schemas.openxmlformats.org/drawingml/2006/main">
            <a:pPr>
              <a:defRPr sz="1725" b="0">
                <a:solidFill>
                  <a:srgbClr val="657167"/>
                </a:solidFill>
                <a:latin typeface="Inter"/>
                <a:ea typeface="Inter"/>
                <a:cs typeface="Inter"/>
              </a:defRPr>
            </a:pPr>
            <a:r>
              <a:rPr sz="1725" b="0">
                <a:solidFill>
                  <a:srgbClr val="657167"/>
                </a:solidFill>
                <a:latin typeface="Inter"/>
                <a:ea typeface="Inter"/>
                <a:cs typeface="Inter"/>
              </a:rPr>
              <a:t>OpenRouter, Vercel, other CLIs</a:t>
            </a:r>
          </a:p>
        </p:txBody>
      </p:sp>
    </p:spTree>
    <p:extLst>
      <p:ext uri="{BB962C8B-B14F-4D97-AF65-F5344CB8AC3E}">
        <p14:creationId xmlns:p14="http://schemas.microsoft.com/office/powerpoint/2010/main" val="56813837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E24FE1B7-5321-49FA-9005-551DD807BFFB}"/>
              </a:ext>
            </a:extLst>
          </p:cNvPr>
          <p:cNvCxnSpPr>
            <a:stCxn xmlns:a="http://schemas.openxmlformats.org/drawingml/2006/main" id="14" idx="3"/>
            <a:endCxn xmlns:a="http://schemas.openxmlformats.org/drawingml/2006/main" id="17" idx="1"/>
          </p:cNvCxnSpPr>
          <p:nvPr/>
        </p:nvCxnSpPr>
        <p:spPr>
          <a:xfrm xmlns:a="http://schemas.openxmlformats.org/drawingml/2006/main">
            <a:off x="9372600" y="2767013"/>
            <a:ext cx="228600" cy="0"/>
          </a:xfrm>
          <a:prstGeom xmlns:a="http://schemas.openxmlformats.org/drawingml/2006/main" prst="straightConnector1">
            <a:avLst/>
          </a:prstGeom>
          <a:ln xmlns:a="http://schemas.openxmlformats.org/drawingml/2006/main" w="19050">
            <a:solidFill>
              <a:srgbClr val="1B5E20"/>
            </a:solidFill>
            <a:tailEnd type="triangle" w="med" len="med"/>
          </a:ln>
        </p:spPr>
      </p:cxnSp>
      <p:cxnSp>
        <p:nvCxnSpPr>
          <p:cNvPr id="22" name="">
            <a:extLst xmlns:a="http://schemas.openxmlformats.org/drawingml/2006/main">
              <a:ext uri="{FF2B5EF4-FFF2-40B4-BE49-F238E27FC236}">
                <a16:creationId xmlns:a16="http://schemas.microsoft.com/office/drawing/2014/main" id="{9AACC1CD-9CBF-463D-A967-42BBA44D3A67}"/>
              </a:ext>
            </a:extLst>
          </p:cNvPr>
          <p:cNvCxnSpPr>
            <a:stCxn xmlns:a="http://schemas.openxmlformats.org/drawingml/2006/main" id="11" idx="3"/>
            <a:endCxn xmlns:a="http://schemas.openxmlformats.org/drawingml/2006/main" id="14" idx="1"/>
          </p:cNvCxnSpPr>
          <p:nvPr/>
        </p:nvCxnSpPr>
        <p:spPr>
          <a:xfrm xmlns:a="http://schemas.openxmlformats.org/drawingml/2006/main">
            <a:off x="7105650" y="2767013"/>
            <a:ext cx="228600" cy="0"/>
          </a:xfrm>
          <a:prstGeom xmlns:a="http://schemas.openxmlformats.org/drawingml/2006/main" prst="straightConnector1">
            <a:avLst/>
          </a:prstGeom>
          <a:ln xmlns:a="http://schemas.openxmlformats.org/drawingml/2006/main" w="19050">
            <a:solidFill>
              <a:srgbClr val="1B5E20"/>
            </a:solidFill>
            <a:tailEnd type="triangle" w="med" len="med"/>
          </a:ln>
        </p:spPr>
      </p:cxnSp>
      <p:cxnSp>
        <p:nvCxnSpPr>
          <p:cNvPr id="21" name="">
            <a:extLst xmlns:a="http://schemas.openxmlformats.org/drawingml/2006/main">
              <a:ext uri="{FF2B5EF4-FFF2-40B4-BE49-F238E27FC236}">
                <a16:creationId xmlns:a16="http://schemas.microsoft.com/office/drawing/2014/main" id="{A8AB4116-209B-41BE-A76F-E18941B585C2}"/>
              </a:ext>
            </a:extLst>
          </p:cNvPr>
          <p:cNvCxnSpPr>
            <a:stCxn xmlns:a="http://schemas.openxmlformats.org/drawingml/2006/main" id="8" idx="3"/>
            <a:endCxn xmlns:a="http://schemas.openxmlformats.org/drawingml/2006/main" id="11" idx="1"/>
          </p:cNvCxnSpPr>
          <p:nvPr/>
        </p:nvCxnSpPr>
        <p:spPr>
          <a:xfrm xmlns:a="http://schemas.openxmlformats.org/drawingml/2006/main">
            <a:off x="4838700" y="2767013"/>
            <a:ext cx="228600" cy="0"/>
          </a:xfrm>
          <a:prstGeom xmlns:a="http://schemas.openxmlformats.org/drawingml/2006/main" prst="straightConnector1">
            <a:avLst/>
          </a:prstGeom>
          <a:ln xmlns:a="http://schemas.openxmlformats.org/drawingml/2006/main" w="19050">
            <a:solidFill>
              <a:srgbClr val="1B5E20"/>
            </a:solidFill>
            <a:tailEnd type="triangle" w="med" len="med"/>
          </a:ln>
        </p:spPr>
      </p:cxnSp>
      <p:cxnSp>
        <p:nvCxnSpPr>
          <p:cNvPr id="20" name="">
            <a:extLst xmlns:a="http://schemas.openxmlformats.org/drawingml/2006/main">
              <a:ext uri="{FF2B5EF4-FFF2-40B4-BE49-F238E27FC236}">
                <a16:creationId xmlns:a16="http://schemas.microsoft.com/office/drawing/2014/main" id="{76607BB8-00D3-4D28-B06A-6F968A3601BA}"/>
              </a:ext>
            </a:extLst>
          </p:cNvPr>
          <p:cNvCxnSpPr>
            <a:stCxn xmlns:a="http://schemas.openxmlformats.org/drawingml/2006/main" id="5" idx="3"/>
            <a:endCxn xmlns:a="http://schemas.openxmlformats.org/drawingml/2006/main" id="8" idx="1"/>
          </p:cNvCxnSpPr>
          <p:nvPr/>
        </p:nvCxnSpPr>
        <p:spPr>
          <a:xfrm xmlns:a="http://schemas.openxmlformats.org/drawingml/2006/main">
            <a:off x="2571750" y="2767013"/>
            <a:ext cx="228600" cy="0"/>
          </a:xfrm>
          <a:prstGeom xmlns:a="http://schemas.openxmlformats.org/drawingml/2006/main" prst="straightConnector1">
            <a:avLst/>
          </a:prstGeom>
          <a:ln xmlns:a="http://schemas.openxmlformats.org/drawingml/2006/main" w="19050">
            <a:solidFill>
              <a:srgbClr val="1B5E20"/>
            </a:solidFill>
            <a:tailEnd type="triangle" w="med" len="med"/>
          </a:ln>
        </p:spPr>
      </p:cxnSp>
      <p:sp>
        <p:nvSpPr>
          <p:cNvPr id="30" name="text-55">
            <a:extLst xmlns:a="http://schemas.openxmlformats.org/drawingml/2006/main">
              <a:ext uri="{FF2B5EF4-FFF2-40B4-BE49-F238E27FC236}">
                <a16:creationId xmlns:a16="http://schemas.microsoft.com/office/drawing/2014/main" id="{0699760E-D370-4BB9-B28F-379E12FA3EDB}"/>
              </a:ext>
            </a:extLst>
          </p:cNvPr>
          <p:cNvSpPr>
            <a:spLocks xmlns:a="http://schemas.openxmlformats.org/drawingml/2006/main" noGrp="1"/>
          </p:cNvSpPr>
          <p:nvPr/>
        </p:nvSpPr>
        <p:spPr>
          <a:xfrm xmlns:a="http://schemas.openxmlformats.org/drawingml/2006/main">
            <a:off x="533400" y="257175"/>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CELLORAS / ENGINEERING</a:t>
            </a:r>
          </a:p>
        </p:txBody>
      </p:sp>
      <p:sp>
        <p:nvSpPr>
          <p:cNvPr id="2" name="text-56">
            <a:extLst xmlns:a="http://schemas.openxmlformats.org/drawingml/2006/main">
              <a:ext uri="{FF2B5EF4-FFF2-40B4-BE49-F238E27FC236}">
                <a16:creationId xmlns:a16="http://schemas.microsoft.com/office/drawing/2014/main" id="{8F9A86EF-3F27-4CCC-9D87-05590DBEFAF4}"/>
              </a:ext>
            </a:extLst>
          </p:cNvPr>
          <p:cNvSpPr>
            <a:spLocks xmlns:a="http://schemas.openxmlformats.org/drawingml/2006/main" noGrp="1"/>
          </p:cNvSpPr>
          <p:nvPr/>
        </p:nvSpPr>
        <p:spPr>
          <a:xfrm xmlns:a="http://schemas.openxmlformats.org/drawingml/2006/main">
            <a:off x="533400" y="666750"/>
            <a:ext cx="11125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21A"/>
                </a:solidFill>
                <a:latin typeface="Inter"/>
                <a:ea typeface="Inter"/>
                <a:cs typeface="Inter"/>
              </a:defRPr>
            </a:defPPr>
            <a:lvl1pPr>
              <a:defRPr sz="3225" b="1">
                <a:solidFill>
                  <a:srgbClr val="14221A"/>
                </a:solidFill>
                <a:latin typeface="Inter"/>
                <a:ea typeface="Inter"/>
                <a:cs typeface="Inter"/>
              </a:defRPr>
            </a:lvl1pPr>
            <a:lvl2pPr>
              <a:defRPr sz="3225" b="1">
                <a:solidFill>
                  <a:srgbClr val="14221A"/>
                </a:solidFill>
                <a:latin typeface="Inter"/>
                <a:ea typeface="Inter"/>
                <a:cs typeface="Inter"/>
              </a:defRPr>
            </a:lvl2pPr>
            <a:lvl3pPr>
              <a:defRPr sz="3225" b="1">
                <a:solidFill>
                  <a:srgbClr val="14221A"/>
                </a:solidFill>
                <a:latin typeface="Inter"/>
                <a:ea typeface="Inter"/>
                <a:cs typeface="Inter"/>
              </a:defRPr>
            </a:lvl3pPr>
            <a:lvl4pPr>
              <a:defRPr sz="3225" b="1">
                <a:solidFill>
                  <a:srgbClr val="14221A"/>
                </a:solidFill>
                <a:latin typeface="Inter"/>
                <a:ea typeface="Inter"/>
                <a:cs typeface="Inter"/>
              </a:defRPr>
            </a:lvl4pPr>
            <a:lvl5pPr>
              <a:defRPr sz="3225" b="1">
                <a:solidFill>
                  <a:srgbClr val="14221A"/>
                </a:solidFill>
                <a:latin typeface="Inter"/>
                <a:ea typeface="Inter"/>
                <a:cs typeface="Inter"/>
              </a:defRPr>
            </a:lvl5pPr>
            <a:lvl6pPr>
              <a:defRPr sz="3225" b="1">
                <a:solidFill>
                  <a:srgbClr val="14221A"/>
                </a:solidFill>
                <a:latin typeface="Inter"/>
                <a:ea typeface="Inter"/>
                <a:cs typeface="Inter"/>
              </a:defRPr>
            </a:lvl6pPr>
            <a:lvl7pPr>
              <a:defRPr sz="3225" b="1">
                <a:solidFill>
                  <a:srgbClr val="14221A"/>
                </a:solidFill>
                <a:latin typeface="Inter"/>
                <a:ea typeface="Inter"/>
                <a:cs typeface="Inter"/>
              </a:defRPr>
            </a:lvl7pPr>
            <a:lvl8pPr>
              <a:defRPr sz="3225" b="1">
                <a:solidFill>
                  <a:srgbClr val="14221A"/>
                </a:solidFill>
                <a:latin typeface="Inter"/>
                <a:ea typeface="Inter"/>
                <a:cs typeface="Inter"/>
              </a:defRPr>
            </a:lvl8pPr>
            <a:lvl9pPr>
              <a:defRPr sz="3225" b="1">
                <a:solidFill>
                  <a:srgbClr val="14221A"/>
                </a:solidFill>
                <a:latin typeface="Inter"/>
                <a:ea typeface="Inter"/>
                <a:cs typeface="Inter"/>
              </a:defRPr>
            </a:lvl9pPr>
          </a:lstStyle>
          <a:p xmlns:a="http://schemas.openxmlformats.org/drawingml/2006/main">
            <a:pPr>
              <a:defRPr sz="3225" b="1">
                <a:solidFill>
                  <a:srgbClr val="14221A"/>
                </a:solidFill>
                <a:latin typeface="Inter"/>
                <a:ea typeface="Inter"/>
                <a:cs typeface="Inter"/>
              </a:defRPr>
            </a:pPr>
            <a:r>
              <a:rPr sz="3225" b="1">
                <a:solidFill>
                  <a:srgbClr val="14221A"/>
                </a:solidFill>
                <a:latin typeface="Inter"/>
                <a:ea typeface="Inter"/>
                <a:cs typeface="Inter"/>
              </a:rPr>
              <a:t>Turn execution and typed output</a:t>
            </a:r>
          </a:p>
        </p:txBody>
      </p:sp>
      <p:sp>
        <p:nvSpPr>
          <p:cNvPr id="3" name="text-57">
            <a:extLst xmlns:a="http://schemas.openxmlformats.org/drawingml/2006/main">
              <a:ext uri="{FF2B5EF4-FFF2-40B4-BE49-F238E27FC236}">
                <a16:creationId xmlns:a16="http://schemas.microsoft.com/office/drawing/2014/main" id="{E4BDE15B-9EF7-485E-9E3F-FEDAC0C8F1AA}"/>
              </a:ext>
            </a:extLst>
          </p:cNvPr>
          <p:cNvSpPr>
            <a:spLocks xmlns:a="http://schemas.openxmlformats.org/drawingml/2006/main" noGrp="1"/>
          </p:cNvSpPr>
          <p:nvPr/>
        </p:nvSpPr>
        <p:spPr>
          <a:xfrm xmlns:a="http://schemas.openxmlformats.org/drawingml/2006/main">
            <a:off x="533400" y="1381125"/>
            <a:ext cx="11125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657167"/>
                </a:solidFill>
                <a:latin typeface="Inter"/>
                <a:ea typeface="Inter"/>
                <a:cs typeface="Inter"/>
              </a:defRPr>
            </a:defPPr>
            <a:lvl1pPr>
              <a:defRPr sz="1800" b="0">
                <a:solidFill>
                  <a:srgbClr val="657167"/>
                </a:solidFill>
                <a:latin typeface="Inter"/>
                <a:ea typeface="Inter"/>
                <a:cs typeface="Inter"/>
              </a:defRPr>
            </a:lvl1pPr>
            <a:lvl2pPr>
              <a:defRPr sz="1800" b="0">
                <a:solidFill>
                  <a:srgbClr val="657167"/>
                </a:solidFill>
                <a:latin typeface="Inter"/>
                <a:ea typeface="Inter"/>
                <a:cs typeface="Inter"/>
              </a:defRPr>
            </a:lvl2pPr>
            <a:lvl3pPr>
              <a:defRPr sz="1800" b="0">
                <a:solidFill>
                  <a:srgbClr val="657167"/>
                </a:solidFill>
                <a:latin typeface="Inter"/>
                <a:ea typeface="Inter"/>
                <a:cs typeface="Inter"/>
              </a:defRPr>
            </a:lvl3pPr>
            <a:lvl4pPr>
              <a:defRPr sz="1800" b="0">
                <a:solidFill>
                  <a:srgbClr val="657167"/>
                </a:solidFill>
                <a:latin typeface="Inter"/>
                <a:ea typeface="Inter"/>
                <a:cs typeface="Inter"/>
              </a:defRPr>
            </a:lvl4pPr>
            <a:lvl5pPr>
              <a:defRPr sz="1800" b="0">
                <a:solidFill>
                  <a:srgbClr val="657167"/>
                </a:solidFill>
                <a:latin typeface="Inter"/>
                <a:ea typeface="Inter"/>
                <a:cs typeface="Inter"/>
              </a:defRPr>
            </a:lvl5pPr>
            <a:lvl6pPr>
              <a:defRPr sz="1800" b="0">
                <a:solidFill>
                  <a:srgbClr val="657167"/>
                </a:solidFill>
                <a:latin typeface="Inter"/>
                <a:ea typeface="Inter"/>
                <a:cs typeface="Inter"/>
              </a:defRPr>
            </a:lvl6pPr>
            <a:lvl7pPr>
              <a:defRPr sz="1800" b="0">
                <a:solidFill>
                  <a:srgbClr val="657167"/>
                </a:solidFill>
                <a:latin typeface="Inter"/>
                <a:ea typeface="Inter"/>
                <a:cs typeface="Inter"/>
              </a:defRPr>
            </a:lvl7pPr>
            <a:lvl8pPr>
              <a:defRPr sz="1800" b="0">
                <a:solidFill>
                  <a:srgbClr val="657167"/>
                </a:solidFill>
                <a:latin typeface="Inter"/>
                <a:ea typeface="Inter"/>
                <a:cs typeface="Inter"/>
              </a:defRPr>
            </a:lvl8pPr>
            <a:lvl9pPr>
              <a:defRPr sz="1800" b="0">
                <a:solidFill>
                  <a:srgbClr val="657167"/>
                </a:solidFill>
                <a:latin typeface="Inter"/>
                <a:ea typeface="Inter"/>
                <a:cs typeface="Inter"/>
              </a:defRPr>
            </a:lvl9pPr>
          </a:lstStyle>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PostgreSQL owns continuity across model invocations</a:t>
            </a:r>
          </a:p>
        </p:txBody>
      </p:sp>
      <p:sp>
        <p:nvSpPr>
          <p:cNvPr id="4" name="text-58">
            <a:extLst xmlns:a="http://schemas.openxmlformats.org/drawingml/2006/main">
              <a:ext uri="{FF2B5EF4-FFF2-40B4-BE49-F238E27FC236}">
                <a16:creationId xmlns:a16="http://schemas.microsoft.com/office/drawing/2014/main" id="{B0DCDF1E-C4DC-4AE9-9894-40BFFCF1DD00}"/>
              </a:ext>
            </a:extLst>
          </p:cNvPr>
          <p:cNvSpPr>
            <a:spLocks xmlns:a="http://schemas.openxmlformats.org/drawingml/2006/main" noGrp="1"/>
          </p:cNvSpPr>
          <p:nvPr/>
        </p:nvSpPr>
        <p:spPr>
          <a:xfrm xmlns:a="http://schemas.openxmlformats.org/drawingml/2006/main">
            <a:off x="11258550" y="6486525"/>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03</a:t>
            </a:r>
          </a:p>
        </p:txBody>
      </p:sp>
      <p:sp>
        <p:nvSpPr>
          <p:cNvPr id="5" name="node-59">
            <a:extLst xmlns:a="http://schemas.openxmlformats.org/drawingml/2006/main">
              <a:ext uri="{FF2B5EF4-FFF2-40B4-BE49-F238E27FC236}">
                <a16:creationId xmlns:a16="http://schemas.microsoft.com/office/drawing/2014/main" id="{42FA6249-8429-4A31-99C2-1E18F1634FF7}"/>
              </a:ext>
            </a:extLst>
          </p:cNvPr>
          <p:cNvSpPr>
            <a:spLocks xmlns:a="http://schemas.openxmlformats.org/drawingml/2006/main" noGrp="1"/>
          </p:cNvSpPr>
          <p:nvPr/>
        </p:nvSpPr>
        <p:spPr>
          <a:xfrm xmlns:a="http://schemas.openxmlformats.org/drawingml/2006/main">
            <a:off x="533400" y="2133600"/>
            <a:ext cx="2038350" cy="1266825"/>
          </a:xfrm>
          <a:prstGeom xmlns:a="http://schemas.openxmlformats.org/drawingml/2006/main" prst="rect">
            <a:avLst/>
          </a:prstGeom>
          <a:solidFill xmlns:a="http://schemas.openxmlformats.org/drawingml/2006/main">
            <a:srgbClr val="F0F5ED"/>
          </a:solidFill>
          <a:ln xmlns:a="http://schemas.openxmlformats.org/drawingml/2006/main" w="9525">
            <a:solidFill>
              <a:srgbClr val="DAE2D8"/>
            </a:solidFill>
          </a:ln>
        </p:spPr>
      </p:sp>
      <p:sp>
        <p:nvSpPr>
          <p:cNvPr id="6" name="text-60">
            <a:extLst xmlns:a="http://schemas.openxmlformats.org/drawingml/2006/main">
              <a:ext uri="{FF2B5EF4-FFF2-40B4-BE49-F238E27FC236}">
                <a16:creationId xmlns:a16="http://schemas.microsoft.com/office/drawing/2014/main" id="{454F8B2D-B2DF-4246-87EE-95A62005BF17}"/>
              </a:ext>
            </a:extLst>
          </p:cNvPr>
          <p:cNvSpPr>
            <a:spLocks xmlns:a="http://schemas.openxmlformats.org/drawingml/2006/main" noGrp="1"/>
          </p:cNvSpPr>
          <p:nvPr/>
        </p:nvSpPr>
        <p:spPr>
          <a:xfrm xmlns:a="http://schemas.openxmlformats.org/drawingml/2006/main">
            <a:off x="695325" y="2276475"/>
            <a:ext cx="1714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4221A"/>
                </a:solidFill>
                <a:latin typeface="Inter"/>
                <a:ea typeface="Inter"/>
                <a:cs typeface="Inter"/>
              </a:defRPr>
            </a:defPPr>
            <a:lvl1pPr>
              <a:defRPr sz="1875" b="1">
                <a:solidFill>
                  <a:srgbClr val="14221A"/>
                </a:solidFill>
                <a:latin typeface="Inter"/>
                <a:ea typeface="Inter"/>
                <a:cs typeface="Inter"/>
              </a:defRPr>
            </a:lvl1pPr>
            <a:lvl2pPr>
              <a:defRPr sz="1875" b="1">
                <a:solidFill>
                  <a:srgbClr val="14221A"/>
                </a:solidFill>
                <a:latin typeface="Inter"/>
                <a:ea typeface="Inter"/>
                <a:cs typeface="Inter"/>
              </a:defRPr>
            </a:lvl2pPr>
            <a:lvl3pPr>
              <a:defRPr sz="1875" b="1">
                <a:solidFill>
                  <a:srgbClr val="14221A"/>
                </a:solidFill>
                <a:latin typeface="Inter"/>
                <a:ea typeface="Inter"/>
                <a:cs typeface="Inter"/>
              </a:defRPr>
            </a:lvl3pPr>
            <a:lvl4pPr>
              <a:defRPr sz="1875" b="1">
                <a:solidFill>
                  <a:srgbClr val="14221A"/>
                </a:solidFill>
                <a:latin typeface="Inter"/>
                <a:ea typeface="Inter"/>
                <a:cs typeface="Inter"/>
              </a:defRPr>
            </a:lvl4pPr>
            <a:lvl5pPr>
              <a:defRPr sz="1875" b="1">
                <a:solidFill>
                  <a:srgbClr val="14221A"/>
                </a:solidFill>
                <a:latin typeface="Inter"/>
                <a:ea typeface="Inter"/>
                <a:cs typeface="Inter"/>
              </a:defRPr>
            </a:lvl5pPr>
            <a:lvl6pPr>
              <a:defRPr sz="1875" b="1">
                <a:solidFill>
                  <a:srgbClr val="14221A"/>
                </a:solidFill>
                <a:latin typeface="Inter"/>
                <a:ea typeface="Inter"/>
                <a:cs typeface="Inter"/>
              </a:defRPr>
            </a:lvl6pPr>
            <a:lvl7pPr>
              <a:defRPr sz="1875" b="1">
                <a:solidFill>
                  <a:srgbClr val="14221A"/>
                </a:solidFill>
                <a:latin typeface="Inter"/>
                <a:ea typeface="Inter"/>
                <a:cs typeface="Inter"/>
              </a:defRPr>
            </a:lvl7pPr>
            <a:lvl8pPr>
              <a:defRPr sz="1875" b="1">
                <a:solidFill>
                  <a:srgbClr val="14221A"/>
                </a:solidFill>
                <a:latin typeface="Inter"/>
                <a:ea typeface="Inter"/>
                <a:cs typeface="Inter"/>
              </a:defRPr>
            </a:lvl8pPr>
            <a:lvl9pPr>
              <a:defRPr sz="1875" b="1">
                <a:solidFill>
                  <a:srgbClr val="14221A"/>
                </a:solidFill>
                <a:latin typeface="Inter"/>
                <a:ea typeface="Inter"/>
                <a:cs typeface="Inter"/>
              </a:defRPr>
            </a:lvl9pPr>
          </a:lstStyle>
          <a:p xmlns:a="http://schemas.openxmlformats.org/drawingml/2006/main">
            <a:pPr>
              <a:defRPr sz="1875" b="1">
                <a:solidFill>
                  <a:srgbClr val="14221A"/>
                </a:solidFill>
                <a:latin typeface="Inter"/>
                <a:ea typeface="Inter"/>
                <a:cs typeface="Inter"/>
              </a:defRPr>
            </a:pPr>
            <a:r>
              <a:rPr sz="1875" b="1">
                <a:solidFill>
                  <a:srgbClr val="14221A"/>
                </a:solidFill>
                <a:latin typeface="Inter"/>
                <a:ea typeface="Inter"/>
                <a:cs typeface="Inter"/>
              </a:rPr>
              <a:t>1  Admit</a:t>
            </a:r>
          </a:p>
        </p:txBody>
      </p:sp>
      <p:sp>
        <p:nvSpPr>
          <p:cNvPr id="7" name="text-61">
            <a:extLst xmlns:a="http://schemas.openxmlformats.org/drawingml/2006/main">
              <a:ext uri="{FF2B5EF4-FFF2-40B4-BE49-F238E27FC236}">
                <a16:creationId xmlns:a16="http://schemas.microsoft.com/office/drawing/2014/main" id="{1F14B3A4-2772-415D-B7D4-DB88D718CD33}"/>
              </a:ext>
            </a:extLst>
          </p:cNvPr>
          <p:cNvSpPr>
            <a:spLocks xmlns:a="http://schemas.openxmlformats.org/drawingml/2006/main" noGrp="1"/>
          </p:cNvSpPr>
          <p:nvPr/>
        </p:nvSpPr>
        <p:spPr>
          <a:xfrm xmlns:a="http://schemas.openxmlformats.org/drawingml/2006/main">
            <a:off x="695325" y="2676525"/>
            <a:ext cx="1714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657167"/>
                </a:solidFill>
                <a:latin typeface="Inter"/>
                <a:ea typeface="Inter"/>
                <a:cs typeface="Inter"/>
              </a:defRPr>
            </a:defPPr>
            <a:lvl1pPr>
              <a:defRPr sz="1575" b="0">
                <a:solidFill>
                  <a:srgbClr val="657167"/>
                </a:solidFill>
                <a:latin typeface="Inter"/>
                <a:ea typeface="Inter"/>
                <a:cs typeface="Inter"/>
              </a:defRPr>
            </a:lvl1pPr>
            <a:lvl2pPr>
              <a:defRPr sz="1575" b="0">
                <a:solidFill>
                  <a:srgbClr val="657167"/>
                </a:solidFill>
                <a:latin typeface="Inter"/>
                <a:ea typeface="Inter"/>
                <a:cs typeface="Inter"/>
              </a:defRPr>
            </a:lvl2pPr>
            <a:lvl3pPr>
              <a:defRPr sz="1575" b="0">
                <a:solidFill>
                  <a:srgbClr val="657167"/>
                </a:solidFill>
                <a:latin typeface="Inter"/>
                <a:ea typeface="Inter"/>
                <a:cs typeface="Inter"/>
              </a:defRPr>
            </a:lvl3pPr>
            <a:lvl4pPr>
              <a:defRPr sz="1575" b="0">
                <a:solidFill>
                  <a:srgbClr val="657167"/>
                </a:solidFill>
                <a:latin typeface="Inter"/>
                <a:ea typeface="Inter"/>
                <a:cs typeface="Inter"/>
              </a:defRPr>
            </a:lvl4pPr>
            <a:lvl5pPr>
              <a:defRPr sz="1575" b="0">
                <a:solidFill>
                  <a:srgbClr val="657167"/>
                </a:solidFill>
                <a:latin typeface="Inter"/>
                <a:ea typeface="Inter"/>
                <a:cs typeface="Inter"/>
              </a:defRPr>
            </a:lvl5pPr>
            <a:lvl6pPr>
              <a:defRPr sz="1575" b="0">
                <a:solidFill>
                  <a:srgbClr val="657167"/>
                </a:solidFill>
                <a:latin typeface="Inter"/>
                <a:ea typeface="Inter"/>
                <a:cs typeface="Inter"/>
              </a:defRPr>
            </a:lvl6pPr>
            <a:lvl7pPr>
              <a:defRPr sz="1575" b="0">
                <a:solidFill>
                  <a:srgbClr val="657167"/>
                </a:solidFill>
                <a:latin typeface="Inter"/>
                <a:ea typeface="Inter"/>
                <a:cs typeface="Inter"/>
              </a:defRPr>
            </a:lvl7pPr>
            <a:lvl8pPr>
              <a:defRPr sz="1575" b="0">
                <a:solidFill>
                  <a:srgbClr val="657167"/>
                </a:solidFill>
                <a:latin typeface="Inter"/>
                <a:ea typeface="Inter"/>
                <a:cs typeface="Inter"/>
              </a:defRPr>
            </a:lvl8pPr>
            <a:lvl9pPr>
              <a:defRPr sz="1575" b="0">
                <a:solidFill>
                  <a:srgbClr val="657167"/>
                </a:solidFill>
                <a:latin typeface="Inter"/>
                <a:ea typeface="Inter"/>
                <a:cs typeface="Inter"/>
              </a:defRPr>
            </a:lvl9pPr>
          </a:lstStyle>
          <a:p xmlns:a="http://schemas.openxmlformats.org/drawingml/2006/main">
            <a:pPr>
              <a:defRPr sz="1575" b="0">
                <a:solidFill>
                  <a:srgbClr val="657167"/>
                </a:solidFill>
                <a:latin typeface="Inter"/>
                <a:ea typeface="Inter"/>
                <a:cs typeface="Inter"/>
              </a:defRPr>
            </a:pPr>
            <a:r>
              <a:rPr sz="1575" b="0">
                <a:solidFill>
                  <a:srgbClr val="657167"/>
                </a:solidFill>
                <a:latin typeface="Inter"/>
                <a:ea typeface="Inter"/>
                <a:cs typeface="Inter"/>
              </a:rPr>
              <a:t>Owner check</a:t>
            </a:r>
          </a:p>
          <a:p xmlns:a="http://schemas.openxmlformats.org/drawingml/2006/main">
            <a:pPr>
              <a:defRPr sz="1575" b="0">
                <a:solidFill>
                  <a:srgbClr val="657167"/>
                </a:solidFill>
                <a:latin typeface="Inter"/>
                <a:ea typeface="Inter"/>
                <a:cs typeface="Inter"/>
              </a:defRPr>
            </a:pPr>
            <a:r>
              <a:rPr sz="1575" b="0">
                <a:solidFill>
                  <a:srgbClr val="657167"/>
                </a:solidFill>
                <a:latin typeface="Inter"/>
                <a:ea typeface="Inter"/>
                <a:cs typeface="Inter"/>
              </a:rPr>
              <a:t>submissionId</a:t>
            </a:r>
          </a:p>
        </p:txBody>
      </p:sp>
      <p:sp>
        <p:nvSpPr>
          <p:cNvPr id="8" name="node-62">
            <a:extLst xmlns:a="http://schemas.openxmlformats.org/drawingml/2006/main">
              <a:ext uri="{FF2B5EF4-FFF2-40B4-BE49-F238E27FC236}">
                <a16:creationId xmlns:a16="http://schemas.microsoft.com/office/drawing/2014/main" id="{DF15E5DE-BD7B-48CC-83AA-6ABB71B92183}"/>
              </a:ext>
            </a:extLst>
          </p:cNvPr>
          <p:cNvSpPr>
            <a:spLocks xmlns:a="http://schemas.openxmlformats.org/drawingml/2006/main" noGrp="1"/>
          </p:cNvSpPr>
          <p:nvPr/>
        </p:nvSpPr>
        <p:spPr>
          <a:xfrm xmlns:a="http://schemas.openxmlformats.org/drawingml/2006/main">
            <a:off x="2800350" y="2133600"/>
            <a:ext cx="2038350" cy="1266825"/>
          </a:xfrm>
          <a:prstGeom xmlns:a="http://schemas.openxmlformats.org/drawingml/2006/main" prst="rect">
            <a:avLst/>
          </a:prstGeom>
          <a:solidFill xmlns:a="http://schemas.openxmlformats.org/drawingml/2006/main">
            <a:srgbClr val="F0F5ED"/>
          </a:solidFill>
          <a:ln xmlns:a="http://schemas.openxmlformats.org/drawingml/2006/main" w="9525">
            <a:solidFill>
              <a:srgbClr val="DAE2D8"/>
            </a:solidFill>
          </a:ln>
        </p:spPr>
      </p:sp>
      <p:sp>
        <p:nvSpPr>
          <p:cNvPr id="9" name="text-63">
            <a:extLst xmlns:a="http://schemas.openxmlformats.org/drawingml/2006/main">
              <a:ext uri="{FF2B5EF4-FFF2-40B4-BE49-F238E27FC236}">
                <a16:creationId xmlns:a16="http://schemas.microsoft.com/office/drawing/2014/main" id="{8ED3A0DB-FA7A-450E-BBEC-BAA12BE6ADF4}"/>
              </a:ext>
            </a:extLst>
          </p:cNvPr>
          <p:cNvSpPr>
            <a:spLocks xmlns:a="http://schemas.openxmlformats.org/drawingml/2006/main" noGrp="1"/>
          </p:cNvSpPr>
          <p:nvPr/>
        </p:nvSpPr>
        <p:spPr>
          <a:xfrm xmlns:a="http://schemas.openxmlformats.org/drawingml/2006/main">
            <a:off x="2962275" y="2276475"/>
            <a:ext cx="1714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4221A"/>
                </a:solidFill>
                <a:latin typeface="Inter"/>
                <a:ea typeface="Inter"/>
                <a:cs typeface="Inter"/>
              </a:defRPr>
            </a:defPPr>
            <a:lvl1pPr>
              <a:defRPr sz="1875" b="1">
                <a:solidFill>
                  <a:srgbClr val="14221A"/>
                </a:solidFill>
                <a:latin typeface="Inter"/>
                <a:ea typeface="Inter"/>
                <a:cs typeface="Inter"/>
              </a:defRPr>
            </a:lvl1pPr>
            <a:lvl2pPr>
              <a:defRPr sz="1875" b="1">
                <a:solidFill>
                  <a:srgbClr val="14221A"/>
                </a:solidFill>
                <a:latin typeface="Inter"/>
                <a:ea typeface="Inter"/>
                <a:cs typeface="Inter"/>
              </a:defRPr>
            </a:lvl2pPr>
            <a:lvl3pPr>
              <a:defRPr sz="1875" b="1">
                <a:solidFill>
                  <a:srgbClr val="14221A"/>
                </a:solidFill>
                <a:latin typeface="Inter"/>
                <a:ea typeface="Inter"/>
                <a:cs typeface="Inter"/>
              </a:defRPr>
            </a:lvl3pPr>
            <a:lvl4pPr>
              <a:defRPr sz="1875" b="1">
                <a:solidFill>
                  <a:srgbClr val="14221A"/>
                </a:solidFill>
                <a:latin typeface="Inter"/>
                <a:ea typeface="Inter"/>
                <a:cs typeface="Inter"/>
              </a:defRPr>
            </a:lvl4pPr>
            <a:lvl5pPr>
              <a:defRPr sz="1875" b="1">
                <a:solidFill>
                  <a:srgbClr val="14221A"/>
                </a:solidFill>
                <a:latin typeface="Inter"/>
                <a:ea typeface="Inter"/>
                <a:cs typeface="Inter"/>
              </a:defRPr>
            </a:lvl5pPr>
            <a:lvl6pPr>
              <a:defRPr sz="1875" b="1">
                <a:solidFill>
                  <a:srgbClr val="14221A"/>
                </a:solidFill>
                <a:latin typeface="Inter"/>
                <a:ea typeface="Inter"/>
                <a:cs typeface="Inter"/>
              </a:defRPr>
            </a:lvl6pPr>
            <a:lvl7pPr>
              <a:defRPr sz="1875" b="1">
                <a:solidFill>
                  <a:srgbClr val="14221A"/>
                </a:solidFill>
                <a:latin typeface="Inter"/>
                <a:ea typeface="Inter"/>
                <a:cs typeface="Inter"/>
              </a:defRPr>
            </a:lvl7pPr>
            <a:lvl8pPr>
              <a:defRPr sz="1875" b="1">
                <a:solidFill>
                  <a:srgbClr val="14221A"/>
                </a:solidFill>
                <a:latin typeface="Inter"/>
                <a:ea typeface="Inter"/>
                <a:cs typeface="Inter"/>
              </a:defRPr>
            </a:lvl8pPr>
            <a:lvl9pPr>
              <a:defRPr sz="1875" b="1">
                <a:solidFill>
                  <a:srgbClr val="14221A"/>
                </a:solidFill>
                <a:latin typeface="Inter"/>
                <a:ea typeface="Inter"/>
                <a:cs typeface="Inter"/>
              </a:defRPr>
            </a:lvl9pPr>
          </a:lstStyle>
          <a:p xmlns:a="http://schemas.openxmlformats.org/drawingml/2006/main">
            <a:pPr>
              <a:defRPr sz="1875" b="1">
                <a:solidFill>
                  <a:srgbClr val="14221A"/>
                </a:solidFill>
                <a:latin typeface="Inter"/>
                <a:ea typeface="Inter"/>
                <a:cs typeface="Inter"/>
              </a:defRPr>
            </a:pPr>
            <a:r>
              <a:rPr sz="1875" b="1">
                <a:solidFill>
                  <a:srgbClr val="14221A"/>
                </a:solidFill>
                <a:latin typeface="Inter"/>
                <a:ea typeface="Inter"/>
                <a:cs typeface="Inter"/>
              </a:rPr>
              <a:t>2  Claim</a:t>
            </a:r>
          </a:p>
        </p:txBody>
      </p:sp>
      <p:sp>
        <p:nvSpPr>
          <p:cNvPr id="10" name="text-64">
            <a:extLst xmlns:a="http://schemas.openxmlformats.org/drawingml/2006/main">
              <a:ext uri="{FF2B5EF4-FFF2-40B4-BE49-F238E27FC236}">
                <a16:creationId xmlns:a16="http://schemas.microsoft.com/office/drawing/2014/main" id="{658F934B-FF8D-4DF2-9E4E-8CF3274545F8}"/>
              </a:ext>
            </a:extLst>
          </p:cNvPr>
          <p:cNvSpPr>
            <a:spLocks xmlns:a="http://schemas.openxmlformats.org/drawingml/2006/main" noGrp="1"/>
          </p:cNvSpPr>
          <p:nvPr/>
        </p:nvSpPr>
        <p:spPr>
          <a:xfrm xmlns:a="http://schemas.openxmlformats.org/drawingml/2006/main">
            <a:off x="2962275" y="2676525"/>
            <a:ext cx="1714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657167"/>
                </a:solidFill>
                <a:latin typeface="Inter"/>
                <a:ea typeface="Inter"/>
                <a:cs typeface="Inter"/>
              </a:defRPr>
            </a:defPPr>
            <a:lvl1pPr>
              <a:defRPr sz="1575" b="0">
                <a:solidFill>
                  <a:srgbClr val="657167"/>
                </a:solidFill>
                <a:latin typeface="Inter"/>
                <a:ea typeface="Inter"/>
                <a:cs typeface="Inter"/>
              </a:defRPr>
            </a:lvl1pPr>
            <a:lvl2pPr>
              <a:defRPr sz="1575" b="0">
                <a:solidFill>
                  <a:srgbClr val="657167"/>
                </a:solidFill>
                <a:latin typeface="Inter"/>
                <a:ea typeface="Inter"/>
                <a:cs typeface="Inter"/>
              </a:defRPr>
            </a:lvl2pPr>
            <a:lvl3pPr>
              <a:defRPr sz="1575" b="0">
                <a:solidFill>
                  <a:srgbClr val="657167"/>
                </a:solidFill>
                <a:latin typeface="Inter"/>
                <a:ea typeface="Inter"/>
                <a:cs typeface="Inter"/>
              </a:defRPr>
            </a:lvl3pPr>
            <a:lvl4pPr>
              <a:defRPr sz="1575" b="0">
                <a:solidFill>
                  <a:srgbClr val="657167"/>
                </a:solidFill>
                <a:latin typeface="Inter"/>
                <a:ea typeface="Inter"/>
                <a:cs typeface="Inter"/>
              </a:defRPr>
            </a:lvl4pPr>
            <a:lvl5pPr>
              <a:defRPr sz="1575" b="0">
                <a:solidFill>
                  <a:srgbClr val="657167"/>
                </a:solidFill>
                <a:latin typeface="Inter"/>
                <a:ea typeface="Inter"/>
                <a:cs typeface="Inter"/>
              </a:defRPr>
            </a:lvl5pPr>
            <a:lvl6pPr>
              <a:defRPr sz="1575" b="0">
                <a:solidFill>
                  <a:srgbClr val="657167"/>
                </a:solidFill>
                <a:latin typeface="Inter"/>
                <a:ea typeface="Inter"/>
                <a:cs typeface="Inter"/>
              </a:defRPr>
            </a:lvl6pPr>
            <a:lvl7pPr>
              <a:defRPr sz="1575" b="0">
                <a:solidFill>
                  <a:srgbClr val="657167"/>
                </a:solidFill>
                <a:latin typeface="Inter"/>
                <a:ea typeface="Inter"/>
                <a:cs typeface="Inter"/>
              </a:defRPr>
            </a:lvl7pPr>
            <a:lvl8pPr>
              <a:defRPr sz="1575" b="0">
                <a:solidFill>
                  <a:srgbClr val="657167"/>
                </a:solidFill>
                <a:latin typeface="Inter"/>
                <a:ea typeface="Inter"/>
                <a:cs typeface="Inter"/>
              </a:defRPr>
            </a:lvl8pPr>
            <a:lvl9pPr>
              <a:defRPr sz="1575" b="0">
                <a:solidFill>
                  <a:srgbClr val="657167"/>
                </a:solidFill>
                <a:latin typeface="Inter"/>
                <a:ea typeface="Inter"/>
                <a:cs typeface="Inter"/>
              </a:defRPr>
            </a:lvl9pPr>
          </a:lstStyle>
          <a:p xmlns:a="http://schemas.openxmlformats.org/drawingml/2006/main">
            <a:pPr>
              <a:defRPr sz="1575" b="0">
                <a:solidFill>
                  <a:srgbClr val="657167"/>
                </a:solidFill>
                <a:latin typeface="Inter"/>
                <a:ea typeface="Inter"/>
                <a:cs typeface="Inter"/>
              </a:defRPr>
            </a:pPr>
            <a:r>
              <a:rPr sz="1575" b="0">
                <a:solidFill>
                  <a:srgbClr val="657167"/>
                </a:solidFill>
                <a:latin typeface="Inter"/>
                <a:ea typeface="Inter"/>
                <a:cs typeface="Inter"/>
              </a:rPr>
              <a:t>SKIP LOCKED</a:t>
            </a:r>
          </a:p>
          <a:p xmlns:a="http://schemas.openxmlformats.org/drawingml/2006/main">
            <a:pPr>
              <a:defRPr sz="1575" b="0">
                <a:solidFill>
                  <a:srgbClr val="657167"/>
                </a:solidFill>
                <a:latin typeface="Inter"/>
                <a:ea typeface="Inter"/>
                <a:cs typeface="Inter"/>
              </a:defRPr>
            </a:pPr>
            <a:r>
              <a:rPr sz="1575" b="0">
                <a:solidFill>
                  <a:srgbClr val="657167"/>
                </a:solidFill>
                <a:latin typeface="Inter"/>
                <a:ea typeface="Inter"/>
                <a:cs typeface="Inter"/>
              </a:rPr>
              <a:t>Freeze context</a:t>
            </a:r>
          </a:p>
        </p:txBody>
      </p:sp>
      <p:sp>
        <p:nvSpPr>
          <p:cNvPr id="11" name="node-65">
            <a:extLst xmlns:a="http://schemas.openxmlformats.org/drawingml/2006/main">
              <a:ext uri="{FF2B5EF4-FFF2-40B4-BE49-F238E27FC236}">
                <a16:creationId xmlns:a16="http://schemas.microsoft.com/office/drawing/2014/main" id="{A94B6FCF-AD01-4EF3-9214-9F8C3F3C3523}"/>
              </a:ext>
            </a:extLst>
          </p:cNvPr>
          <p:cNvSpPr>
            <a:spLocks xmlns:a="http://schemas.openxmlformats.org/drawingml/2006/main" noGrp="1"/>
          </p:cNvSpPr>
          <p:nvPr/>
        </p:nvSpPr>
        <p:spPr>
          <a:xfrm xmlns:a="http://schemas.openxmlformats.org/drawingml/2006/main">
            <a:off x="5067300" y="2133600"/>
            <a:ext cx="2038350" cy="1266825"/>
          </a:xfrm>
          <a:prstGeom xmlns:a="http://schemas.openxmlformats.org/drawingml/2006/main" prst="rect">
            <a:avLst/>
          </a:prstGeom>
          <a:solidFill xmlns:a="http://schemas.openxmlformats.org/drawingml/2006/main">
            <a:srgbClr val="14221A"/>
          </a:solidFill>
          <a:ln xmlns:a="http://schemas.openxmlformats.org/drawingml/2006/main" w="9525">
            <a:solidFill>
              <a:srgbClr val="DAE2D8"/>
            </a:solidFill>
          </a:ln>
        </p:spPr>
      </p:sp>
      <p:sp>
        <p:nvSpPr>
          <p:cNvPr id="12" name="text-66">
            <a:extLst xmlns:a="http://schemas.openxmlformats.org/drawingml/2006/main">
              <a:ext uri="{FF2B5EF4-FFF2-40B4-BE49-F238E27FC236}">
                <a16:creationId xmlns:a16="http://schemas.microsoft.com/office/drawing/2014/main" id="{38CF9220-4EEB-40FD-BFFA-573948F6CC72}"/>
              </a:ext>
            </a:extLst>
          </p:cNvPr>
          <p:cNvSpPr>
            <a:spLocks xmlns:a="http://schemas.openxmlformats.org/drawingml/2006/main" noGrp="1"/>
          </p:cNvSpPr>
          <p:nvPr/>
        </p:nvSpPr>
        <p:spPr>
          <a:xfrm xmlns:a="http://schemas.openxmlformats.org/drawingml/2006/main">
            <a:off x="5229225" y="2276475"/>
            <a:ext cx="1714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FFFFFF"/>
                </a:solidFill>
                <a:latin typeface="Inter"/>
                <a:ea typeface="Inter"/>
                <a:cs typeface="Inter"/>
              </a:defRPr>
            </a:defPPr>
            <a:lvl1pPr>
              <a:defRPr sz="1875" b="1">
                <a:solidFill>
                  <a:srgbClr val="FFFFFF"/>
                </a:solidFill>
                <a:latin typeface="Inter"/>
                <a:ea typeface="Inter"/>
                <a:cs typeface="Inter"/>
              </a:defRPr>
            </a:lvl1pPr>
            <a:lvl2pPr>
              <a:defRPr sz="1875" b="1">
                <a:solidFill>
                  <a:srgbClr val="FFFFFF"/>
                </a:solidFill>
                <a:latin typeface="Inter"/>
                <a:ea typeface="Inter"/>
                <a:cs typeface="Inter"/>
              </a:defRPr>
            </a:lvl2pPr>
            <a:lvl3pPr>
              <a:defRPr sz="1875" b="1">
                <a:solidFill>
                  <a:srgbClr val="FFFFFF"/>
                </a:solidFill>
                <a:latin typeface="Inter"/>
                <a:ea typeface="Inter"/>
                <a:cs typeface="Inter"/>
              </a:defRPr>
            </a:lvl3pPr>
            <a:lvl4pPr>
              <a:defRPr sz="1875" b="1">
                <a:solidFill>
                  <a:srgbClr val="FFFFFF"/>
                </a:solidFill>
                <a:latin typeface="Inter"/>
                <a:ea typeface="Inter"/>
                <a:cs typeface="Inter"/>
              </a:defRPr>
            </a:lvl4pPr>
            <a:lvl5pPr>
              <a:defRPr sz="1875" b="1">
                <a:solidFill>
                  <a:srgbClr val="FFFFFF"/>
                </a:solidFill>
                <a:latin typeface="Inter"/>
                <a:ea typeface="Inter"/>
                <a:cs typeface="Inter"/>
              </a:defRPr>
            </a:lvl5pPr>
            <a:lvl6pPr>
              <a:defRPr sz="1875" b="1">
                <a:solidFill>
                  <a:srgbClr val="FFFFFF"/>
                </a:solidFill>
                <a:latin typeface="Inter"/>
                <a:ea typeface="Inter"/>
                <a:cs typeface="Inter"/>
              </a:defRPr>
            </a:lvl6pPr>
            <a:lvl7pPr>
              <a:defRPr sz="1875" b="1">
                <a:solidFill>
                  <a:srgbClr val="FFFFFF"/>
                </a:solidFill>
                <a:latin typeface="Inter"/>
                <a:ea typeface="Inter"/>
                <a:cs typeface="Inter"/>
              </a:defRPr>
            </a:lvl7pPr>
            <a:lvl8pPr>
              <a:defRPr sz="1875" b="1">
                <a:solidFill>
                  <a:srgbClr val="FFFFFF"/>
                </a:solidFill>
                <a:latin typeface="Inter"/>
                <a:ea typeface="Inter"/>
                <a:cs typeface="Inter"/>
              </a:defRPr>
            </a:lvl8pPr>
            <a:lvl9pPr>
              <a:defRPr sz="1875" b="1">
                <a:solidFill>
                  <a:srgbClr val="FFFFFF"/>
                </a:solidFill>
                <a:latin typeface="Inter"/>
                <a:ea typeface="Inter"/>
                <a:cs typeface="Inter"/>
              </a:defRPr>
            </a:lvl9pPr>
          </a:lstStyle>
          <a:p xmlns:a="http://schemas.openxmlformats.org/drawingml/2006/main">
            <a:pPr>
              <a:defRPr sz="1875" b="1">
                <a:solidFill>
                  <a:srgbClr val="FFFFFF"/>
                </a:solidFill>
                <a:latin typeface="Inter"/>
                <a:ea typeface="Inter"/>
                <a:cs typeface="Inter"/>
              </a:defRPr>
            </a:pPr>
            <a:r>
              <a:rPr sz="1875" b="1">
                <a:solidFill>
                  <a:srgbClr val="FFFFFF"/>
                </a:solidFill>
                <a:latin typeface="Inter"/>
                <a:ea typeface="Inter"/>
                <a:cs typeface="Inter"/>
              </a:rPr>
              <a:t>3  Invoke</a:t>
            </a:r>
          </a:p>
        </p:txBody>
      </p:sp>
      <p:sp>
        <p:nvSpPr>
          <p:cNvPr id="13" name="text-67">
            <a:extLst xmlns:a="http://schemas.openxmlformats.org/drawingml/2006/main">
              <a:ext uri="{FF2B5EF4-FFF2-40B4-BE49-F238E27FC236}">
                <a16:creationId xmlns:a16="http://schemas.microsoft.com/office/drawing/2014/main" id="{8773BE7B-AB1D-49C2-A3D9-EFF90C257B93}"/>
              </a:ext>
            </a:extLst>
          </p:cNvPr>
          <p:cNvSpPr>
            <a:spLocks xmlns:a="http://schemas.openxmlformats.org/drawingml/2006/main" noGrp="1"/>
          </p:cNvSpPr>
          <p:nvPr/>
        </p:nvSpPr>
        <p:spPr>
          <a:xfrm xmlns:a="http://schemas.openxmlformats.org/drawingml/2006/main">
            <a:off x="5229225" y="2676525"/>
            <a:ext cx="1714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DFEADC"/>
                </a:solidFill>
                <a:latin typeface="Inter"/>
                <a:ea typeface="Inter"/>
                <a:cs typeface="Inter"/>
              </a:defRPr>
            </a:defPPr>
            <a:lvl1pPr>
              <a:defRPr sz="1575" b="0">
                <a:solidFill>
                  <a:srgbClr val="DFEADC"/>
                </a:solidFill>
                <a:latin typeface="Inter"/>
                <a:ea typeface="Inter"/>
                <a:cs typeface="Inter"/>
              </a:defRPr>
            </a:lvl1pPr>
            <a:lvl2pPr>
              <a:defRPr sz="1575" b="0">
                <a:solidFill>
                  <a:srgbClr val="DFEADC"/>
                </a:solidFill>
                <a:latin typeface="Inter"/>
                <a:ea typeface="Inter"/>
                <a:cs typeface="Inter"/>
              </a:defRPr>
            </a:lvl2pPr>
            <a:lvl3pPr>
              <a:defRPr sz="1575" b="0">
                <a:solidFill>
                  <a:srgbClr val="DFEADC"/>
                </a:solidFill>
                <a:latin typeface="Inter"/>
                <a:ea typeface="Inter"/>
                <a:cs typeface="Inter"/>
              </a:defRPr>
            </a:lvl3pPr>
            <a:lvl4pPr>
              <a:defRPr sz="1575" b="0">
                <a:solidFill>
                  <a:srgbClr val="DFEADC"/>
                </a:solidFill>
                <a:latin typeface="Inter"/>
                <a:ea typeface="Inter"/>
                <a:cs typeface="Inter"/>
              </a:defRPr>
            </a:lvl4pPr>
            <a:lvl5pPr>
              <a:defRPr sz="1575" b="0">
                <a:solidFill>
                  <a:srgbClr val="DFEADC"/>
                </a:solidFill>
                <a:latin typeface="Inter"/>
                <a:ea typeface="Inter"/>
                <a:cs typeface="Inter"/>
              </a:defRPr>
            </a:lvl5pPr>
            <a:lvl6pPr>
              <a:defRPr sz="1575" b="0">
                <a:solidFill>
                  <a:srgbClr val="DFEADC"/>
                </a:solidFill>
                <a:latin typeface="Inter"/>
                <a:ea typeface="Inter"/>
                <a:cs typeface="Inter"/>
              </a:defRPr>
            </a:lvl6pPr>
            <a:lvl7pPr>
              <a:defRPr sz="1575" b="0">
                <a:solidFill>
                  <a:srgbClr val="DFEADC"/>
                </a:solidFill>
                <a:latin typeface="Inter"/>
                <a:ea typeface="Inter"/>
                <a:cs typeface="Inter"/>
              </a:defRPr>
            </a:lvl7pPr>
            <a:lvl8pPr>
              <a:defRPr sz="1575" b="0">
                <a:solidFill>
                  <a:srgbClr val="DFEADC"/>
                </a:solidFill>
                <a:latin typeface="Inter"/>
                <a:ea typeface="Inter"/>
                <a:cs typeface="Inter"/>
              </a:defRPr>
            </a:lvl8pPr>
            <a:lvl9pPr>
              <a:defRPr sz="1575" b="0">
                <a:solidFill>
                  <a:srgbClr val="DFEADC"/>
                </a:solidFill>
                <a:latin typeface="Inter"/>
                <a:ea typeface="Inter"/>
                <a:cs typeface="Inter"/>
              </a:defRPr>
            </a:lvl9pPr>
          </a:lstStyle>
          <a:p xmlns:a="http://schemas.openxmlformats.org/drawingml/2006/main">
            <a:pPr>
              <a:defRPr sz="1575" b="0">
                <a:solidFill>
                  <a:srgbClr val="DFEADC"/>
                </a:solidFill>
                <a:latin typeface="Inter"/>
                <a:ea typeface="Inter"/>
                <a:cs typeface="Inter"/>
              </a:defRPr>
            </a:pPr>
            <a:r>
              <a:rPr sz="1575" b="0">
                <a:solidFill>
                  <a:srgbClr val="DFEADC"/>
                </a:solidFill>
                <a:latin typeface="Inter"/>
                <a:ea typeface="Inter"/>
                <a:cs typeface="Inter"/>
              </a:rPr>
              <a:t>Runtime adapter</a:t>
            </a:r>
          </a:p>
          <a:p xmlns:a="http://schemas.openxmlformats.org/drawingml/2006/main">
            <a:pPr>
              <a:defRPr sz="1575" b="0">
                <a:solidFill>
                  <a:srgbClr val="DFEADC"/>
                </a:solidFill>
                <a:latin typeface="Inter"/>
                <a:ea typeface="Inter"/>
                <a:cs typeface="Inter"/>
              </a:defRPr>
            </a:pPr>
            <a:r>
              <a:rPr sz="1575" b="0">
                <a:solidFill>
                  <a:srgbClr val="DFEADC"/>
                </a:solidFill>
                <a:latin typeface="Inter"/>
                <a:ea typeface="Inter"/>
                <a:cs typeface="Inter"/>
              </a:rPr>
              <a:t>Typed request</a:t>
            </a:r>
          </a:p>
        </p:txBody>
      </p:sp>
      <p:sp>
        <p:nvSpPr>
          <p:cNvPr id="14" name="node-68">
            <a:extLst xmlns:a="http://schemas.openxmlformats.org/drawingml/2006/main">
              <a:ext uri="{FF2B5EF4-FFF2-40B4-BE49-F238E27FC236}">
                <a16:creationId xmlns:a16="http://schemas.microsoft.com/office/drawing/2014/main" id="{3AE2B6E4-82C1-4291-9E8C-BB95DF7478EC}"/>
              </a:ext>
            </a:extLst>
          </p:cNvPr>
          <p:cNvSpPr>
            <a:spLocks xmlns:a="http://schemas.openxmlformats.org/drawingml/2006/main" noGrp="1"/>
          </p:cNvSpPr>
          <p:nvPr/>
        </p:nvSpPr>
        <p:spPr>
          <a:xfrm xmlns:a="http://schemas.openxmlformats.org/drawingml/2006/main">
            <a:off x="7334250" y="2133600"/>
            <a:ext cx="2038350" cy="1266825"/>
          </a:xfrm>
          <a:prstGeom xmlns:a="http://schemas.openxmlformats.org/drawingml/2006/main" prst="rect">
            <a:avLst/>
          </a:prstGeom>
          <a:solidFill xmlns:a="http://schemas.openxmlformats.org/drawingml/2006/main">
            <a:srgbClr val="F0F5ED"/>
          </a:solidFill>
          <a:ln xmlns:a="http://schemas.openxmlformats.org/drawingml/2006/main" w="9525">
            <a:solidFill>
              <a:srgbClr val="DAE2D8"/>
            </a:solidFill>
          </a:ln>
        </p:spPr>
      </p:sp>
      <p:sp>
        <p:nvSpPr>
          <p:cNvPr id="15" name="text-69">
            <a:extLst xmlns:a="http://schemas.openxmlformats.org/drawingml/2006/main">
              <a:ext uri="{FF2B5EF4-FFF2-40B4-BE49-F238E27FC236}">
                <a16:creationId xmlns:a16="http://schemas.microsoft.com/office/drawing/2014/main" id="{83671F01-2EF7-4272-84D9-1A0A5123FC4A}"/>
              </a:ext>
            </a:extLst>
          </p:cNvPr>
          <p:cNvSpPr>
            <a:spLocks xmlns:a="http://schemas.openxmlformats.org/drawingml/2006/main" noGrp="1"/>
          </p:cNvSpPr>
          <p:nvPr/>
        </p:nvSpPr>
        <p:spPr>
          <a:xfrm xmlns:a="http://schemas.openxmlformats.org/drawingml/2006/main">
            <a:off x="7496175" y="2276475"/>
            <a:ext cx="1714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4221A"/>
                </a:solidFill>
                <a:latin typeface="Inter"/>
                <a:ea typeface="Inter"/>
                <a:cs typeface="Inter"/>
              </a:defRPr>
            </a:defPPr>
            <a:lvl1pPr>
              <a:defRPr sz="1875" b="1">
                <a:solidFill>
                  <a:srgbClr val="14221A"/>
                </a:solidFill>
                <a:latin typeface="Inter"/>
                <a:ea typeface="Inter"/>
                <a:cs typeface="Inter"/>
              </a:defRPr>
            </a:lvl1pPr>
            <a:lvl2pPr>
              <a:defRPr sz="1875" b="1">
                <a:solidFill>
                  <a:srgbClr val="14221A"/>
                </a:solidFill>
                <a:latin typeface="Inter"/>
                <a:ea typeface="Inter"/>
                <a:cs typeface="Inter"/>
              </a:defRPr>
            </a:lvl2pPr>
            <a:lvl3pPr>
              <a:defRPr sz="1875" b="1">
                <a:solidFill>
                  <a:srgbClr val="14221A"/>
                </a:solidFill>
                <a:latin typeface="Inter"/>
                <a:ea typeface="Inter"/>
                <a:cs typeface="Inter"/>
              </a:defRPr>
            </a:lvl3pPr>
            <a:lvl4pPr>
              <a:defRPr sz="1875" b="1">
                <a:solidFill>
                  <a:srgbClr val="14221A"/>
                </a:solidFill>
                <a:latin typeface="Inter"/>
                <a:ea typeface="Inter"/>
                <a:cs typeface="Inter"/>
              </a:defRPr>
            </a:lvl4pPr>
            <a:lvl5pPr>
              <a:defRPr sz="1875" b="1">
                <a:solidFill>
                  <a:srgbClr val="14221A"/>
                </a:solidFill>
                <a:latin typeface="Inter"/>
                <a:ea typeface="Inter"/>
                <a:cs typeface="Inter"/>
              </a:defRPr>
            </a:lvl5pPr>
            <a:lvl6pPr>
              <a:defRPr sz="1875" b="1">
                <a:solidFill>
                  <a:srgbClr val="14221A"/>
                </a:solidFill>
                <a:latin typeface="Inter"/>
                <a:ea typeface="Inter"/>
                <a:cs typeface="Inter"/>
              </a:defRPr>
            </a:lvl6pPr>
            <a:lvl7pPr>
              <a:defRPr sz="1875" b="1">
                <a:solidFill>
                  <a:srgbClr val="14221A"/>
                </a:solidFill>
                <a:latin typeface="Inter"/>
                <a:ea typeface="Inter"/>
                <a:cs typeface="Inter"/>
              </a:defRPr>
            </a:lvl7pPr>
            <a:lvl8pPr>
              <a:defRPr sz="1875" b="1">
                <a:solidFill>
                  <a:srgbClr val="14221A"/>
                </a:solidFill>
                <a:latin typeface="Inter"/>
                <a:ea typeface="Inter"/>
                <a:cs typeface="Inter"/>
              </a:defRPr>
            </a:lvl8pPr>
            <a:lvl9pPr>
              <a:defRPr sz="1875" b="1">
                <a:solidFill>
                  <a:srgbClr val="14221A"/>
                </a:solidFill>
                <a:latin typeface="Inter"/>
                <a:ea typeface="Inter"/>
                <a:cs typeface="Inter"/>
              </a:defRPr>
            </a:lvl9pPr>
          </a:lstStyle>
          <a:p xmlns:a="http://schemas.openxmlformats.org/drawingml/2006/main">
            <a:pPr>
              <a:defRPr sz="1875" b="1">
                <a:solidFill>
                  <a:srgbClr val="14221A"/>
                </a:solidFill>
                <a:latin typeface="Inter"/>
                <a:ea typeface="Inter"/>
                <a:cs typeface="Inter"/>
              </a:defRPr>
            </a:pPr>
            <a:r>
              <a:rPr sz="1875" b="1">
                <a:solidFill>
                  <a:srgbClr val="14221A"/>
                </a:solidFill>
                <a:latin typeface="Inter"/>
                <a:ea typeface="Inter"/>
                <a:cs typeface="Inter"/>
              </a:rPr>
              <a:t>4  Execute</a:t>
            </a:r>
          </a:p>
        </p:txBody>
      </p:sp>
      <p:sp>
        <p:nvSpPr>
          <p:cNvPr id="16" name="text-70">
            <a:extLst xmlns:a="http://schemas.openxmlformats.org/drawingml/2006/main">
              <a:ext uri="{FF2B5EF4-FFF2-40B4-BE49-F238E27FC236}">
                <a16:creationId xmlns:a16="http://schemas.microsoft.com/office/drawing/2014/main" id="{22F45AC0-7B8C-49EA-8AB5-CA5AE312B382}"/>
              </a:ext>
            </a:extLst>
          </p:cNvPr>
          <p:cNvSpPr>
            <a:spLocks xmlns:a="http://schemas.openxmlformats.org/drawingml/2006/main" noGrp="1"/>
          </p:cNvSpPr>
          <p:nvPr/>
        </p:nvSpPr>
        <p:spPr>
          <a:xfrm xmlns:a="http://schemas.openxmlformats.org/drawingml/2006/main">
            <a:off x="7496175" y="2676525"/>
            <a:ext cx="1714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657167"/>
                </a:solidFill>
                <a:latin typeface="Inter"/>
                <a:ea typeface="Inter"/>
                <a:cs typeface="Inter"/>
              </a:defRPr>
            </a:defPPr>
            <a:lvl1pPr>
              <a:defRPr sz="1575" b="0">
                <a:solidFill>
                  <a:srgbClr val="657167"/>
                </a:solidFill>
                <a:latin typeface="Inter"/>
                <a:ea typeface="Inter"/>
                <a:cs typeface="Inter"/>
              </a:defRPr>
            </a:lvl1pPr>
            <a:lvl2pPr>
              <a:defRPr sz="1575" b="0">
                <a:solidFill>
                  <a:srgbClr val="657167"/>
                </a:solidFill>
                <a:latin typeface="Inter"/>
                <a:ea typeface="Inter"/>
                <a:cs typeface="Inter"/>
              </a:defRPr>
            </a:lvl2pPr>
            <a:lvl3pPr>
              <a:defRPr sz="1575" b="0">
                <a:solidFill>
                  <a:srgbClr val="657167"/>
                </a:solidFill>
                <a:latin typeface="Inter"/>
                <a:ea typeface="Inter"/>
                <a:cs typeface="Inter"/>
              </a:defRPr>
            </a:lvl3pPr>
            <a:lvl4pPr>
              <a:defRPr sz="1575" b="0">
                <a:solidFill>
                  <a:srgbClr val="657167"/>
                </a:solidFill>
                <a:latin typeface="Inter"/>
                <a:ea typeface="Inter"/>
                <a:cs typeface="Inter"/>
              </a:defRPr>
            </a:lvl4pPr>
            <a:lvl5pPr>
              <a:defRPr sz="1575" b="0">
                <a:solidFill>
                  <a:srgbClr val="657167"/>
                </a:solidFill>
                <a:latin typeface="Inter"/>
                <a:ea typeface="Inter"/>
                <a:cs typeface="Inter"/>
              </a:defRPr>
            </a:lvl5pPr>
            <a:lvl6pPr>
              <a:defRPr sz="1575" b="0">
                <a:solidFill>
                  <a:srgbClr val="657167"/>
                </a:solidFill>
                <a:latin typeface="Inter"/>
                <a:ea typeface="Inter"/>
                <a:cs typeface="Inter"/>
              </a:defRPr>
            </a:lvl6pPr>
            <a:lvl7pPr>
              <a:defRPr sz="1575" b="0">
                <a:solidFill>
                  <a:srgbClr val="657167"/>
                </a:solidFill>
                <a:latin typeface="Inter"/>
                <a:ea typeface="Inter"/>
                <a:cs typeface="Inter"/>
              </a:defRPr>
            </a:lvl7pPr>
            <a:lvl8pPr>
              <a:defRPr sz="1575" b="0">
                <a:solidFill>
                  <a:srgbClr val="657167"/>
                </a:solidFill>
                <a:latin typeface="Inter"/>
                <a:ea typeface="Inter"/>
                <a:cs typeface="Inter"/>
              </a:defRPr>
            </a:lvl8pPr>
            <a:lvl9pPr>
              <a:defRPr sz="1575" b="0">
                <a:solidFill>
                  <a:srgbClr val="657167"/>
                </a:solidFill>
                <a:latin typeface="Inter"/>
                <a:ea typeface="Inter"/>
                <a:cs typeface="Inter"/>
              </a:defRPr>
            </a:lvl9pPr>
          </a:lstStyle>
          <a:p xmlns:a="http://schemas.openxmlformats.org/drawingml/2006/main">
            <a:pPr>
              <a:defRPr sz="1575" b="0">
                <a:solidFill>
                  <a:srgbClr val="657167"/>
                </a:solidFill>
                <a:latin typeface="Inter"/>
                <a:ea typeface="Inter"/>
                <a:cs typeface="Inter"/>
              </a:defRPr>
            </a:pPr>
            <a:r>
              <a:rPr sz="1575" b="0">
                <a:solidFill>
                  <a:srgbClr val="657167"/>
                </a:solidFill>
                <a:latin typeface="Inter"/>
                <a:ea typeface="Inter"/>
                <a:cs typeface="Inter"/>
              </a:rPr>
              <a:t>Scoped tool</a:t>
            </a:r>
          </a:p>
          <a:p xmlns:a="http://schemas.openxmlformats.org/drawingml/2006/main">
            <a:pPr>
              <a:defRPr sz="1575" b="0">
                <a:solidFill>
                  <a:srgbClr val="657167"/>
                </a:solidFill>
                <a:latin typeface="Inter"/>
                <a:ea typeface="Inter"/>
                <a:cs typeface="Inter"/>
              </a:defRPr>
            </a:pPr>
            <a:r>
              <a:rPr sz="1575" b="0">
                <a:solidFill>
                  <a:srgbClr val="657167"/>
                </a:solidFill>
                <a:latin typeface="Inter"/>
                <a:ea typeface="Inter"/>
                <a:cs typeface="Inter"/>
              </a:rPr>
              <a:t>Persist result</a:t>
            </a:r>
          </a:p>
        </p:txBody>
      </p:sp>
      <p:sp>
        <p:nvSpPr>
          <p:cNvPr id="17" name="node-71">
            <a:extLst xmlns:a="http://schemas.openxmlformats.org/drawingml/2006/main">
              <a:ext uri="{FF2B5EF4-FFF2-40B4-BE49-F238E27FC236}">
                <a16:creationId xmlns:a16="http://schemas.microsoft.com/office/drawing/2014/main" id="{A5748077-D70B-47CF-B40E-E010C957BC84}"/>
              </a:ext>
            </a:extLst>
          </p:cNvPr>
          <p:cNvSpPr>
            <a:spLocks xmlns:a="http://schemas.openxmlformats.org/drawingml/2006/main" noGrp="1"/>
          </p:cNvSpPr>
          <p:nvPr/>
        </p:nvSpPr>
        <p:spPr>
          <a:xfrm xmlns:a="http://schemas.openxmlformats.org/drawingml/2006/main">
            <a:off x="9601200" y="2133600"/>
            <a:ext cx="2038350" cy="1266825"/>
          </a:xfrm>
          <a:prstGeom xmlns:a="http://schemas.openxmlformats.org/drawingml/2006/main" prst="rect">
            <a:avLst/>
          </a:prstGeom>
          <a:solidFill xmlns:a="http://schemas.openxmlformats.org/drawingml/2006/main">
            <a:srgbClr val="F0F5ED"/>
          </a:solidFill>
          <a:ln xmlns:a="http://schemas.openxmlformats.org/drawingml/2006/main" w="9525">
            <a:solidFill>
              <a:srgbClr val="DAE2D8"/>
            </a:solidFill>
          </a:ln>
        </p:spPr>
      </p:sp>
      <p:sp>
        <p:nvSpPr>
          <p:cNvPr id="18" name="text-72">
            <a:extLst xmlns:a="http://schemas.openxmlformats.org/drawingml/2006/main">
              <a:ext uri="{FF2B5EF4-FFF2-40B4-BE49-F238E27FC236}">
                <a16:creationId xmlns:a16="http://schemas.microsoft.com/office/drawing/2014/main" id="{C66A2459-86BC-412C-A311-C4E87442A786}"/>
              </a:ext>
            </a:extLst>
          </p:cNvPr>
          <p:cNvSpPr>
            <a:spLocks xmlns:a="http://schemas.openxmlformats.org/drawingml/2006/main" noGrp="1"/>
          </p:cNvSpPr>
          <p:nvPr/>
        </p:nvSpPr>
        <p:spPr>
          <a:xfrm xmlns:a="http://schemas.openxmlformats.org/drawingml/2006/main">
            <a:off x="9763125" y="2276475"/>
            <a:ext cx="1714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4221A"/>
                </a:solidFill>
                <a:latin typeface="Inter"/>
                <a:ea typeface="Inter"/>
                <a:cs typeface="Inter"/>
              </a:defRPr>
            </a:defPPr>
            <a:lvl1pPr>
              <a:defRPr sz="1875" b="1">
                <a:solidFill>
                  <a:srgbClr val="14221A"/>
                </a:solidFill>
                <a:latin typeface="Inter"/>
                <a:ea typeface="Inter"/>
                <a:cs typeface="Inter"/>
              </a:defRPr>
            </a:lvl1pPr>
            <a:lvl2pPr>
              <a:defRPr sz="1875" b="1">
                <a:solidFill>
                  <a:srgbClr val="14221A"/>
                </a:solidFill>
                <a:latin typeface="Inter"/>
                <a:ea typeface="Inter"/>
                <a:cs typeface="Inter"/>
              </a:defRPr>
            </a:lvl2pPr>
            <a:lvl3pPr>
              <a:defRPr sz="1875" b="1">
                <a:solidFill>
                  <a:srgbClr val="14221A"/>
                </a:solidFill>
                <a:latin typeface="Inter"/>
                <a:ea typeface="Inter"/>
                <a:cs typeface="Inter"/>
              </a:defRPr>
            </a:lvl3pPr>
            <a:lvl4pPr>
              <a:defRPr sz="1875" b="1">
                <a:solidFill>
                  <a:srgbClr val="14221A"/>
                </a:solidFill>
                <a:latin typeface="Inter"/>
                <a:ea typeface="Inter"/>
                <a:cs typeface="Inter"/>
              </a:defRPr>
            </a:lvl4pPr>
            <a:lvl5pPr>
              <a:defRPr sz="1875" b="1">
                <a:solidFill>
                  <a:srgbClr val="14221A"/>
                </a:solidFill>
                <a:latin typeface="Inter"/>
                <a:ea typeface="Inter"/>
                <a:cs typeface="Inter"/>
              </a:defRPr>
            </a:lvl5pPr>
            <a:lvl6pPr>
              <a:defRPr sz="1875" b="1">
                <a:solidFill>
                  <a:srgbClr val="14221A"/>
                </a:solidFill>
                <a:latin typeface="Inter"/>
                <a:ea typeface="Inter"/>
                <a:cs typeface="Inter"/>
              </a:defRPr>
            </a:lvl6pPr>
            <a:lvl7pPr>
              <a:defRPr sz="1875" b="1">
                <a:solidFill>
                  <a:srgbClr val="14221A"/>
                </a:solidFill>
                <a:latin typeface="Inter"/>
                <a:ea typeface="Inter"/>
                <a:cs typeface="Inter"/>
              </a:defRPr>
            </a:lvl7pPr>
            <a:lvl8pPr>
              <a:defRPr sz="1875" b="1">
                <a:solidFill>
                  <a:srgbClr val="14221A"/>
                </a:solidFill>
                <a:latin typeface="Inter"/>
                <a:ea typeface="Inter"/>
                <a:cs typeface="Inter"/>
              </a:defRPr>
            </a:lvl8pPr>
            <a:lvl9pPr>
              <a:defRPr sz="1875" b="1">
                <a:solidFill>
                  <a:srgbClr val="14221A"/>
                </a:solidFill>
                <a:latin typeface="Inter"/>
                <a:ea typeface="Inter"/>
                <a:cs typeface="Inter"/>
              </a:defRPr>
            </a:lvl9pPr>
          </a:lstStyle>
          <a:p xmlns:a="http://schemas.openxmlformats.org/drawingml/2006/main">
            <a:pPr>
              <a:defRPr sz="1875" b="1">
                <a:solidFill>
                  <a:srgbClr val="14221A"/>
                </a:solidFill>
                <a:latin typeface="Inter"/>
                <a:ea typeface="Inter"/>
                <a:cs typeface="Inter"/>
              </a:defRPr>
            </a:pPr>
            <a:r>
              <a:rPr sz="1875" b="1">
                <a:solidFill>
                  <a:srgbClr val="14221A"/>
                </a:solidFill>
                <a:latin typeface="Inter"/>
                <a:ea typeface="Inter"/>
                <a:cs typeface="Inter"/>
              </a:rPr>
              <a:t>5  Resolve</a:t>
            </a:r>
          </a:p>
        </p:txBody>
      </p:sp>
      <p:sp>
        <p:nvSpPr>
          <p:cNvPr id="19" name="text-73">
            <a:extLst xmlns:a="http://schemas.openxmlformats.org/drawingml/2006/main">
              <a:ext uri="{FF2B5EF4-FFF2-40B4-BE49-F238E27FC236}">
                <a16:creationId xmlns:a16="http://schemas.microsoft.com/office/drawing/2014/main" id="{EC80EFEE-DF76-4495-8CC6-D6DC7E61A28C}"/>
              </a:ext>
            </a:extLst>
          </p:cNvPr>
          <p:cNvSpPr>
            <a:spLocks xmlns:a="http://schemas.openxmlformats.org/drawingml/2006/main" noGrp="1"/>
          </p:cNvSpPr>
          <p:nvPr/>
        </p:nvSpPr>
        <p:spPr>
          <a:xfrm xmlns:a="http://schemas.openxmlformats.org/drawingml/2006/main">
            <a:off x="9763125" y="2676525"/>
            <a:ext cx="1714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657167"/>
                </a:solidFill>
                <a:latin typeface="Inter"/>
                <a:ea typeface="Inter"/>
                <a:cs typeface="Inter"/>
              </a:defRPr>
            </a:defPPr>
            <a:lvl1pPr>
              <a:defRPr sz="1575" b="0">
                <a:solidFill>
                  <a:srgbClr val="657167"/>
                </a:solidFill>
                <a:latin typeface="Inter"/>
                <a:ea typeface="Inter"/>
                <a:cs typeface="Inter"/>
              </a:defRPr>
            </a:lvl1pPr>
            <a:lvl2pPr>
              <a:defRPr sz="1575" b="0">
                <a:solidFill>
                  <a:srgbClr val="657167"/>
                </a:solidFill>
                <a:latin typeface="Inter"/>
                <a:ea typeface="Inter"/>
                <a:cs typeface="Inter"/>
              </a:defRPr>
            </a:lvl2pPr>
            <a:lvl3pPr>
              <a:defRPr sz="1575" b="0">
                <a:solidFill>
                  <a:srgbClr val="657167"/>
                </a:solidFill>
                <a:latin typeface="Inter"/>
                <a:ea typeface="Inter"/>
                <a:cs typeface="Inter"/>
              </a:defRPr>
            </a:lvl3pPr>
            <a:lvl4pPr>
              <a:defRPr sz="1575" b="0">
                <a:solidFill>
                  <a:srgbClr val="657167"/>
                </a:solidFill>
                <a:latin typeface="Inter"/>
                <a:ea typeface="Inter"/>
                <a:cs typeface="Inter"/>
              </a:defRPr>
            </a:lvl4pPr>
            <a:lvl5pPr>
              <a:defRPr sz="1575" b="0">
                <a:solidFill>
                  <a:srgbClr val="657167"/>
                </a:solidFill>
                <a:latin typeface="Inter"/>
                <a:ea typeface="Inter"/>
                <a:cs typeface="Inter"/>
              </a:defRPr>
            </a:lvl5pPr>
            <a:lvl6pPr>
              <a:defRPr sz="1575" b="0">
                <a:solidFill>
                  <a:srgbClr val="657167"/>
                </a:solidFill>
                <a:latin typeface="Inter"/>
                <a:ea typeface="Inter"/>
                <a:cs typeface="Inter"/>
              </a:defRPr>
            </a:lvl6pPr>
            <a:lvl7pPr>
              <a:defRPr sz="1575" b="0">
                <a:solidFill>
                  <a:srgbClr val="657167"/>
                </a:solidFill>
                <a:latin typeface="Inter"/>
                <a:ea typeface="Inter"/>
                <a:cs typeface="Inter"/>
              </a:defRPr>
            </a:lvl7pPr>
            <a:lvl8pPr>
              <a:defRPr sz="1575" b="0">
                <a:solidFill>
                  <a:srgbClr val="657167"/>
                </a:solidFill>
                <a:latin typeface="Inter"/>
                <a:ea typeface="Inter"/>
                <a:cs typeface="Inter"/>
              </a:defRPr>
            </a:lvl8pPr>
            <a:lvl9pPr>
              <a:defRPr sz="1575" b="0">
                <a:solidFill>
                  <a:srgbClr val="657167"/>
                </a:solidFill>
                <a:latin typeface="Inter"/>
                <a:ea typeface="Inter"/>
                <a:cs typeface="Inter"/>
              </a:defRPr>
            </a:lvl9pPr>
          </a:lstStyle>
          <a:p xmlns:a="http://schemas.openxmlformats.org/drawingml/2006/main">
            <a:pPr>
              <a:defRPr sz="1575" b="0">
                <a:solidFill>
                  <a:srgbClr val="657167"/>
                </a:solidFill>
                <a:latin typeface="Inter"/>
                <a:ea typeface="Inter"/>
                <a:cs typeface="Inter"/>
              </a:defRPr>
            </a:pPr>
            <a:r>
              <a:rPr sz="1575" b="0">
                <a:solidFill>
                  <a:srgbClr val="657167"/>
                </a:solidFill>
                <a:latin typeface="Inter"/>
                <a:ea typeface="Inter"/>
                <a:cs typeface="Inter"/>
              </a:rPr>
              <a:t>Owned result IDs</a:t>
            </a:r>
          </a:p>
          <a:p xmlns:a="http://schemas.openxmlformats.org/drawingml/2006/main">
            <a:pPr>
              <a:defRPr sz="1575" b="0">
                <a:solidFill>
                  <a:srgbClr val="657167"/>
                </a:solidFill>
                <a:latin typeface="Inter"/>
                <a:ea typeface="Inter"/>
                <a:cs typeface="Inter"/>
              </a:defRPr>
            </a:pPr>
            <a:r>
              <a:rPr sz="1575" b="0">
                <a:solidFill>
                  <a:srgbClr val="657167"/>
                </a:solidFill>
                <a:latin typeface="Inter"/>
                <a:ea typeface="Inter"/>
                <a:cs typeface="Inter"/>
              </a:rPr>
              <a:t>Commit reply</a:t>
            </a:r>
          </a:p>
        </p:txBody>
      </p:sp>
      <p:sp>
        <p:nvSpPr>
          <p:cNvPr id="24" name="text-74">
            <a:extLst xmlns:a="http://schemas.openxmlformats.org/drawingml/2006/main">
              <a:ext uri="{FF2B5EF4-FFF2-40B4-BE49-F238E27FC236}">
                <a16:creationId xmlns:a16="http://schemas.microsoft.com/office/drawing/2014/main" id="{9DC9565E-6598-44BC-8746-B899E453F784}"/>
              </a:ext>
            </a:extLst>
          </p:cNvPr>
          <p:cNvSpPr>
            <a:spLocks xmlns:a="http://schemas.openxmlformats.org/drawingml/2006/main" noGrp="1"/>
          </p:cNvSpPr>
          <p:nvPr/>
        </p:nvSpPr>
        <p:spPr>
          <a:xfrm xmlns:a="http://schemas.openxmlformats.org/drawingml/2006/main">
            <a:off x="533400" y="3657600"/>
            <a:ext cx="1112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1B5E20"/>
                </a:solidFill>
                <a:latin typeface="Inter"/>
                <a:ea typeface="Inter"/>
                <a:cs typeface="Inter"/>
              </a:defRPr>
            </a:defPPr>
            <a:lvl1pPr>
              <a:defRPr sz="1800" b="1">
                <a:solidFill>
                  <a:srgbClr val="1B5E20"/>
                </a:solidFill>
                <a:latin typeface="Inter"/>
                <a:ea typeface="Inter"/>
                <a:cs typeface="Inter"/>
              </a:defRPr>
            </a:lvl1pPr>
            <a:lvl2pPr>
              <a:defRPr sz="1800" b="1">
                <a:solidFill>
                  <a:srgbClr val="1B5E20"/>
                </a:solidFill>
                <a:latin typeface="Inter"/>
                <a:ea typeface="Inter"/>
                <a:cs typeface="Inter"/>
              </a:defRPr>
            </a:lvl2pPr>
            <a:lvl3pPr>
              <a:defRPr sz="1800" b="1">
                <a:solidFill>
                  <a:srgbClr val="1B5E20"/>
                </a:solidFill>
                <a:latin typeface="Inter"/>
                <a:ea typeface="Inter"/>
                <a:cs typeface="Inter"/>
              </a:defRPr>
            </a:lvl3pPr>
            <a:lvl4pPr>
              <a:defRPr sz="1800" b="1">
                <a:solidFill>
                  <a:srgbClr val="1B5E20"/>
                </a:solidFill>
                <a:latin typeface="Inter"/>
                <a:ea typeface="Inter"/>
                <a:cs typeface="Inter"/>
              </a:defRPr>
            </a:lvl4pPr>
            <a:lvl5pPr>
              <a:defRPr sz="1800" b="1">
                <a:solidFill>
                  <a:srgbClr val="1B5E20"/>
                </a:solidFill>
                <a:latin typeface="Inter"/>
                <a:ea typeface="Inter"/>
                <a:cs typeface="Inter"/>
              </a:defRPr>
            </a:lvl5pPr>
            <a:lvl6pPr>
              <a:defRPr sz="1800" b="1">
                <a:solidFill>
                  <a:srgbClr val="1B5E20"/>
                </a:solidFill>
                <a:latin typeface="Inter"/>
                <a:ea typeface="Inter"/>
                <a:cs typeface="Inter"/>
              </a:defRPr>
            </a:lvl6pPr>
            <a:lvl7pPr>
              <a:defRPr sz="1800" b="1">
                <a:solidFill>
                  <a:srgbClr val="1B5E20"/>
                </a:solidFill>
                <a:latin typeface="Inter"/>
                <a:ea typeface="Inter"/>
                <a:cs typeface="Inter"/>
              </a:defRPr>
            </a:lvl7pPr>
            <a:lvl8pPr>
              <a:defRPr sz="1800" b="1">
                <a:solidFill>
                  <a:srgbClr val="1B5E20"/>
                </a:solidFill>
                <a:latin typeface="Inter"/>
                <a:ea typeface="Inter"/>
                <a:cs typeface="Inter"/>
              </a:defRPr>
            </a:lvl8pPr>
            <a:lvl9pPr>
              <a:defRPr sz="1800" b="1">
                <a:solidFill>
                  <a:srgbClr val="1B5E20"/>
                </a:solidFill>
                <a:latin typeface="Inter"/>
                <a:ea typeface="Inter"/>
                <a:cs typeface="Inter"/>
              </a:defRPr>
            </a:lvl9pPr>
          </a:lstStyle>
          <a:p xmlns:a="http://schemas.openxmlformats.org/drawingml/2006/main">
            <a:pPr>
              <a:defRPr sz="1800" b="1">
                <a:solidFill>
                  <a:srgbClr val="1B5E20"/>
                </a:solidFill>
                <a:latin typeface="Inter"/>
                <a:ea typeface="Inter"/>
                <a:cs typeface="Inter"/>
              </a:defRPr>
            </a:pPr>
            <a:r>
              <a:rPr sz="1800" b="1">
                <a:solidFill>
                  <a:srgbClr val="1B5E20"/>
                </a:solidFill>
                <a:latin typeface="Inter"/>
                <a:ea typeface="Inter"/>
                <a:cs typeface="Inter"/>
              </a:rPr>
              <a:t>After a tool result, invoke the runtime again with its saved result ID and summary.</a:t>
            </a:r>
          </a:p>
        </p:txBody>
      </p:sp>
      <p:sp>
        <p:nvSpPr>
          <p:cNvPr id="25" name="node-75">
            <a:extLst xmlns:a="http://schemas.openxmlformats.org/drawingml/2006/main">
              <a:ext uri="{FF2B5EF4-FFF2-40B4-BE49-F238E27FC236}">
                <a16:creationId xmlns:a16="http://schemas.microsoft.com/office/drawing/2014/main" id="{54A73884-53D5-4570-8A65-28468D680B27}"/>
              </a:ext>
            </a:extLst>
          </p:cNvPr>
          <p:cNvSpPr>
            <a:spLocks xmlns:a="http://schemas.openxmlformats.org/drawingml/2006/main" noGrp="1"/>
          </p:cNvSpPr>
          <p:nvPr/>
        </p:nvSpPr>
        <p:spPr>
          <a:xfrm xmlns:a="http://schemas.openxmlformats.org/drawingml/2006/main">
            <a:off x="533400" y="4286250"/>
            <a:ext cx="6019800" cy="1924050"/>
          </a:xfrm>
          <a:prstGeom xmlns:a="http://schemas.openxmlformats.org/drawingml/2006/main" prst="rect">
            <a:avLst/>
          </a:prstGeom>
          <a:solidFill xmlns:a="http://schemas.openxmlformats.org/drawingml/2006/main">
            <a:srgbClr val="14221A"/>
          </a:solidFill>
          <a:ln xmlns:a="http://schemas.openxmlformats.org/drawingml/2006/main" w="0">
            <a:noFill/>
          </a:ln>
        </p:spPr>
      </p:sp>
      <p:sp>
        <p:nvSpPr>
          <p:cNvPr id="26" name="text-76">
            <a:extLst xmlns:a="http://schemas.openxmlformats.org/drawingml/2006/main">
              <a:ext uri="{FF2B5EF4-FFF2-40B4-BE49-F238E27FC236}">
                <a16:creationId xmlns:a16="http://schemas.microsoft.com/office/drawing/2014/main" id="{61BB3754-37C5-4892-B21F-56412CCEA553}"/>
              </a:ext>
            </a:extLst>
          </p:cNvPr>
          <p:cNvSpPr>
            <a:spLocks xmlns:a="http://schemas.openxmlformats.org/drawingml/2006/main" noGrp="1"/>
          </p:cNvSpPr>
          <p:nvPr/>
        </p:nvSpPr>
        <p:spPr>
          <a:xfrm xmlns:a="http://schemas.openxmlformats.org/drawingml/2006/main">
            <a:off x="723900" y="4467225"/>
            <a:ext cx="5638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FFFFFF"/>
                </a:solidFill>
                <a:latin typeface="Inter"/>
                <a:ea typeface="Inter"/>
                <a:cs typeface="Inter"/>
              </a:defRPr>
            </a:defPPr>
            <a:lvl1pPr>
              <a:defRPr sz="1725" b="1">
                <a:solidFill>
                  <a:srgbClr val="FFFFFF"/>
                </a:solidFill>
                <a:latin typeface="Inter"/>
                <a:ea typeface="Inter"/>
                <a:cs typeface="Inter"/>
              </a:defRPr>
            </a:lvl1pPr>
            <a:lvl2pPr>
              <a:defRPr sz="1725" b="1">
                <a:solidFill>
                  <a:srgbClr val="FFFFFF"/>
                </a:solidFill>
                <a:latin typeface="Inter"/>
                <a:ea typeface="Inter"/>
                <a:cs typeface="Inter"/>
              </a:defRPr>
            </a:lvl2pPr>
            <a:lvl3pPr>
              <a:defRPr sz="1725" b="1">
                <a:solidFill>
                  <a:srgbClr val="FFFFFF"/>
                </a:solidFill>
                <a:latin typeface="Inter"/>
                <a:ea typeface="Inter"/>
                <a:cs typeface="Inter"/>
              </a:defRPr>
            </a:lvl3pPr>
            <a:lvl4pPr>
              <a:defRPr sz="1725" b="1">
                <a:solidFill>
                  <a:srgbClr val="FFFFFF"/>
                </a:solidFill>
                <a:latin typeface="Inter"/>
                <a:ea typeface="Inter"/>
                <a:cs typeface="Inter"/>
              </a:defRPr>
            </a:lvl4pPr>
            <a:lvl5pPr>
              <a:defRPr sz="1725" b="1">
                <a:solidFill>
                  <a:srgbClr val="FFFFFF"/>
                </a:solidFill>
                <a:latin typeface="Inter"/>
                <a:ea typeface="Inter"/>
                <a:cs typeface="Inter"/>
              </a:defRPr>
            </a:lvl5pPr>
            <a:lvl6pPr>
              <a:defRPr sz="1725" b="1">
                <a:solidFill>
                  <a:srgbClr val="FFFFFF"/>
                </a:solidFill>
                <a:latin typeface="Inter"/>
                <a:ea typeface="Inter"/>
                <a:cs typeface="Inter"/>
              </a:defRPr>
            </a:lvl6pPr>
            <a:lvl7pPr>
              <a:defRPr sz="1725" b="1">
                <a:solidFill>
                  <a:srgbClr val="FFFFFF"/>
                </a:solidFill>
                <a:latin typeface="Inter"/>
                <a:ea typeface="Inter"/>
                <a:cs typeface="Inter"/>
              </a:defRPr>
            </a:lvl7pPr>
            <a:lvl8pPr>
              <a:defRPr sz="1725" b="1">
                <a:solidFill>
                  <a:srgbClr val="FFFFFF"/>
                </a:solidFill>
                <a:latin typeface="Inter"/>
                <a:ea typeface="Inter"/>
                <a:cs typeface="Inter"/>
              </a:defRPr>
            </a:lvl8pPr>
            <a:lvl9pPr>
              <a:defRPr sz="1725" b="1">
                <a:solidFill>
                  <a:srgbClr val="FFFFFF"/>
                </a:solidFill>
                <a:latin typeface="Inter"/>
                <a:ea typeface="Inter"/>
                <a:cs typeface="Inter"/>
              </a:defRPr>
            </a:lvl9pPr>
          </a:lstStyle>
          <a:p xmlns:a="http://schemas.openxmlformats.org/drawingml/2006/main">
            <a:pPr>
              <a:defRPr sz="1725" b="1">
                <a:solidFill>
                  <a:srgbClr val="FFFFFF"/>
                </a:solidFill>
                <a:latin typeface="Inter"/>
                <a:ea typeface="Inter"/>
                <a:cs typeface="Inter"/>
              </a:defRPr>
            </a:pPr>
            <a:r>
              <a:rPr sz="1725" b="1">
                <a:solidFill>
                  <a:srgbClr val="FFFFFF"/>
                </a:solidFill>
                <a:latin typeface="Inter"/>
                <a:ea typeface="Inter"/>
                <a:cs typeface="Inter"/>
              </a:rPr>
              <a:t>AgentResponse v1</a:t>
            </a:r>
          </a:p>
        </p:txBody>
      </p:sp>
      <p:sp>
        <p:nvSpPr>
          <p:cNvPr id="27" name="text-77">
            <a:extLst xmlns:a="http://schemas.openxmlformats.org/drawingml/2006/main">
              <a:ext uri="{FF2B5EF4-FFF2-40B4-BE49-F238E27FC236}">
                <a16:creationId xmlns:a16="http://schemas.microsoft.com/office/drawing/2014/main" id="{03F7ACE5-D72D-4CA7-A09A-CF9E44435B34}"/>
              </a:ext>
            </a:extLst>
          </p:cNvPr>
          <p:cNvSpPr>
            <a:spLocks xmlns:a="http://schemas.openxmlformats.org/drawingml/2006/main" noGrp="1"/>
          </p:cNvSpPr>
          <p:nvPr/>
        </p:nvSpPr>
        <p:spPr>
          <a:xfrm xmlns:a="http://schemas.openxmlformats.org/drawingml/2006/main">
            <a:off x="723900" y="4867275"/>
            <a:ext cx="56388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E7F1E1"/>
                </a:solidFill>
                <a:latin typeface="Inter"/>
                <a:ea typeface="Inter"/>
                <a:cs typeface="Inter"/>
              </a:defRPr>
            </a:defPPr>
            <a:lvl1pPr>
              <a:defRPr sz="1725" b="0">
                <a:solidFill>
                  <a:srgbClr val="E7F1E1"/>
                </a:solidFill>
                <a:latin typeface="Inter"/>
                <a:ea typeface="Inter"/>
                <a:cs typeface="Inter"/>
              </a:defRPr>
            </a:lvl1pPr>
            <a:lvl2pPr>
              <a:defRPr sz="1725" b="0">
                <a:solidFill>
                  <a:srgbClr val="E7F1E1"/>
                </a:solidFill>
                <a:latin typeface="Inter"/>
                <a:ea typeface="Inter"/>
                <a:cs typeface="Inter"/>
              </a:defRPr>
            </a:lvl2pPr>
            <a:lvl3pPr>
              <a:defRPr sz="1725" b="0">
                <a:solidFill>
                  <a:srgbClr val="E7F1E1"/>
                </a:solidFill>
                <a:latin typeface="Inter"/>
                <a:ea typeface="Inter"/>
                <a:cs typeface="Inter"/>
              </a:defRPr>
            </a:lvl3pPr>
            <a:lvl4pPr>
              <a:defRPr sz="1725" b="0">
                <a:solidFill>
                  <a:srgbClr val="E7F1E1"/>
                </a:solidFill>
                <a:latin typeface="Inter"/>
                <a:ea typeface="Inter"/>
                <a:cs typeface="Inter"/>
              </a:defRPr>
            </a:lvl4pPr>
            <a:lvl5pPr>
              <a:defRPr sz="1725" b="0">
                <a:solidFill>
                  <a:srgbClr val="E7F1E1"/>
                </a:solidFill>
                <a:latin typeface="Inter"/>
                <a:ea typeface="Inter"/>
                <a:cs typeface="Inter"/>
              </a:defRPr>
            </a:lvl5pPr>
            <a:lvl6pPr>
              <a:defRPr sz="1725" b="0">
                <a:solidFill>
                  <a:srgbClr val="E7F1E1"/>
                </a:solidFill>
                <a:latin typeface="Inter"/>
                <a:ea typeface="Inter"/>
                <a:cs typeface="Inter"/>
              </a:defRPr>
            </a:lvl6pPr>
            <a:lvl7pPr>
              <a:defRPr sz="1725" b="0">
                <a:solidFill>
                  <a:srgbClr val="E7F1E1"/>
                </a:solidFill>
                <a:latin typeface="Inter"/>
                <a:ea typeface="Inter"/>
                <a:cs typeface="Inter"/>
              </a:defRPr>
            </a:lvl7pPr>
            <a:lvl8pPr>
              <a:defRPr sz="1725" b="0">
                <a:solidFill>
                  <a:srgbClr val="E7F1E1"/>
                </a:solidFill>
                <a:latin typeface="Inter"/>
                <a:ea typeface="Inter"/>
                <a:cs typeface="Inter"/>
              </a:defRPr>
            </a:lvl8pPr>
            <a:lvl9pPr>
              <a:defRPr sz="1725" b="0">
                <a:solidFill>
                  <a:srgbClr val="E7F1E1"/>
                </a:solidFill>
                <a:latin typeface="Inter"/>
                <a:ea typeface="Inter"/>
                <a:cs typeface="Inter"/>
              </a:defRPr>
            </a:lvl9pPr>
          </a:lstStyle>
          <a:p xmlns:a="http://schemas.openxmlformats.org/drawingml/2006/main">
            <a:pPr>
              <a:defRPr sz="1725" b="0">
                <a:solidFill>
                  <a:srgbClr val="E7F1E1"/>
                </a:solidFill>
                <a:latin typeface="Inter"/>
                <a:ea typeface="Inter"/>
                <a:cs typeface="Inter"/>
              </a:defRPr>
            </a:pPr>
            <a:r>
              <a:rPr sz="1725" b="0">
                <a:solidFill>
                  <a:srgbClr val="E7F1E1"/>
                </a:solidFill>
                <a:latin typeface="Inter"/>
                <a:ea typeface="Inter"/>
                <a:cs typeface="Inter"/>
              </a:rPr>
              <a:t>{ "version": 1, "blocks": [</a:t>
            </a:r>
          </a:p>
          <a:p xmlns:a="http://schemas.openxmlformats.org/drawingml/2006/main">
            <a:pPr>
              <a:defRPr sz="1725" b="0">
                <a:solidFill>
                  <a:srgbClr val="E7F1E1"/>
                </a:solidFill>
                <a:latin typeface="Inter"/>
                <a:ea typeface="Inter"/>
                <a:cs typeface="Inter"/>
              </a:defRPr>
            </a:pPr>
            <a:r>
              <a:rPr sz="1725" b="0">
                <a:solidFill>
                  <a:srgbClr val="E7F1E1"/>
                </a:solidFill>
                <a:latin typeface="Inter"/>
                <a:ea typeface="Inter"/>
                <a:cs typeface="Inter"/>
              </a:rPr>
              <a:t>  { "type": "markdown", "text": "…" },</a:t>
            </a:r>
          </a:p>
          <a:p xmlns:a="http://schemas.openxmlformats.org/drawingml/2006/main">
            <a:pPr>
              <a:defRPr sz="1725" b="0">
                <a:solidFill>
                  <a:srgbClr val="E7F1E1"/>
                </a:solidFill>
                <a:latin typeface="Inter"/>
                <a:ea typeface="Inter"/>
                <a:cs typeface="Inter"/>
              </a:defRPr>
            </a:pPr>
            <a:r>
              <a:rPr sz="1725" b="0">
                <a:solidFill>
                  <a:srgbClr val="E7F1E1"/>
                </a:solidFill>
                <a:latin typeface="Inter"/>
                <a:ea typeface="Inter"/>
                <a:cs typeface="Inter"/>
              </a:rPr>
              <a:t>  { "type": "annotation_result",</a:t>
            </a:r>
          </a:p>
          <a:p xmlns:a="http://schemas.openxmlformats.org/drawingml/2006/main">
            <a:pPr>
              <a:defRPr sz="1725" b="0">
                <a:solidFill>
                  <a:srgbClr val="E7F1E1"/>
                </a:solidFill>
                <a:latin typeface="Inter"/>
                <a:ea typeface="Inter"/>
                <a:cs typeface="Inter"/>
              </a:defRPr>
            </a:pPr>
            <a:r>
              <a:rPr sz="1725" b="0">
                <a:solidFill>
                  <a:srgbClr val="E7F1E1"/>
                </a:solidFill>
                <a:latin typeface="Inter"/>
                <a:ea typeface="Inter"/>
                <a:cs typeface="Inter"/>
              </a:rPr>
              <a:t>    "entryId": "&lt;saved-run UUID&gt;" }</a:t>
            </a:r>
          </a:p>
          <a:p xmlns:a="http://schemas.openxmlformats.org/drawingml/2006/main">
            <a:pPr>
              <a:defRPr sz="1725" b="0">
                <a:solidFill>
                  <a:srgbClr val="E7F1E1"/>
                </a:solidFill>
                <a:latin typeface="Inter"/>
                <a:ea typeface="Inter"/>
                <a:cs typeface="Inter"/>
              </a:defRPr>
            </a:pPr>
            <a:r>
              <a:rPr sz="1725" b="0">
                <a:solidFill>
                  <a:srgbClr val="E7F1E1"/>
                </a:solidFill>
                <a:latin typeface="Inter"/>
                <a:ea typeface="Inter"/>
                <a:cs typeface="Inter"/>
              </a:rPr>
              <a:t>]}</a:t>
            </a:r>
          </a:p>
        </p:txBody>
      </p:sp>
      <p:sp>
        <p:nvSpPr>
          <p:cNvPr id="28" name="text-78">
            <a:extLst xmlns:a="http://schemas.openxmlformats.org/drawingml/2006/main">
              <a:ext uri="{FF2B5EF4-FFF2-40B4-BE49-F238E27FC236}">
                <a16:creationId xmlns:a16="http://schemas.microsoft.com/office/drawing/2014/main" id="{C7107D46-50CC-495E-ADA0-FE3E90F8C633}"/>
              </a:ext>
            </a:extLst>
          </p:cNvPr>
          <p:cNvSpPr>
            <a:spLocks xmlns:a="http://schemas.openxmlformats.org/drawingml/2006/main" noGrp="1"/>
          </p:cNvSpPr>
          <p:nvPr/>
        </p:nvSpPr>
        <p:spPr>
          <a:xfrm xmlns:a="http://schemas.openxmlformats.org/drawingml/2006/main">
            <a:off x="7048500" y="4352925"/>
            <a:ext cx="4610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4221A"/>
                </a:solidFill>
                <a:latin typeface="Inter"/>
                <a:ea typeface="Inter"/>
                <a:cs typeface="Inter"/>
              </a:defRPr>
            </a:defPPr>
            <a:lvl1pPr>
              <a:defRPr sz="2025" b="1">
                <a:solidFill>
                  <a:srgbClr val="14221A"/>
                </a:solidFill>
                <a:latin typeface="Inter"/>
                <a:ea typeface="Inter"/>
                <a:cs typeface="Inter"/>
              </a:defRPr>
            </a:lvl1pPr>
            <a:lvl2pPr>
              <a:defRPr sz="2025" b="1">
                <a:solidFill>
                  <a:srgbClr val="14221A"/>
                </a:solidFill>
                <a:latin typeface="Inter"/>
                <a:ea typeface="Inter"/>
                <a:cs typeface="Inter"/>
              </a:defRPr>
            </a:lvl2pPr>
            <a:lvl3pPr>
              <a:defRPr sz="2025" b="1">
                <a:solidFill>
                  <a:srgbClr val="14221A"/>
                </a:solidFill>
                <a:latin typeface="Inter"/>
                <a:ea typeface="Inter"/>
                <a:cs typeface="Inter"/>
              </a:defRPr>
            </a:lvl3pPr>
            <a:lvl4pPr>
              <a:defRPr sz="2025" b="1">
                <a:solidFill>
                  <a:srgbClr val="14221A"/>
                </a:solidFill>
                <a:latin typeface="Inter"/>
                <a:ea typeface="Inter"/>
                <a:cs typeface="Inter"/>
              </a:defRPr>
            </a:lvl4pPr>
            <a:lvl5pPr>
              <a:defRPr sz="2025" b="1">
                <a:solidFill>
                  <a:srgbClr val="14221A"/>
                </a:solidFill>
                <a:latin typeface="Inter"/>
                <a:ea typeface="Inter"/>
                <a:cs typeface="Inter"/>
              </a:defRPr>
            </a:lvl5pPr>
            <a:lvl6pPr>
              <a:defRPr sz="2025" b="1">
                <a:solidFill>
                  <a:srgbClr val="14221A"/>
                </a:solidFill>
                <a:latin typeface="Inter"/>
                <a:ea typeface="Inter"/>
                <a:cs typeface="Inter"/>
              </a:defRPr>
            </a:lvl6pPr>
            <a:lvl7pPr>
              <a:defRPr sz="2025" b="1">
                <a:solidFill>
                  <a:srgbClr val="14221A"/>
                </a:solidFill>
                <a:latin typeface="Inter"/>
                <a:ea typeface="Inter"/>
                <a:cs typeface="Inter"/>
              </a:defRPr>
            </a:lvl7pPr>
            <a:lvl8pPr>
              <a:defRPr sz="2025" b="1">
                <a:solidFill>
                  <a:srgbClr val="14221A"/>
                </a:solidFill>
                <a:latin typeface="Inter"/>
                <a:ea typeface="Inter"/>
                <a:cs typeface="Inter"/>
              </a:defRPr>
            </a:lvl8pPr>
            <a:lvl9pPr>
              <a:defRPr sz="2025" b="1">
                <a:solidFill>
                  <a:srgbClr val="14221A"/>
                </a:solidFill>
                <a:latin typeface="Inter"/>
                <a:ea typeface="Inter"/>
                <a:cs typeface="Inter"/>
              </a:defRPr>
            </a:lvl9pPr>
          </a:lstStyle>
          <a:p xmlns:a="http://schemas.openxmlformats.org/drawingml/2006/main">
            <a:pPr>
              <a:defRPr sz="2025" b="1">
                <a:solidFill>
                  <a:srgbClr val="14221A"/>
                </a:solidFill>
                <a:latin typeface="Inter"/>
                <a:ea typeface="Inter"/>
                <a:cs typeface="Inter"/>
              </a:defRPr>
            </a:pPr>
            <a:r>
              <a:rPr sz="2025" b="1">
                <a:solidFill>
                  <a:srgbClr val="14221A"/>
                </a:solidFill>
                <a:latin typeface="Inter"/>
                <a:ea typeface="Inter"/>
                <a:cs typeface="Inter"/>
              </a:rPr>
              <a:t>The server resolves canonical data</a:t>
            </a:r>
          </a:p>
        </p:txBody>
      </p:sp>
      <p:sp>
        <p:nvSpPr>
          <p:cNvPr id="29" name="text-79">
            <a:extLst xmlns:a="http://schemas.openxmlformats.org/drawingml/2006/main">
              <a:ext uri="{FF2B5EF4-FFF2-40B4-BE49-F238E27FC236}">
                <a16:creationId xmlns:a16="http://schemas.microsoft.com/office/drawing/2014/main" id="{4F66805F-FB12-4E20-8215-E990AA69CAF3}"/>
              </a:ext>
            </a:extLst>
          </p:cNvPr>
          <p:cNvSpPr>
            <a:spLocks xmlns:a="http://schemas.openxmlformats.org/drawingml/2006/main" noGrp="1"/>
          </p:cNvSpPr>
          <p:nvPr/>
        </p:nvSpPr>
        <p:spPr>
          <a:xfrm xmlns:a="http://schemas.openxmlformats.org/drawingml/2006/main">
            <a:off x="7048500" y="4886325"/>
            <a:ext cx="46101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657167"/>
                </a:solidFill>
                <a:latin typeface="Inter"/>
                <a:ea typeface="Inter"/>
                <a:cs typeface="Inter"/>
              </a:defRPr>
            </a:defPPr>
            <a:lvl1pPr>
              <a:defRPr sz="1800" b="0">
                <a:solidFill>
                  <a:srgbClr val="657167"/>
                </a:solidFill>
                <a:latin typeface="Inter"/>
                <a:ea typeface="Inter"/>
                <a:cs typeface="Inter"/>
              </a:defRPr>
            </a:lvl1pPr>
            <a:lvl2pPr>
              <a:defRPr sz="1800" b="0">
                <a:solidFill>
                  <a:srgbClr val="657167"/>
                </a:solidFill>
                <a:latin typeface="Inter"/>
                <a:ea typeface="Inter"/>
                <a:cs typeface="Inter"/>
              </a:defRPr>
            </a:lvl2pPr>
            <a:lvl3pPr>
              <a:defRPr sz="1800" b="0">
                <a:solidFill>
                  <a:srgbClr val="657167"/>
                </a:solidFill>
                <a:latin typeface="Inter"/>
                <a:ea typeface="Inter"/>
                <a:cs typeface="Inter"/>
              </a:defRPr>
            </a:lvl3pPr>
            <a:lvl4pPr>
              <a:defRPr sz="1800" b="0">
                <a:solidFill>
                  <a:srgbClr val="657167"/>
                </a:solidFill>
                <a:latin typeface="Inter"/>
                <a:ea typeface="Inter"/>
                <a:cs typeface="Inter"/>
              </a:defRPr>
            </a:lvl4pPr>
            <a:lvl5pPr>
              <a:defRPr sz="1800" b="0">
                <a:solidFill>
                  <a:srgbClr val="657167"/>
                </a:solidFill>
                <a:latin typeface="Inter"/>
                <a:ea typeface="Inter"/>
                <a:cs typeface="Inter"/>
              </a:defRPr>
            </a:lvl5pPr>
            <a:lvl6pPr>
              <a:defRPr sz="1800" b="0">
                <a:solidFill>
                  <a:srgbClr val="657167"/>
                </a:solidFill>
                <a:latin typeface="Inter"/>
                <a:ea typeface="Inter"/>
                <a:cs typeface="Inter"/>
              </a:defRPr>
            </a:lvl6pPr>
            <a:lvl7pPr>
              <a:defRPr sz="1800" b="0">
                <a:solidFill>
                  <a:srgbClr val="657167"/>
                </a:solidFill>
                <a:latin typeface="Inter"/>
                <a:ea typeface="Inter"/>
                <a:cs typeface="Inter"/>
              </a:defRPr>
            </a:lvl7pPr>
            <a:lvl8pPr>
              <a:defRPr sz="1800" b="0">
                <a:solidFill>
                  <a:srgbClr val="657167"/>
                </a:solidFill>
                <a:latin typeface="Inter"/>
                <a:ea typeface="Inter"/>
                <a:cs typeface="Inter"/>
              </a:defRPr>
            </a:lvl8pPr>
            <a:lvl9pPr>
              <a:defRPr sz="1800" b="0">
                <a:solidFill>
                  <a:srgbClr val="657167"/>
                </a:solidFill>
                <a:latin typeface="Inter"/>
                <a:ea typeface="Inter"/>
                <a:cs typeface="Inter"/>
              </a:defRPr>
            </a:lvl9pPr>
          </a:lstStyle>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1–12 blocks. Strict keys and UUIDs.</a:t>
            </a:r>
          </a:p>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At most 4 tools in a turn.</a:t>
            </a:r>
          </a:p>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Cards use a fixed React registry.</a:t>
            </a:r>
          </a:p>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Plot arrays stay in analysis_runs.</a:t>
            </a:r>
          </a:p>
        </p:txBody>
      </p:sp>
    </p:spTree>
    <p:extLst>
      <p:ext uri="{BB962C8B-B14F-4D97-AF65-F5344CB8AC3E}">
        <p14:creationId xmlns:p14="http://schemas.microsoft.com/office/powerpoint/2010/main" val="201597162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31" name="">
            <a:extLst xmlns:a="http://schemas.openxmlformats.org/drawingml/2006/main">
              <a:ext uri="{FF2B5EF4-FFF2-40B4-BE49-F238E27FC236}">
                <a16:creationId xmlns:a16="http://schemas.microsoft.com/office/drawing/2014/main" id="{689A7620-F9C8-4DFA-A099-BFC603A0D28C}"/>
              </a:ext>
            </a:extLst>
          </p:cNvPr>
          <p:cNvCxnSpPr>
            <a:stCxn xmlns:a="http://schemas.openxmlformats.org/drawingml/2006/main" id="23" idx="1"/>
            <a:endCxn xmlns:a="http://schemas.openxmlformats.org/drawingml/2006/main" id="26" idx="3"/>
          </p:cNvCxnSpPr>
          <p:nvPr/>
        </p:nvCxnSpPr>
        <p:spPr>
          <a:xfrm xmlns:a="http://schemas.openxmlformats.org/drawingml/2006/main" flipH="1">
            <a:off x="5867400" y="4276725"/>
            <a:ext cx="457200" cy="0"/>
          </a:xfrm>
          <a:prstGeom xmlns:a="http://schemas.openxmlformats.org/drawingml/2006/main" prst="straightConnector1">
            <a:avLst/>
          </a:prstGeom>
          <a:ln xmlns:a="http://schemas.openxmlformats.org/drawingml/2006/main" w="19050">
            <a:solidFill>
              <a:srgbClr val="1B5E20"/>
            </a:solidFill>
            <a:tailEnd type="triangle" w="med" len="med"/>
          </a:ln>
        </p:spPr>
      </p:cxnSp>
      <p:cxnSp>
        <p:nvCxnSpPr>
          <p:cNvPr id="30" name="">
            <a:extLst xmlns:a="http://schemas.openxmlformats.org/drawingml/2006/main">
              <a:ext uri="{FF2B5EF4-FFF2-40B4-BE49-F238E27FC236}">
                <a16:creationId xmlns:a16="http://schemas.microsoft.com/office/drawing/2014/main" id="{F445CBD0-F919-4EE4-9CE0-E6CD4158500D}"/>
              </a:ext>
            </a:extLst>
          </p:cNvPr>
          <p:cNvCxnSpPr>
            <a:stCxn xmlns:a="http://schemas.openxmlformats.org/drawingml/2006/main" id="20" idx="1"/>
            <a:endCxn xmlns:a="http://schemas.openxmlformats.org/drawingml/2006/main" id="23" idx="3"/>
          </p:cNvCxnSpPr>
          <p:nvPr/>
        </p:nvCxnSpPr>
        <p:spPr>
          <a:xfrm xmlns:a="http://schemas.openxmlformats.org/drawingml/2006/main" flipH="1">
            <a:off x="8763000" y="4276725"/>
            <a:ext cx="457200" cy="0"/>
          </a:xfrm>
          <a:prstGeom xmlns:a="http://schemas.openxmlformats.org/drawingml/2006/main" prst="straightConnector1">
            <a:avLst/>
          </a:prstGeom>
          <a:ln xmlns:a="http://schemas.openxmlformats.org/drawingml/2006/main" w="19050">
            <a:solidFill>
              <a:srgbClr val="1B5E20"/>
            </a:solidFill>
            <a:tailEnd type="triangle" w="med" len="med"/>
          </a:ln>
        </p:spPr>
      </p:cxnSp>
      <p:cxnSp>
        <p:nvCxnSpPr>
          <p:cNvPr id="29" name="">
            <a:extLst xmlns:a="http://schemas.openxmlformats.org/drawingml/2006/main">
              <a:ext uri="{FF2B5EF4-FFF2-40B4-BE49-F238E27FC236}">
                <a16:creationId xmlns:a16="http://schemas.microsoft.com/office/drawing/2014/main" id="{8CE4AF47-3AF5-47E9-91A8-03A96AA258F2}"/>
              </a:ext>
            </a:extLst>
          </p:cNvPr>
          <p:cNvCxnSpPr>
            <a:stCxn xmlns:a="http://schemas.openxmlformats.org/drawingml/2006/main" id="14" idx="2"/>
            <a:endCxn xmlns:a="http://schemas.openxmlformats.org/drawingml/2006/main" id="20" idx="0"/>
          </p:cNvCxnSpPr>
          <p:nvPr/>
        </p:nvCxnSpPr>
        <p:spPr>
          <a:xfrm xmlns:a="http://schemas.openxmlformats.org/drawingml/2006/main">
            <a:off x="10439400" y="3067050"/>
            <a:ext cx="0" cy="733425"/>
          </a:xfrm>
          <a:prstGeom xmlns:a="http://schemas.openxmlformats.org/drawingml/2006/main" prst="straightConnector1">
            <a:avLst/>
          </a:prstGeom>
          <a:ln xmlns:a="http://schemas.openxmlformats.org/drawingml/2006/main" w="19050">
            <a:solidFill>
              <a:srgbClr val="1B5E20"/>
            </a:solidFill>
            <a:tailEnd type="triangle" w="med" len="med"/>
          </a:ln>
        </p:spPr>
      </p:cxnSp>
      <p:cxnSp>
        <p:nvCxnSpPr>
          <p:cNvPr id="19" name="">
            <a:extLst xmlns:a="http://schemas.openxmlformats.org/drawingml/2006/main">
              <a:ext uri="{FF2B5EF4-FFF2-40B4-BE49-F238E27FC236}">
                <a16:creationId xmlns:a16="http://schemas.microsoft.com/office/drawing/2014/main" id="{FC034D1A-3188-4172-B621-33546946B8DA}"/>
              </a:ext>
            </a:extLst>
          </p:cNvPr>
          <p:cNvCxnSpPr>
            <a:stCxn xmlns:a="http://schemas.openxmlformats.org/drawingml/2006/main" id="11" idx="3"/>
            <a:endCxn xmlns:a="http://schemas.openxmlformats.org/drawingml/2006/main" id="14" idx="1"/>
          </p:cNvCxnSpPr>
          <p:nvPr/>
        </p:nvCxnSpPr>
        <p:spPr>
          <a:xfrm xmlns:a="http://schemas.openxmlformats.org/drawingml/2006/main">
            <a:off x="8763000" y="2590800"/>
            <a:ext cx="457200" cy="0"/>
          </a:xfrm>
          <a:prstGeom xmlns:a="http://schemas.openxmlformats.org/drawingml/2006/main" prst="straightConnector1">
            <a:avLst/>
          </a:prstGeom>
          <a:ln xmlns:a="http://schemas.openxmlformats.org/drawingml/2006/main" w="19050">
            <a:solidFill>
              <a:srgbClr val="1B5E20"/>
            </a:solidFill>
            <a:tailEnd type="triangle" w="med" len="med"/>
          </a:ln>
        </p:spPr>
      </p:cxnSp>
      <p:cxnSp>
        <p:nvCxnSpPr>
          <p:cNvPr id="18" name="">
            <a:extLst xmlns:a="http://schemas.openxmlformats.org/drawingml/2006/main">
              <a:ext uri="{FF2B5EF4-FFF2-40B4-BE49-F238E27FC236}">
                <a16:creationId xmlns:a16="http://schemas.microsoft.com/office/drawing/2014/main" id="{650150F6-AAB7-48CD-87E6-79B823672696}"/>
              </a:ext>
            </a:extLst>
          </p:cNvPr>
          <p:cNvCxnSpPr>
            <a:stCxn xmlns:a="http://schemas.openxmlformats.org/drawingml/2006/main" id="8" idx="3"/>
            <a:endCxn xmlns:a="http://schemas.openxmlformats.org/drawingml/2006/main" id="11" idx="1"/>
          </p:cNvCxnSpPr>
          <p:nvPr/>
        </p:nvCxnSpPr>
        <p:spPr>
          <a:xfrm xmlns:a="http://schemas.openxmlformats.org/drawingml/2006/main">
            <a:off x="5867400" y="2590800"/>
            <a:ext cx="457200" cy="0"/>
          </a:xfrm>
          <a:prstGeom xmlns:a="http://schemas.openxmlformats.org/drawingml/2006/main" prst="straightConnector1">
            <a:avLst/>
          </a:prstGeom>
          <a:ln xmlns:a="http://schemas.openxmlformats.org/drawingml/2006/main" w="19050">
            <a:solidFill>
              <a:srgbClr val="1B5E20"/>
            </a:solidFill>
            <a:tailEnd type="triangle" w="med" len="med"/>
          </a:ln>
        </p:spPr>
      </p:cxnSp>
      <p:cxnSp>
        <p:nvCxnSpPr>
          <p:cNvPr id="17" name="">
            <a:extLst xmlns:a="http://schemas.openxmlformats.org/drawingml/2006/main">
              <a:ext uri="{FF2B5EF4-FFF2-40B4-BE49-F238E27FC236}">
                <a16:creationId xmlns:a16="http://schemas.microsoft.com/office/drawing/2014/main" id="{9C704261-3214-4C43-8049-8C40B5F8F316}"/>
              </a:ext>
            </a:extLst>
          </p:cNvPr>
          <p:cNvCxnSpPr>
            <a:stCxn xmlns:a="http://schemas.openxmlformats.org/drawingml/2006/main" id="5" idx="3"/>
            <a:endCxn xmlns:a="http://schemas.openxmlformats.org/drawingml/2006/main" id="8" idx="1"/>
          </p:cNvCxnSpPr>
          <p:nvPr/>
        </p:nvCxnSpPr>
        <p:spPr>
          <a:xfrm xmlns:a="http://schemas.openxmlformats.org/drawingml/2006/main">
            <a:off x="2971800" y="2590800"/>
            <a:ext cx="457200" cy="0"/>
          </a:xfrm>
          <a:prstGeom xmlns:a="http://schemas.openxmlformats.org/drawingml/2006/main" prst="straightConnector1">
            <a:avLst/>
          </a:prstGeom>
          <a:ln xmlns:a="http://schemas.openxmlformats.org/drawingml/2006/main" w="19050">
            <a:solidFill>
              <a:srgbClr val="1B5E20"/>
            </a:solidFill>
            <a:tailEnd type="triangle" w="med" len="med"/>
          </a:ln>
        </p:spPr>
      </p:cxnSp>
      <p:sp>
        <p:nvSpPr>
          <p:cNvPr id="39" name="text-80">
            <a:extLst xmlns:a="http://schemas.openxmlformats.org/drawingml/2006/main">
              <a:ext uri="{FF2B5EF4-FFF2-40B4-BE49-F238E27FC236}">
                <a16:creationId xmlns:a16="http://schemas.microsoft.com/office/drawing/2014/main" id="{37467A91-2A22-4D3B-9839-D8930D4EA8FC}"/>
              </a:ext>
            </a:extLst>
          </p:cNvPr>
          <p:cNvSpPr>
            <a:spLocks xmlns:a="http://schemas.openxmlformats.org/drawingml/2006/main" noGrp="1"/>
          </p:cNvSpPr>
          <p:nvPr/>
        </p:nvSpPr>
        <p:spPr>
          <a:xfrm xmlns:a="http://schemas.openxmlformats.org/drawingml/2006/main">
            <a:off x="533400" y="257175"/>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CELLORAS / ENGINEERING</a:t>
            </a:r>
          </a:p>
        </p:txBody>
      </p:sp>
      <p:sp>
        <p:nvSpPr>
          <p:cNvPr id="2" name="text-81">
            <a:extLst xmlns:a="http://schemas.openxmlformats.org/drawingml/2006/main">
              <a:ext uri="{FF2B5EF4-FFF2-40B4-BE49-F238E27FC236}">
                <a16:creationId xmlns:a16="http://schemas.microsoft.com/office/drawing/2014/main" id="{886FCEA7-C6A7-4F7B-8DF1-1259781FF7EB}"/>
              </a:ext>
            </a:extLst>
          </p:cNvPr>
          <p:cNvSpPr>
            <a:spLocks xmlns:a="http://schemas.openxmlformats.org/drawingml/2006/main" noGrp="1"/>
          </p:cNvSpPr>
          <p:nvPr/>
        </p:nvSpPr>
        <p:spPr>
          <a:xfrm xmlns:a="http://schemas.openxmlformats.org/drawingml/2006/main">
            <a:off x="533400" y="666750"/>
            <a:ext cx="11125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21A"/>
                </a:solidFill>
                <a:latin typeface="Inter"/>
                <a:ea typeface="Inter"/>
                <a:cs typeface="Inter"/>
              </a:defRPr>
            </a:defPPr>
            <a:lvl1pPr>
              <a:defRPr sz="3225" b="1">
                <a:solidFill>
                  <a:srgbClr val="14221A"/>
                </a:solidFill>
                <a:latin typeface="Inter"/>
                <a:ea typeface="Inter"/>
                <a:cs typeface="Inter"/>
              </a:defRPr>
            </a:lvl1pPr>
            <a:lvl2pPr>
              <a:defRPr sz="3225" b="1">
                <a:solidFill>
                  <a:srgbClr val="14221A"/>
                </a:solidFill>
                <a:latin typeface="Inter"/>
                <a:ea typeface="Inter"/>
                <a:cs typeface="Inter"/>
              </a:defRPr>
            </a:lvl2pPr>
            <a:lvl3pPr>
              <a:defRPr sz="3225" b="1">
                <a:solidFill>
                  <a:srgbClr val="14221A"/>
                </a:solidFill>
                <a:latin typeface="Inter"/>
                <a:ea typeface="Inter"/>
                <a:cs typeface="Inter"/>
              </a:defRPr>
            </a:lvl3pPr>
            <a:lvl4pPr>
              <a:defRPr sz="3225" b="1">
                <a:solidFill>
                  <a:srgbClr val="14221A"/>
                </a:solidFill>
                <a:latin typeface="Inter"/>
                <a:ea typeface="Inter"/>
                <a:cs typeface="Inter"/>
              </a:defRPr>
            </a:lvl4pPr>
            <a:lvl5pPr>
              <a:defRPr sz="3225" b="1">
                <a:solidFill>
                  <a:srgbClr val="14221A"/>
                </a:solidFill>
                <a:latin typeface="Inter"/>
                <a:ea typeface="Inter"/>
                <a:cs typeface="Inter"/>
              </a:defRPr>
            </a:lvl5pPr>
            <a:lvl6pPr>
              <a:defRPr sz="3225" b="1">
                <a:solidFill>
                  <a:srgbClr val="14221A"/>
                </a:solidFill>
                <a:latin typeface="Inter"/>
                <a:ea typeface="Inter"/>
                <a:cs typeface="Inter"/>
              </a:defRPr>
            </a:lvl6pPr>
            <a:lvl7pPr>
              <a:defRPr sz="3225" b="1">
                <a:solidFill>
                  <a:srgbClr val="14221A"/>
                </a:solidFill>
                <a:latin typeface="Inter"/>
                <a:ea typeface="Inter"/>
                <a:cs typeface="Inter"/>
              </a:defRPr>
            </a:lvl7pPr>
            <a:lvl8pPr>
              <a:defRPr sz="3225" b="1">
                <a:solidFill>
                  <a:srgbClr val="14221A"/>
                </a:solidFill>
                <a:latin typeface="Inter"/>
                <a:ea typeface="Inter"/>
                <a:cs typeface="Inter"/>
              </a:defRPr>
            </a:lvl8pPr>
            <a:lvl9pPr>
              <a:defRPr sz="3225" b="1">
                <a:solidFill>
                  <a:srgbClr val="14221A"/>
                </a:solidFill>
                <a:latin typeface="Inter"/>
                <a:ea typeface="Inter"/>
                <a:cs typeface="Inter"/>
              </a:defRPr>
            </a:lvl9pPr>
          </a:lstStyle>
          <a:p xmlns:a="http://schemas.openxmlformats.org/drawingml/2006/main">
            <a:pPr>
              <a:defRPr sz="3225" b="1">
                <a:solidFill>
                  <a:srgbClr val="14221A"/>
                </a:solidFill>
                <a:latin typeface="Inter"/>
                <a:ea typeface="Inter"/>
                <a:cs typeface="Inter"/>
              </a:defRPr>
            </a:pPr>
            <a:r>
              <a:rPr sz="3225" b="1">
                <a:solidFill>
                  <a:srgbClr val="14221A"/>
                </a:solidFill>
                <a:latin typeface="Inter"/>
                <a:ea typeface="Inter"/>
                <a:cs typeface="Inter"/>
              </a:rPr>
              <a:t>H5AD upload and import state machine</a:t>
            </a:r>
          </a:p>
        </p:txBody>
      </p:sp>
      <p:sp>
        <p:nvSpPr>
          <p:cNvPr id="3" name="text-82">
            <a:extLst xmlns:a="http://schemas.openxmlformats.org/drawingml/2006/main">
              <a:ext uri="{FF2B5EF4-FFF2-40B4-BE49-F238E27FC236}">
                <a16:creationId xmlns:a16="http://schemas.microsoft.com/office/drawing/2014/main" id="{A98F69BB-0ED5-407D-829F-D068825EF888}"/>
              </a:ext>
            </a:extLst>
          </p:cNvPr>
          <p:cNvSpPr>
            <a:spLocks xmlns:a="http://schemas.openxmlformats.org/drawingml/2006/main" noGrp="1"/>
          </p:cNvSpPr>
          <p:nvPr/>
        </p:nvSpPr>
        <p:spPr>
          <a:xfrm xmlns:a="http://schemas.openxmlformats.org/drawingml/2006/main">
            <a:off x="533400" y="1381125"/>
            <a:ext cx="11125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657167"/>
                </a:solidFill>
                <a:latin typeface="Inter"/>
                <a:ea typeface="Inter"/>
                <a:cs typeface="Inter"/>
              </a:defRPr>
            </a:defPPr>
            <a:lvl1pPr>
              <a:defRPr sz="1800" b="0">
                <a:solidFill>
                  <a:srgbClr val="657167"/>
                </a:solidFill>
                <a:latin typeface="Inter"/>
                <a:ea typeface="Inter"/>
                <a:cs typeface="Inter"/>
              </a:defRPr>
            </a:lvl1pPr>
            <a:lvl2pPr>
              <a:defRPr sz="1800" b="0">
                <a:solidFill>
                  <a:srgbClr val="657167"/>
                </a:solidFill>
                <a:latin typeface="Inter"/>
                <a:ea typeface="Inter"/>
                <a:cs typeface="Inter"/>
              </a:defRPr>
            </a:lvl2pPr>
            <a:lvl3pPr>
              <a:defRPr sz="1800" b="0">
                <a:solidFill>
                  <a:srgbClr val="657167"/>
                </a:solidFill>
                <a:latin typeface="Inter"/>
                <a:ea typeface="Inter"/>
                <a:cs typeface="Inter"/>
              </a:defRPr>
            </a:lvl3pPr>
            <a:lvl4pPr>
              <a:defRPr sz="1800" b="0">
                <a:solidFill>
                  <a:srgbClr val="657167"/>
                </a:solidFill>
                <a:latin typeface="Inter"/>
                <a:ea typeface="Inter"/>
                <a:cs typeface="Inter"/>
              </a:defRPr>
            </a:lvl4pPr>
            <a:lvl5pPr>
              <a:defRPr sz="1800" b="0">
                <a:solidFill>
                  <a:srgbClr val="657167"/>
                </a:solidFill>
                <a:latin typeface="Inter"/>
                <a:ea typeface="Inter"/>
                <a:cs typeface="Inter"/>
              </a:defRPr>
            </a:lvl5pPr>
            <a:lvl6pPr>
              <a:defRPr sz="1800" b="0">
                <a:solidFill>
                  <a:srgbClr val="657167"/>
                </a:solidFill>
                <a:latin typeface="Inter"/>
                <a:ea typeface="Inter"/>
                <a:cs typeface="Inter"/>
              </a:defRPr>
            </a:lvl6pPr>
            <a:lvl7pPr>
              <a:defRPr sz="1800" b="0">
                <a:solidFill>
                  <a:srgbClr val="657167"/>
                </a:solidFill>
                <a:latin typeface="Inter"/>
                <a:ea typeface="Inter"/>
                <a:cs typeface="Inter"/>
              </a:defRPr>
            </a:lvl7pPr>
            <a:lvl8pPr>
              <a:defRPr sz="1800" b="0">
                <a:solidFill>
                  <a:srgbClr val="657167"/>
                </a:solidFill>
                <a:latin typeface="Inter"/>
                <a:ea typeface="Inter"/>
                <a:cs typeface="Inter"/>
              </a:defRPr>
            </a:lvl8pPr>
            <a:lvl9pPr>
              <a:defRPr sz="1800" b="0">
                <a:solidFill>
                  <a:srgbClr val="657167"/>
                </a:solidFill>
                <a:latin typeface="Inter"/>
                <a:ea typeface="Inter"/>
                <a:cs typeface="Inter"/>
              </a:defRPr>
            </a:lvl9pPr>
          </a:lstStyle>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Resumable binary transfer, explicit field selection and bounded numerical conversion</a:t>
            </a:r>
          </a:p>
        </p:txBody>
      </p:sp>
      <p:sp>
        <p:nvSpPr>
          <p:cNvPr id="4" name="text-83">
            <a:extLst xmlns:a="http://schemas.openxmlformats.org/drawingml/2006/main">
              <a:ext uri="{FF2B5EF4-FFF2-40B4-BE49-F238E27FC236}">
                <a16:creationId xmlns:a16="http://schemas.microsoft.com/office/drawing/2014/main" id="{7CF1C8F1-1615-47F1-9D97-094C7B58FAAE}"/>
              </a:ext>
            </a:extLst>
          </p:cNvPr>
          <p:cNvSpPr>
            <a:spLocks xmlns:a="http://schemas.openxmlformats.org/drawingml/2006/main" noGrp="1"/>
          </p:cNvSpPr>
          <p:nvPr/>
        </p:nvSpPr>
        <p:spPr>
          <a:xfrm xmlns:a="http://schemas.openxmlformats.org/drawingml/2006/main">
            <a:off x="11258550" y="6486525"/>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04</a:t>
            </a:r>
          </a:p>
        </p:txBody>
      </p:sp>
      <p:sp>
        <p:nvSpPr>
          <p:cNvPr id="5" name="node-84">
            <a:extLst xmlns:a="http://schemas.openxmlformats.org/drawingml/2006/main">
              <a:ext uri="{FF2B5EF4-FFF2-40B4-BE49-F238E27FC236}">
                <a16:creationId xmlns:a16="http://schemas.microsoft.com/office/drawing/2014/main" id="{F062CDD6-73A5-4C65-A6A9-40DA9F7AF294}"/>
              </a:ext>
            </a:extLst>
          </p:cNvPr>
          <p:cNvSpPr>
            <a:spLocks xmlns:a="http://schemas.openxmlformats.org/drawingml/2006/main" noGrp="1"/>
          </p:cNvSpPr>
          <p:nvPr/>
        </p:nvSpPr>
        <p:spPr>
          <a:xfrm xmlns:a="http://schemas.openxmlformats.org/drawingml/2006/main">
            <a:off x="533400" y="2114550"/>
            <a:ext cx="2438400" cy="952500"/>
          </a:xfrm>
          <a:prstGeom xmlns:a="http://schemas.openxmlformats.org/drawingml/2006/main" prst="rect">
            <a:avLst/>
          </a:prstGeom>
          <a:solidFill xmlns:a="http://schemas.openxmlformats.org/drawingml/2006/main">
            <a:srgbClr val="F0F5ED"/>
          </a:solidFill>
          <a:ln xmlns:a="http://schemas.openxmlformats.org/drawingml/2006/main" w="9525">
            <a:solidFill>
              <a:srgbClr val="DAE2D8"/>
            </a:solidFill>
          </a:ln>
        </p:spPr>
      </p:sp>
      <p:sp>
        <p:nvSpPr>
          <p:cNvPr id="6" name="text-85">
            <a:extLst xmlns:a="http://schemas.openxmlformats.org/drawingml/2006/main">
              <a:ext uri="{FF2B5EF4-FFF2-40B4-BE49-F238E27FC236}">
                <a16:creationId xmlns:a16="http://schemas.microsoft.com/office/drawing/2014/main" id="{004C42EE-FDEC-4EBA-B91D-04A39D4B9B05}"/>
              </a:ext>
            </a:extLst>
          </p:cNvPr>
          <p:cNvSpPr>
            <a:spLocks xmlns:a="http://schemas.openxmlformats.org/drawingml/2006/main" noGrp="1"/>
          </p:cNvSpPr>
          <p:nvPr/>
        </p:nvSpPr>
        <p:spPr>
          <a:xfrm xmlns:a="http://schemas.openxmlformats.org/drawingml/2006/main">
            <a:off x="695325" y="2257425"/>
            <a:ext cx="21145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4221A"/>
                </a:solidFill>
                <a:latin typeface="Inter"/>
                <a:ea typeface="Inter"/>
                <a:cs typeface="Inter"/>
              </a:defRPr>
            </a:defPPr>
            <a:lvl1pPr>
              <a:defRPr sz="1875" b="1">
                <a:solidFill>
                  <a:srgbClr val="14221A"/>
                </a:solidFill>
                <a:latin typeface="Inter"/>
                <a:ea typeface="Inter"/>
                <a:cs typeface="Inter"/>
              </a:defRPr>
            </a:lvl1pPr>
            <a:lvl2pPr>
              <a:defRPr sz="1875" b="1">
                <a:solidFill>
                  <a:srgbClr val="14221A"/>
                </a:solidFill>
                <a:latin typeface="Inter"/>
                <a:ea typeface="Inter"/>
                <a:cs typeface="Inter"/>
              </a:defRPr>
            </a:lvl2pPr>
            <a:lvl3pPr>
              <a:defRPr sz="1875" b="1">
                <a:solidFill>
                  <a:srgbClr val="14221A"/>
                </a:solidFill>
                <a:latin typeface="Inter"/>
                <a:ea typeface="Inter"/>
                <a:cs typeface="Inter"/>
              </a:defRPr>
            </a:lvl3pPr>
            <a:lvl4pPr>
              <a:defRPr sz="1875" b="1">
                <a:solidFill>
                  <a:srgbClr val="14221A"/>
                </a:solidFill>
                <a:latin typeface="Inter"/>
                <a:ea typeface="Inter"/>
                <a:cs typeface="Inter"/>
              </a:defRPr>
            </a:lvl4pPr>
            <a:lvl5pPr>
              <a:defRPr sz="1875" b="1">
                <a:solidFill>
                  <a:srgbClr val="14221A"/>
                </a:solidFill>
                <a:latin typeface="Inter"/>
                <a:ea typeface="Inter"/>
                <a:cs typeface="Inter"/>
              </a:defRPr>
            </a:lvl5pPr>
            <a:lvl6pPr>
              <a:defRPr sz="1875" b="1">
                <a:solidFill>
                  <a:srgbClr val="14221A"/>
                </a:solidFill>
                <a:latin typeface="Inter"/>
                <a:ea typeface="Inter"/>
                <a:cs typeface="Inter"/>
              </a:defRPr>
            </a:lvl6pPr>
            <a:lvl7pPr>
              <a:defRPr sz="1875" b="1">
                <a:solidFill>
                  <a:srgbClr val="14221A"/>
                </a:solidFill>
                <a:latin typeface="Inter"/>
                <a:ea typeface="Inter"/>
                <a:cs typeface="Inter"/>
              </a:defRPr>
            </a:lvl7pPr>
            <a:lvl8pPr>
              <a:defRPr sz="1875" b="1">
                <a:solidFill>
                  <a:srgbClr val="14221A"/>
                </a:solidFill>
                <a:latin typeface="Inter"/>
                <a:ea typeface="Inter"/>
                <a:cs typeface="Inter"/>
              </a:defRPr>
            </a:lvl8pPr>
            <a:lvl9pPr>
              <a:defRPr sz="1875" b="1">
                <a:solidFill>
                  <a:srgbClr val="14221A"/>
                </a:solidFill>
                <a:latin typeface="Inter"/>
                <a:ea typeface="Inter"/>
                <a:cs typeface="Inter"/>
              </a:defRPr>
            </a:lvl9pPr>
          </a:lstStyle>
          <a:p xmlns:a="http://schemas.openxmlformats.org/drawingml/2006/main">
            <a:pPr>
              <a:defRPr sz="1875" b="1">
                <a:solidFill>
                  <a:srgbClr val="14221A"/>
                </a:solidFill>
                <a:latin typeface="Inter"/>
                <a:ea typeface="Inter"/>
                <a:cs typeface="Inter"/>
              </a:defRPr>
            </a:pPr>
            <a:r>
              <a:rPr sz="1875" b="1">
                <a:solidFill>
                  <a:srgbClr val="14221A"/>
                </a:solidFill>
                <a:latin typeface="Inter"/>
                <a:ea typeface="Inter"/>
                <a:cs typeface="Inter"/>
              </a:rPr>
              <a:t>uploading</a:t>
            </a:r>
          </a:p>
        </p:txBody>
      </p:sp>
      <p:sp>
        <p:nvSpPr>
          <p:cNvPr id="7" name="text-86">
            <a:extLst xmlns:a="http://schemas.openxmlformats.org/drawingml/2006/main">
              <a:ext uri="{FF2B5EF4-FFF2-40B4-BE49-F238E27FC236}">
                <a16:creationId xmlns:a16="http://schemas.microsoft.com/office/drawing/2014/main" id="{04E07D2F-1535-4563-8FD2-05AE47486B29}"/>
              </a:ext>
            </a:extLst>
          </p:cNvPr>
          <p:cNvSpPr>
            <a:spLocks xmlns:a="http://schemas.openxmlformats.org/drawingml/2006/main" noGrp="1"/>
          </p:cNvSpPr>
          <p:nvPr/>
        </p:nvSpPr>
        <p:spPr>
          <a:xfrm xmlns:a="http://schemas.openxmlformats.org/drawingml/2006/main">
            <a:off x="695325" y="2657475"/>
            <a:ext cx="21145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657167"/>
                </a:solidFill>
                <a:latin typeface="Inter"/>
                <a:ea typeface="Inter"/>
                <a:cs typeface="Inter"/>
              </a:defRPr>
            </a:defPPr>
            <a:lvl1pPr>
              <a:defRPr sz="1575" b="0">
                <a:solidFill>
                  <a:srgbClr val="657167"/>
                </a:solidFill>
                <a:latin typeface="Inter"/>
                <a:ea typeface="Inter"/>
                <a:cs typeface="Inter"/>
              </a:defRPr>
            </a:lvl1pPr>
            <a:lvl2pPr>
              <a:defRPr sz="1575" b="0">
                <a:solidFill>
                  <a:srgbClr val="657167"/>
                </a:solidFill>
                <a:latin typeface="Inter"/>
                <a:ea typeface="Inter"/>
                <a:cs typeface="Inter"/>
              </a:defRPr>
            </a:lvl2pPr>
            <a:lvl3pPr>
              <a:defRPr sz="1575" b="0">
                <a:solidFill>
                  <a:srgbClr val="657167"/>
                </a:solidFill>
                <a:latin typeface="Inter"/>
                <a:ea typeface="Inter"/>
                <a:cs typeface="Inter"/>
              </a:defRPr>
            </a:lvl3pPr>
            <a:lvl4pPr>
              <a:defRPr sz="1575" b="0">
                <a:solidFill>
                  <a:srgbClr val="657167"/>
                </a:solidFill>
                <a:latin typeface="Inter"/>
                <a:ea typeface="Inter"/>
                <a:cs typeface="Inter"/>
              </a:defRPr>
            </a:lvl4pPr>
            <a:lvl5pPr>
              <a:defRPr sz="1575" b="0">
                <a:solidFill>
                  <a:srgbClr val="657167"/>
                </a:solidFill>
                <a:latin typeface="Inter"/>
                <a:ea typeface="Inter"/>
                <a:cs typeface="Inter"/>
              </a:defRPr>
            </a:lvl5pPr>
            <a:lvl6pPr>
              <a:defRPr sz="1575" b="0">
                <a:solidFill>
                  <a:srgbClr val="657167"/>
                </a:solidFill>
                <a:latin typeface="Inter"/>
                <a:ea typeface="Inter"/>
                <a:cs typeface="Inter"/>
              </a:defRPr>
            </a:lvl6pPr>
            <a:lvl7pPr>
              <a:defRPr sz="1575" b="0">
                <a:solidFill>
                  <a:srgbClr val="657167"/>
                </a:solidFill>
                <a:latin typeface="Inter"/>
                <a:ea typeface="Inter"/>
                <a:cs typeface="Inter"/>
              </a:defRPr>
            </a:lvl7pPr>
            <a:lvl8pPr>
              <a:defRPr sz="1575" b="0">
                <a:solidFill>
                  <a:srgbClr val="657167"/>
                </a:solidFill>
                <a:latin typeface="Inter"/>
                <a:ea typeface="Inter"/>
                <a:cs typeface="Inter"/>
              </a:defRPr>
            </a:lvl8pPr>
            <a:lvl9pPr>
              <a:defRPr sz="1575" b="0">
                <a:solidFill>
                  <a:srgbClr val="657167"/>
                </a:solidFill>
                <a:latin typeface="Inter"/>
                <a:ea typeface="Inter"/>
                <a:cs typeface="Inter"/>
              </a:defRPr>
            </a:lvl9pPr>
          </a:lstStyle>
          <a:p xmlns:a="http://schemas.openxmlformats.org/drawingml/2006/main">
            <a:pPr>
              <a:defRPr sz="1575" b="0">
                <a:solidFill>
                  <a:srgbClr val="657167"/>
                </a:solidFill>
                <a:latin typeface="Inter"/>
                <a:ea typeface="Inter"/>
                <a:cs typeface="Inter"/>
              </a:defRPr>
            </a:pPr>
            <a:r>
              <a:rPr sz="1575" b="0">
                <a:solidFill>
                  <a:srgbClr val="657167"/>
                </a:solidFill>
                <a:latin typeface="Inter"/>
                <a:ea typeface="Inter"/>
                <a:cs typeface="Inter"/>
              </a:rPr>
              <a:t>8 MiB chunks</a:t>
            </a:r>
          </a:p>
        </p:txBody>
      </p:sp>
      <p:sp>
        <p:nvSpPr>
          <p:cNvPr id="8" name="node-87">
            <a:extLst xmlns:a="http://schemas.openxmlformats.org/drawingml/2006/main">
              <a:ext uri="{FF2B5EF4-FFF2-40B4-BE49-F238E27FC236}">
                <a16:creationId xmlns:a16="http://schemas.microsoft.com/office/drawing/2014/main" id="{F84F480F-510C-4CFB-85AD-F9301799B035}"/>
              </a:ext>
            </a:extLst>
          </p:cNvPr>
          <p:cNvSpPr>
            <a:spLocks xmlns:a="http://schemas.openxmlformats.org/drawingml/2006/main" noGrp="1"/>
          </p:cNvSpPr>
          <p:nvPr/>
        </p:nvSpPr>
        <p:spPr>
          <a:xfrm xmlns:a="http://schemas.openxmlformats.org/drawingml/2006/main">
            <a:off x="3429000" y="2114550"/>
            <a:ext cx="2438400" cy="952500"/>
          </a:xfrm>
          <a:prstGeom xmlns:a="http://schemas.openxmlformats.org/drawingml/2006/main" prst="rect">
            <a:avLst/>
          </a:prstGeom>
          <a:solidFill xmlns:a="http://schemas.openxmlformats.org/drawingml/2006/main">
            <a:srgbClr val="F0F5ED"/>
          </a:solidFill>
          <a:ln xmlns:a="http://schemas.openxmlformats.org/drawingml/2006/main" w="9525">
            <a:solidFill>
              <a:srgbClr val="DAE2D8"/>
            </a:solidFill>
          </a:ln>
        </p:spPr>
      </p:sp>
      <p:sp>
        <p:nvSpPr>
          <p:cNvPr id="9" name="text-88">
            <a:extLst xmlns:a="http://schemas.openxmlformats.org/drawingml/2006/main">
              <a:ext uri="{FF2B5EF4-FFF2-40B4-BE49-F238E27FC236}">
                <a16:creationId xmlns:a16="http://schemas.microsoft.com/office/drawing/2014/main" id="{3AC2197C-F503-462C-92CE-57A3D92FC5DB}"/>
              </a:ext>
            </a:extLst>
          </p:cNvPr>
          <p:cNvSpPr>
            <a:spLocks xmlns:a="http://schemas.openxmlformats.org/drawingml/2006/main" noGrp="1"/>
          </p:cNvSpPr>
          <p:nvPr/>
        </p:nvSpPr>
        <p:spPr>
          <a:xfrm xmlns:a="http://schemas.openxmlformats.org/drawingml/2006/main">
            <a:off x="3590925" y="2257425"/>
            <a:ext cx="21145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4221A"/>
                </a:solidFill>
                <a:latin typeface="Inter"/>
                <a:ea typeface="Inter"/>
                <a:cs typeface="Inter"/>
              </a:defRPr>
            </a:defPPr>
            <a:lvl1pPr>
              <a:defRPr sz="1875" b="1">
                <a:solidFill>
                  <a:srgbClr val="14221A"/>
                </a:solidFill>
                <a:latin typeface="Inter"/>
                <a:ea typeface="Inter"/>
                <a:cs typeface="Inter"/>
              </a:defRPr>
            </a:lvl1pPr>
            <a:lvl2pPr>
              <a:defRPr sz="1875" b="1">
                <a:solidFill>
                  <a:srgbClr val="14221A"/>
                </a:solidFill>
                <a:latin typeface="Inter"/>
                <a:ea typeface="Inter"/>
                <a:cs typeface="Inter"/>
              </a:defRPr>
            </a:lvl2pPr>
            <a:lvl3pPr>
              <a:defRPr sz="1875" b="1">
                <a:solidFill>
                  <a:srgbClr val="14221A"/>
                </a:solidFill>
                <a:latin typeface="Inter"/>
                <a:ea typeface="Inter"/>
                <a:cs typeface="Inter"/>
              </a:defRPr>
            </a:lvl3pPr>
            <a:lvl4pPr>
              <a:defRPr sz="1875" b="1">
                <a:solidFill>
                  <a:srgbClr val="14221A"/>
                </a:solidFill>
                <a:latin typeface="Inter"/>
                <a:ea typeface="Inter"/>
                <a:cs typeface="Inter"/>
              </a:defRPr>
            </a:lvl4pPr>
            <a:lvl5pPr>
              <a:defRPr sz="1875" b="1">
                <a:solidFill>
                  <a:srgbClr val="14221A"/>
                </a:solidFill>
                <a:latin typeface="Inter"/>
                <a:ea typeface="Inter"/>
                <a:cs typeface="Inter"/>
              </a:defRPr>
            </a:lvl5pPr>
            <a:lvl6pPr>
              <a:defRPr sz="1875" b="1">
                <a:solidFill>
                  <a:srgbClr val="14221A"/>
                </a:solidFill>
                <a:latin typeface="Inter"/>
                <a:ea typeface="Inter"/>
                <a:cs typeface="Inter"/>
              </a:defRPr>
            </a:lvl6pPr>
            <a:lvl7pPr>
              <a:defRPr sz="1875" b="1">
                <a:solidFill>
                  <a:srgbClr val="14221A"/>
                </a:solidFill>
                <a:latin typeface="Inter"/>
                <a:ea typeface="Inter"/>
                <a:cs typeface="Inter"/>
              </a:defRPr>
            </a:lvl7pPr>
            <a:lvl8pPr>
              <a:defRPr sz="1875" b="1">
                <a:solidFill>
                  <a:srgbClr val="14221A"/>
                </a:solidFill>
                <a:latin typeface="Inter"/>
                <a:ea typeface="Inter"/>
                <a:cs typeface="Inter"/>
              </a:defRPr>
            </a:lvl8pPr>
            <a:lvl9pPr>
              <a:defRPr sz="1875" b="1">
                <a:solidFill>
                  <a:srgbClr val="14221A"/>
                </a:solidFill>
                <a:latin typeface="Inter"/>
                <a:ea typeface="Inter"/>
                <a:cs typeface="Inter"/>
              </a:defRPr>
            </a:lvl9pPr>
          </a:lstStyle>
          <a:p xmlns:a="http://schemas.openxmlformats.org/drawingml/2006/main">
            <a:pPr>
              <a:defRPr sz="1875" b="1">
                <a:solidFill>
                  <a:srgbClr val="14221A"/>
                </a:solidFill>
                <a:latin typeface="Inter"/>
                <a:ea typeface="Inter"/>
                <a:cs typeface="Inter"/>
              </a:defRPr>
            </a:pPr>
            <a:r>
              <a:rPr sz="1875" b="1">
                <a:solidFill>
                  <a:srgbClr val="14221A"/>
                </a:solidFill>
                <a:latin typeface="Inter"/>
                <a:ea typeface="Inter"/>
                <a:cs typeface="Inter"/>
              </a:rPr>
              <a:t>inspect_queued</a:t>
            </a:r>
          </a:p>
        </p:txBody>
      </p:sp>
      <p:sp>
        <p:nvSpPr>
          <p:cNvPr id="10" name="text-89">
            <a:extLst xmlns:a="http://schemas.openxmlformats.org/drawingml/2006/main">
              <a:ext uri="{FF2B5EF4-FFF2-40B4-BE49-F238E27FC236}">
                <a16:creationId xmlns:a16="http://schemas.microsoft.com/office/drawing/2014/main" id="{A0FBB3F6-366B-4966-B4EA-C9650A67B83C}"/>
              </a:ext>
            </a:extLst>
          </p:cNvPr>
          <p:cNvSpPr>
            <a:spLocks xmlns:a="http://schemas.openxmlformats.org/drawingml/2006/main" noGrp="1"/>
          </p:cNvSpPr>
          <p:nvPr/>
        </p:nvSpPr>
        <p:spPr>
          <a:xfrm xmlns:a="http://schemas.openxmlformats.org/drawingml/2006/main">
            <a:off x="3590925" y="2657475"/>
            <a:ext cx="21145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657167"/>
                </a:solidFill>
                <a:latin typeface="Inter"/>
                <a:ea typeface="Inter"/>
                <a:cs typeface="Inter"/>
              </a:defRPr>
            </a:defPPr>
            <a:lvl1pPr>
              <a:defRPr sz="1575" b="0">
                <a:solidFill>
                  <a:srgbClr val="657167"/>
                </a:solidFill>
                <a:latin typeface="Inter"/>
                <a:ea typeface="Inter"/>
                <a:cs typeface="Inter"/>
              </a:defRPr>
            </a:lvl1pPr>
            <a:lvl2pPr>
              <a:defRPr sz="1575" b="0">
                <a:solidFill>
                  <a:srgbClr val="657167"/>
                </a:solidFill>
                <a:latin typeface="Inter"/>
                <a:ea typeface="Inter"/>
                <a:cs typeface="Inter"/>
              </a:defRPr>
            </a:lvl2pPr>
            <a:lvl3pPr>
              <a:defRPr sz="1575" b="0">
                <a:solidFill>
                  <a:srgbClr val="657167"/>
                </a:solidFill>
                <a:latin typeface="Inter"/>
                <a:ea typeface="Inter"/>
                <a:cs typeface="Inter"/>
              </a:defRPr>
            </a:lvl3pPr>
            <a:lvl4pPr>
              <a:defRPr sz="1575" b="0">
                <a:solidFill>
                  <a:srgbClr val="657167"/>
                </a:solidFill>
                <a:latin typeface="Inter"/>
                <a:ea typeface="Inter"/>
                <a:cs typeface="Inter"/>
              </a:defRPr>
            </a:lvl4pPr>
            <a:lvl5pPr>
              <a:defRPr sz="1575" b="0">
                <a:solidFill>
                  <a:srgbClr val="657167"/>
                </a:solidFill>
                <a:latin typeface="Inter"/>
                <a:ea typeface="Inter"/>
                <a:cs typeface="Inter"/>
              </a:defRPr>
            </a:lvl5pPr>
            <a:lvl6pPr>
              <a:defRPr sz="1575" b="0">
                <a:solidFill>
                  <a:srgbClr val="657167"/>
                </a:solidFill>
                <a:latin typeface="Inter"/>
                <a:ea typeface="Inter"/>
                <a:cs typeface="Inter"/>
              </a:defRPr>
            </a:lvl6pPr>
            <a:lvl7pPr>
              <a:defRPr sz="1575" b="0">
                <a:solidFill>
                  <a:srgbClr val="657167"/>
                </a:solidFill>
                <a:latin typeface="Inter"/>
                <a:ea typeface="Inter"/>
                <a:cs typeface="Inter"/>
              </a:defRPr>
            </a:lvl7pPr>
            <a:lvl8pPr>
              <a:defRPr sz="1575" b="0">
                <a:solidFill>
                  <a:srgbClr val="657167"/>
                </a:solidFill>
                <a:latin typeface="Inter"/>
                <a:ea typeface="Inter"/>
                <a:cs typeface="Inter"/>
              </a:defRPr>
            </a:lvl8pPr>
            <a:lvl9pPr>
              <a:defRPr sz="1575" b="0">
                <a:solidFill>
                  <a:srgbClr val="657167"/>
                </a:solidFill>
                <a:latin typeface="Inter"/>
                <a:ea typeface="Inter"/>
                <a:cs typeface="Inter"/>
              </a:defRPr>
            </a:lvl9pPr>
          </a:lstStyle>
          <a:p xmlns:a="http://schemas.openxmlformats.org/drawingml/2006/main">
            <a:pPr>
              <a:defRPr sz="1575" b="0">
                <a:solidFill>
                  <a:srgbClr val="657167"/>
                </a:solidFill>
                <a:latin typeface="Inter"/>
                <a:ea typeface="Inter"/>
                <a:cs typeface="Inter"/>
              </a:defRPr>
            </a:pPr>
            <a:r>
              <a:rPr sz="1575" b="0">
                <a:solidFill>
                  <a:srgbClr val="657167"/>
                </a:solidFill>
                <a:latin typeface="Inter"/>
                <a:ea typeface="Inter"/>
                <a:cs typeface="Inter"/>
              </a:rPr>
              <a:t>Complete upload</a:t>
            </a:r>
          </a:p>
        </p:txBody>
      </p:sp>
      <p:sp>
        <p:nvSpPr>
          <p:cNvPr id="11" name="node-90">
            <a:extLst xmlns:a="http://schemas.openxmlformats.org/drawingml/2006/main">
              <a:ext uri="{FF2B5EF4-FFF2-40B4-BE49-F238E27FC236}">
                <a16:creationId xmlns:a16="http://schemas.microsoft.com/office/drawing/2014/main" id="{E2ECE896-4C9F-4849-8A32-97B80A62375E}"/>
              </a:ext>
            </a:extLst>
          </p:cNvPr>
          <p:cNvSpPr>
            <a:spLocks xmlns:a="http://schemas.openxmlformats.org/drawingml/2006/main" noGrp="1"/>
          </p:cNvSpPr>
          <p:nvPr/>
        </p:nvSpPr>
        <p:spPr>
          <a:xfrm xmlns:a="http://schemas.openxmlformats.org/drawingml/2006/main">
            <a:off x="6324600" y="2114550"/>
            <a:ext cx="2438400" cy="952500"/>
          </a:xfrm>
          <a:prstGeom xmlns:a="http://schemas.openxmlformats.org/drawingml/2006/main" prst="rect">
            <a:avLst/>
          </a:prstGeom>
          <a:solidFill xmlns:a="http://schemas.openxmlformats.org/drawingml/2006/main">
            <a:srgbClr val="F0F5ED"/>
          </a:solidFill>
          <a:ln xmlns:a="http://schemas.openxmlformats.org/drawingml/2006/main" w="9525">
            <a:solidFill>
              <a:srgbClr val="DAE2D8"/>
            </a:solidFill>
          </a:ln>
        </p:spPr>
      </p:sp>
      <p:sp>
        <p:nvSpPr>
          <p:cNvPr id="12" name="text-91">
            <a:extLst xmlns:a="http://schemas.openxmlformats.org/drawingml/2006/main">
              <a:ext uri="{FF2B5EF4-FFF2-40B4-BE49-F238E27FC236}">
                <a16:creationId xmlns:a16="http://schemas.microsoft.com/office/drawing/2014/main" id="{E4DFAFC0-0C42-40BF-B1E0-824C1D67A942}"/>
              </a:ext>
            </a:extLst>
          </p:cNvPr>
          <p:cNvSpPr>
            <a:spLocks xmlns:a="http://schemas.openxmlformats.org/drawingml/2006/main" noGrp="1"/>
          </p:cNvSpPr>
          <p:nvPr/>
        </p:nvSpPr>
        <p:spPr>
          <a:xfrm xmlns:a="http://schemas.openxmlformats.org/drawingml/2006/main">
            <a:off x="6486525" y="2257425"/>
            <a:ext cx="21145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4221A"/>
                </a:solidFill>
                <a:latin typeface="Inter"/>
                <a:ea typeface="Inter"/>
                <a:cs typeface="Inter"/>
              </a:defRPr>
            </a:defPPr>
            <a:lvl1pPr>
              <a:defRPr sz="1875" b="1">
                <a:solidFill>
                  <a:srgbClr val="14221A"/>
                </a:solidFill>
                <a:latin typeface="Inter"/>
                <a:ea typeface="Inter"/>
                <a:cs typeface="Inter"/>
              </a:defRPr>
            </a:lvl1pPr>
            <a:lvl2pPr>
              <a:defRPr sz="1875" b="1">
                <a:solidFill>
                  <a:srgbClr val="14221A"/>
                </a:solidFill>
                <a:latin typeface="Inter"/>
                <a:ea typeface="Inter"/>
                <a:cs typeface="Inter"/>
              </a:defRPr>
            </a:lvl2pPr>
            <a:lvl3pPr>
              <a:defRPr sz="1875" b="1">
                <a:solidFill>
                  <a:srgbClr val="14221A"/>
                </a:solidFill>
                <a:latin typeface="Inter"/>
                <a:ea typeface="Inter"/>
                <a:cs typeface="Inter"/>
              </a:defRPr>
            </a:lvl3pPr>
            <a:lvl4pPr>
              <a:defRPr sz="1875" b="1">
                <a:solidFill>
                  <a:srgbClr val="14221A"/>
                </a:solidFill>
                <a:latin typeface="Inter"/>
                <a:ea typeface="Inter"/>
                <a:cs typeface="Inter"/>
              </a:defRPr>
            </a:lvl4pPr>
            <a:lvl5pPr>
              <a:defRPr sz="1875" b="1">
                <a:solidFill>
                  <a:srgbClr val="14221A"/>
                </a:solidFill>
                <a:latin typeface="Inter"/>
                <a:ea typeface="Inter"/>
                <a:cs typeface="Inter"/>
              </a:defRPr>
            </a:lvl5pPr>
            <a:lvl6pPr>
              <a:defRPr sz="1875" b="1">
                <a:solidFill>
                  <a:srgbClr val="14221A"/>
                </a:solidFill>
                <a:latin typeface="Inter"/>
                <a:ea typeface="Inter"/>
                <a:cs typeface="Inter"/>
              </a:defRPr>
            </a:lvl6pPr>
            <a:lvl7pPr>
              <a:defRPr sz="1875" b="1">
                <a:solidFill>
                  <a:srgbClr val="14221A"/>
                </a:solidFill>
                <a:latin typeface="Inter"/>
                <a:ea typeface="Inter"/>
                <a:cs typeface="Inter"/>
              </a:defRPr>
            </a:lvl7pPr>
            <a:lvl8pPr>
              <a:defRPr sz="1875" b="1">
                <a:solidFill>
                  <a:srgbClr val="14221A"/>
                </a:solidFill>
                <a:latin typeface="Inter"/>
                <a:ea typeface="Inter"/>
                <a:cs typeface="Inter"/>
              </a:defRPr>
            </a:lvl8pPr>
            <a:lvl9pPr>
              <a:defRPr sz="1875" b="1">
                <a:solidFill>
                  <a:srgbClr val="14221A"/>
                </a:solidFill>
                <a:latin typeface="Inter"/>
                <a:ea typeface="Inter"/>
                <a:cs typeface="Inter"/>
              </a:defRPr>
            </a:lvl9pPr>
          </a:lstStyle>
          <a:p xmlns:a="http://schemas.openxmlformats.org/drawingml/2006/main">
            <a:pPr>
              <a:defRPr sz="1875" b="1">
                <a:solidFill>
                  <a:srgbClr val="14221A"/>
                </a:solidFill>
                <a:latin typeface="Inter"/>
                <a:ea typeface="Inter"/>
                <a:cs typeface="Inter"/>
              </a:defRPr>
            </a:pPr>
            <a:r>
              <a:rPr sz="1875" b="1">
                <a:solidFill>
                  <a:srgbClr val="14221A"/>
                </a:solidFill>
                <a:latin typeface="Inter"/>
                <a:ea typeface="Inter"/>
                <a:cs typeface="Inter"/>
              </a:rPr>
              <a:t>inspecting</a:t>
            </a:r>
          </a:p>
        </p:txBody>
      </p:sp>
      <p:sp>
        <p:nvSpPr>
          <p:cNvPr id="13" name="text-92">
            <a:extLst xmlns:a="http://schemas.openxmlformats.org/drawingml/2006/main">
              <a:ext uri="{FF2B5EF4-FFF2-40B4-BE49-F238E27FC236}">
                <a16:creationId xmlns:a16="http://schemas.microsoft.com/office/drawing/2014/main" id="{56834FB7-3B52-4D3A-9F92-5153228EEAAE}"/>
              </a:ext>
            </a:extLst>
          </p:cNvPr>
          <p:cNvSpPr>
            <a:spLocks xmlns:a="http://schemas.openxmlformats.org/drawingml/2006/main" noGrp="1"/>
          </p:cNvSpPr>
          <p:nvPr/>
        </p:nvSpPr>
        <p:spPr>
          <a:xfrm xmlns:a="http://schemas.openxmlformats.org/drawingml/2006/main">
            <a:off x="6486525" y="2657475"/>
            <a:ext cx="21145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657167"/>
                </a:solidFill>
                <a:latin typeface="Inter"/>
                <a:ea typeface="Inter"/>
                <a:cs typeface="Inter"/>
              </a:defRPr>
            </a:defPPr>
            <a:lvl1pPr>
              <a:defRPr sz="1575" b="0">
                <a:solidFill>
                  <a:srgbClr val="657167"/>
                </a:solidFill>
                <a:latin typeface="Inter"/>
                <a:ea typeface="Inter"/>
                <a:cs typeface="Inter"/>
              </a:defRPr>
            </a:lvl1pPr>
            <a:lvl2pPr>
              <a:defRPr sz="1575" b="0">
                <a:solidFill>
                  <a:srgbClr val="657167"/>
                </a:solidFill>
                <a:latin typeface="Inter"/>
                <a:ea typeface="Inter"/>
                <a:cs typeface="Inter"/>
              </a:defRPr>
            </a:lvl2pPr>
            <a:lvl3pPr>
              <a:defRPr sz="1575" b="0">
                <a:solidFill>
                  <a:srgbClr val="657167"/>
                </a:solidFill>
                <a:latin typeface="Inter"/>
                <a:ea typeface="Inter"/>
                <a:cs typeface="Inter"/>
              </a:defRPr>
            </a:lvl3pPr>
            <a:lvl4pPr>
              <a:defRPr sz="1575" b="0">
                <a:solidFill>
                  <a:srgbClr val="657167"/>
                </a:solidFill>
                <a:latin typeface="Inter"/>
                <a:ea typeface="Inter"/>
                <a:cs typeface="Inter"/>
              </a:defRPr>
            </a:lvl4pPr>
            <a:lvl5pPr>
              <a:defRPr sz="1575" b="0">
                <a:solidFill>
                  <a:srgbClr val="657167"/>
                </a:solidFill>
                <a:latin typeface="Inter"/>
                <a:ea typeface="Inter"/>
                <a:cs typeface="Inter"/>
              </a:defRPr>
            </a:lvl5pPr>
            <a:lvl6pPr>
              <a:defRPr sz="1575" b="0">
                <a:solidFill>
                  <a:srgbClr val="657167"/>
                </a:solidFill>
                <a:latin typeface="Inter"/>
                <a:ea typeface="Inter"/>
                <a:cs typeface="Inter"/>
              </a:defRPr>
            </a:lvl6pPr>
            <a:lvl7pPr>
              <a:defRPr sz="1575" b="0">
                <a:solidFill>
                  <a:srgbClr val="657167"/>
                </a:solidFill>
                <a:latin typeface="Inter"/>
                <a:ea typeface="Inter"/>
                <a:cs typeface="Inter"/>
              </a:defRPr>
            </a:lvl7pPr>
            <a:lvl8pPr>
              <a:defRPr sz="1575" b="0">
                <a:solidFill>
                  <a:srgbClr val="657167"/>
                </a:solidFill>
                <a:latin typeface="Inter"/>
                <a:ea typeface="Inter"/>
                <a:cs typeface="Inter"/>
              </a:defRPr>
            </a:lvl8pPr>
            <a:lvl9pPr>
              <a:defRPr sz="1575" b="0">
                <a:solidFill>
                  <a:srgbClr val="657167"/>
                </a:solidFill>
                <a:latin typeface="Inter"/>
                <a:ea typeface="Inter"/>
                <a:cs typeface="Inter"/>
              </a:defRPr>
            </a:lvl9pPr>
          </a:lstStyle>
          <a:p xmlns:a="http://schemas.openxmlformats.org/drawingml/2006/main">
            <a:pPr>
              <a:defRPr sz="1575" b="0">
                <a:solidFill>
                  <a:srgbClr val="657167"/>
                </a:solidFill>
                <a:latin typeface="Inter"/>
                <a:ea typeface="Inter"/>
                <a:cs typeface="Inter"/>
              </a:defRPr>
            </a:pPr>
            <a:r>
              <a:rPr sz="1575" b="0">
                <a:solidFill>
                  <a:srgbClr val="657167"/>
                </a:solidFill>
                <a:latin typeface="Inter"/>
                <a:ea typeface="Inter"/>
                <a:cs typeface="Inter"/>
              </a:rPr>
              <a:t>Hash + HDF5 audit</a:t>
            </a:r>
          </a:p>
        </p:txBody>
      </p:sp>
      <p:sp>
        <p:nvSpPr>
          <p:cNvPr id="14" name="node-93">
            <a:extLst xmlns:a="http://schemas.openxmlformats.org/drawingml/2006/main">
              <a:ext uri="{FF2B5EF4-FFF2-40B4-BE49-F238E27FC236}">
                <a16:creationId xmlns:a16="http://schemas.microsoft.com/office/drawing/2014/main" id="{DDA1570E-2E01-41CE-90FC-B41371BD8FCF}"/>
              </a:ext>
            </a:extLst>
          </p:cNvPr>
          <p:cNvSpPr>
            <a:spLocks xmlns:a="http://schemas.openxmlformats.org/drawingml/2006/main" noGrp="1"/>
          </p:cNvSpPr>
          <p:nvPr/>
        </p:nvSpPr>
        <p:spPr>
          <a:xfrm xmlns:a="http://schemas.openxmlformats.org/drawingml/2006/main">
            <a:off x="9220200" y="2114550"/>
            <a:ext cx="2438400" cy="952500"/>
          </a:xfrm>
          <a:prstGeom xmlns:a="http://schemas.openxmlformats.org/drawingml/2006/main" prst="rect">
            <a:avLst/>
          </a:prstGeom>
          <a:solidFill xmlns:a="http://schemas.openxmlformats.org/drawingml/2006/main">
            <a:srgbClr val="F0F5ED"/>
          </a:solidFill>
          <a:ln xmlns:a="http://schemas.openxmlformats.org/drawingml/2006/main" w="9525">
            <a:solidFill>
              <a:srgbClr val="DAE2D8"/>
            </a:solidFill>
          </a:ln>
        </p:spPr>
      </p:sp>
      <p:sp>
        <p:nvSpPr>
          <p:cNvPr id="15" name="text-94">
            <a:extLst xmlns:a="http://schemas.openxmlformats.org/drawingml/2006/main">
              <a:ext uri="{FF2B5EF4-FFF2-40B4-BE49-F238E27FC236}">
                <a16:creationId xmlns:a16="http://schemas.microsoft.com/office/drawing/2014/main" id="{F2089B59-6B0D-40EF-8E30-DEAAAFAF0A4E}"/>
              </a:ext>
            </a:extLst>
          </p:cNvPr>
          <p:cNvSpPr>
            <a:spLocks xmlns:a="http://schemas.openxmlformats.org/drawingml/2006/main" noGrp="1"/>
          </p:cNvSpPr>
          <p:nvPr/>
        </p:nvSpPr>
        <p:spPr>
          <a:xfrm xmlns:a="http://schemas.openxmlformats.org/drawingml/2006/main">
            <a:off x="9382125" y="2257425"/>
            <a:ext cx="21145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14221A"/>
                </a:solidFill>
                <a:latin typeface="Inter"/>
                <a:ea typeface="Inter"/>
                <a:cs typeface="Inter"/>
              </a:defRPr>
            </a:defPPr>
            <a:lvl1pPr>
              <a:defRPr sz="1725" b="1">
                <a:solidFill>
                  <a:srgbClr val="14221A"/>
                </a:solidFill>
                <a:latin typeface="Inter"/>
                <a:ea typeface="Inter"/>
                <a:cs typeface="Inter"/>
              </a:defRPr>
            </a:lvl1pPr>
            <a:lvl2pPr>
              <a:defRPr sz="1725" b="1">
                <a:solidFill>
                  <a:srgbClr val="14221A"/>
                </a:solidFill>
                <a:latin typeface="Inter"/>
                <a:ea typeface="Inter"/>
                <a:cs typeface="Inter"/>
              </a:defRPr>
            </a:lvl2pPr>
            <a:lvl3pPr>
              <a:defRPr sz="1725" b="1">
                <a:solidFill>
                  <a:srgbClr val="14221A"/>
                </a:solidFill>
                <a:latin typeface="Inter"/>
                <a:ea typeface="Inter"/>
                <a:cs typeface="Inter"/>
              </a:defRPr>
            </a:lvl3pPr>
            <a:lvl4pPr>
              <a:defRPr sz="1725" b="1">
                <a:solidFill>
                  <a:srgbClr val="14221A"/>
                </a:solidFill>
                <a:latin typeface="Inter"/>
                <a:ea typeface="Inter"/>
                <a:cs typeface="Inter"/>
              </a:defRPr>
            </a:lvl4pPr>
            <a:lvl5pPr>
              <a:defRPr sz="1725" b="1">
                <a:solidFill>
                  <a:srgbClr val="14221A"/>
                </a:solidFill>
                <a:latin typeface="Inter"/>
                <a:ea typeface="Inter"/>
                <a:cs typeface="Inter"/>
              </a:defRPr>
            </a:lvl5pPr>
            <a:lvl6pPr>
              <a:defRPr sz="1725" b="1">
                <a:solidFill>
                  <a:srgbClr val="14221A"/>
                </a:solidFill>
                <a:latin typeface="Inter"/>
                <a:ea typeface="Inter"/>
                <a:cs typeface="Inter"/>
              </a:defRPr>
            </a:lvl6pPr>
            <a:lvl7pPr>
              <a:defRPr sz="1725" b="1">
                <a:solidFill>
                  <a:srgbClr val="14221A"/>
                </a:solidFill>
                <a:latin typeface="Inter"/>
                <a:ea typeface="Inter"/>
                <a:cs typeface="Inter"/>
              </a:defRPr>
            </a:lvl7pPr>
            <a:lvl8pPr>
              <a:defRPr sz="1725" b="1">
                <a:solidFill>
                  <a:srgbClr val="14221A"/>
                </a:solidFill>
                <a:latin typeface="Inter"/>
                <a:ea typeface="Inter"/>
                <a:cs typeface="Inter"/>
              </a:defRPr>
            </a:lvl8pPr>
            <a:lvl9pPr>
              <a:defRPr sz="1725" b="1">
                <a:solidFill>
                  <a:srgbClr val="14221A"/>
                </a:solidFill>
                <a:latin typeface="Inter"/>
                <a:ea typeface="Inter"/>
                <a:cs typeface="Inter"/>
              </a:defRPr>
            </a:lvl9pPr>
          </a:lstStyle>
          <a:p xmlns:a="http://schemas.openxmlformats.org/drawingml/2006/main">
            <a:pPr>
              <a:defRPr sz="1725" b="1">
                <a:solidFill>
                  <a:srgbClr val="14221A"/>
                </a:solidFill>
                <a:latin typeface="Inter"/>
                <a:ea typeface="Inter"/>
                <a:cs typeface="Inter"/>
              </a:defRPr>
            </a:pPr>
            <a:r>
              <a:rPr sz="1725" b="1">
                <a:solidFill>
                  <a:srgbClr val="14221A"/>
                </a:solidFill>
                <a:latin typeface="Inter"/>
                <a:ea typeface="Inter"/>
                <a:cs typeface="Inter"/>
              </a:rPr>
              <a:t>awaiting_selection</a:t>
            </a:r>
          </a:p>
        </p:txBody>
      </p:sp>
      <p:sp>
        <p:nvSpPr>
          <p:cNvPr id="16" name="text-95">
            <a:extLst xmlns:a="http://schemas.openxmlformats.org/drawingml/2006/main">
              <a:ext uri="{FF2B5EF4-FFF2-40B4-BE49-F238E27FC236}">
                <a16:creationId xmlns:a16="http://schemas.microsoft.com/office/drawing/2014/main" id="{077B819F-69DE-4482-AD3F-21321DEB3FA3}"/>
              </a:ext>
            </a:extLst>
          </p:cNvPr>
          <p:cNvSpPr>
            <a:spLocks xmlns:a="http://schemas.openxmlformats.org/drawingml/2006/main" noGrp="1"/>
          </p:cNvSpPr>
          <p:nvPr/>
        </p:nvSpPr>
        <p:spPr>
          <a:xfrm xmlns:a="http://schemas.openxmlformats.org/drawingml/2006/main">
            <a:off x="9382125" y="2657475"/>
            <a:ext cx="21145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657167"/>
                </a:solidFill>
                <a:latin typeface="Inter"/>
                <a:ea typeface="Inter"/>
                <a:cs typeface="Inter"/>
              </a:defRPr>
            </a:defPPr>
            <a:lvl1pPr>
              <a:defRPr sz="1575" b="0">
                <a:solidFill>
                  <a:srgbClr val="657167"/>
                </a:solidFill>
                <a:latin typeface="Inter"/>
                <a:ea typeface="Inter"/>
                <a:cs typeface="Inter"/>
              </a:defRPr>
            </a:lvl1pPr>
            <a:lvl2pPr>
              <a:defRPr sz="1575" b="0">
                <a:solidFill>
                  <a:srgbClr val="657167"/>
                </a:solidFill>
                <a:latin typeface="Inter"/>
                <a:ea typeface="Inter"/>
                <a:cs typeface="Inter"/>
              </a:defRPr>
            </a:lvl2pPr>
            <a:lvl3pPr>
              <a:defRPr sz="1575" b="0">
                <a:solidFill>
                  <a:srgbClr val="657167"/>
                </a:solidFill>
                <a:latin typeface="Inter"/>
                <a:ea typeface="Inter"/>
                <a:cs typeface="Inter"/>
              </a:defRPr>
            </a:lvl3pPr>
            <a:lvl4pPr>
              <a:defRPr sz="1575" b="0">
                <a:solidFill>
                  <a:srgbClr val="657167"/>
                </a:solidFill>
                <a:latin typeface="Inter"/>
                <a:ea typeface="Inter"/>
                <a:cs typeface="Inter"/>
              </a:defRPr>
            </a:lvl4pPr>
            <a:lvl5pPr>
              <a:defRPr sz="1575" b="0">
                <a:solidFill>
                  <a:srgbClr val="657167"/>
                </a:solidFill>
                <a:latin typeface="Inter"/>
                <a:ea typeface="Inter"/>
                <a:cs typeface="Inter"/>
              </a:defRPr>
            </a:lvl5pPr>
            <a:lvl6pPr>
              <a:defRPr sz="1575" b="0">
                <a:solidFill>
                  <a:srgbClr val="657167"/>
                </a:solidFill>
                <a:latin typeface="Inter"/>
                <a:ea typeface="Inter"/>
                <a:cs typeface="Inter"/>
              </a:defRPr>
            </a:lvl6pPr>
            <a:lvl7pPr>
              <a:defRPr sz="1575" b="0">
                <a:solidFill>
                  <a:srgbClr val="657167"/>
                </a:solidFill>
                <a:latin typeface="Inter"/>
                <a:ea typeface="Inter"/>
                <a:cs typeface="Inter"/>
              </a:defRPr>
            </a:lvl7pPr>
            <a:lvl8pPr>
              <a:defRPr sz="1575" b="0">
                <a:solidFill>
                  <a:srgbClr val="657167"/>
                </a:solidFill>
                <a:latin typeface="Inter"/>
                <a:ea typeface="Inter"/>
                <a:cs typeface="Inter"/>
              </a:defRPr>
            </a:lvl8pPr>
            <a:lvl9pPr>
              <a:defRPr sz="1575" b="0">
                <a:solidFill>
                  <a:srgbClr val="657167"/>
                </a:solidFill>
                <a:latin typeface="Inter"/>
                <a:ea typeface="Inter"/>
                <a:cs typeface="Inter"/>
              </a:defRPr>
            </a:lvl9pPr>
          </a:lstStyle>
          <a:p xmlns:a="http://schemas.openxmlformats.org/drawingml/2006/main">
            <a:pPr>
              <a:defRPr sz="1575" b="0">
                <a:solidFill>
                  <a:srgbClr val="657167"/>
                </a:solidFill>
                <a:latin typeface="Inter"/>
                <a:ea typeface="Inter"/>
                <a:cs typeface="Inter"/>
              </a:defRPr>
            </a:pPr>
            <a:r>
              <a:rPr sz="1575" b="0">
                <a:solidFill>
                  <a:srgbClr val="657167"/>
                </a:solidFill>
                <a:latin typeface="Inter"/>
                <a:ea typeface="Inter"/>
                <a:cs typeface="Inter"/>
              </a:rPr>
              <a:t>Select input fields</a:t>
            </a:r>
          </a:p>
        </p:txBody>
      </p:sp>
      <p:sp>
        <p:nvSpPr>
          <p:cNvPr id="20" name="node-96">
            <a:extLst xmlns:a="http://schemas.openxmlformats.org/drawingml/2006/main">
              <a:ext uri="{FF2B5EF4-FFF2-40B4-BE49-F238E27FC236}">
                <a16:creationId xmlns:a16="http://schemas.microsoft.com/office/drawing/2014/main" id="{2D327782-5A0F-41ED-85AB-12C0C8E7ABCD}"/>
              </a:ext>
            </a:extLst>
          </p:cNvPr>
          <p:cNvSpPr>
            <a:spLocks xmlns:a="http://schemas.openxmlformats.org/drawingml/2006/main" noGrp="1"/>
          </p:cNvSpPr>
          <p:nvPr/>
        </p:nvSpPr>
        <p:spPr>
          <a:xfrm xmlns:a="http://schemas.openxmlformats.org/drawingml/2006/main">
            <a:off x="9220200" y="3800475"/>
            <a:ext cx="2438400" cy="952500"/>
          </a:xfrm>
          <a:prstGeom xmlns:a="http://schemas.openxmlformats.org/drawingml/2006/main" prst="rect">
            <a:avLst/>
          </a:prstGeom>
          <a:solidFill xmlns:a="http://schemas.openxmlformats.org/drawingml/2006/main">
            <a:srgbClr val="F0F5ED"/>
          </a:solidFill>
          <a:ln xmlns:a="http://schemas.openxmlformats.org/drawingml/2006/main" w="9525">
            <a:solidFill>
              <a:srgbClr val="DAE2D8"/>
            </a:solidFill>
          </a:ln>
        </p:spPr>
      </p:sp>
      <p:sp>
        <p:nvSpPr>
          <p:cNvPr id="21" name="text-97">
            <a:extLst xmlns:a="http://schemas.openxmlformats.org/drawingml/2006/main">
              <a:ext uri="{FF2B5EF4-FFF2-40B4-BE49-F238E27FC236}">
                <a16:creationId xmlns:a16="http://schemas.microsoft.com/office/drawing/2014/main" id="{32F754D5-485F-4FC5-84FD-46D15F8EC09F}"/>
              </a:ext>
            </a:extLst>
          </p:cNvPr>
          <p:cNvSpPr>
            <a:spLocks xmlns:a="http://schemas.openxmlformats.org/drawingml/2006/main" noGrp="1"/>
          </p:cNvSpPr>
          <p:nvPr/>
        </p:nvSpPr>
        <p:spPr>
          <a:xfrm xmlns:a="http://schemas.openxmlformats.org/drawingml/2006/main">
            <a:off x="9382125" y="3943350"/>
            <a:ext cx="21145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4221A"/>
                </a:solidFill>
                <a:latin typeface="Inter"/>
                <a:ea typeface="Inter"/>
                <a:cs typeface="Inter"/>
              </a:defRPr>
            </a:defPPr>
            <a:lvl1pPr>
              <a:defRPr sz="1875" b="1">
                <a:solidFill>
                  <a:srgbClr val="14221A"/>
                </a:solidFill>
                <a:latin typeface="Inter"/>
                <a:ea typeface="Inter"/>
                <a:cs typeface="Inter"/>
              </a:defRPr>
            </a:lvl1pPr>
            <a:lvl2pPr>
              <a:defRPr sz="1875" b="1">
                <a:solidFill>
                  <a:srgbClr val="14221A"/>
                </a:solidFill>
                <a:latin typeface="Inter"/>
                <a:ea typeface="Inter"/>
                <a:cs typeface="Inter"/>
              </a:defRPr>
            </a:lvl2pPr>
            <a:lvl3pPr>
              <a:defRPr sz="1875" b="1">
                <a:solidFill>
                  <a:srgbClr val="14221A"/>
                </a:solidFill>
                <a:latin typeface="Inter"/>
                <a:ea typeface="Inter"/>
                <a:cs typeface="Inter"/>
              </a:defRPr>
            </a:lvl3pPr>
            <a:lvl4pPr>
              <a:defRPr sz="1875" b="1">
                <a:solidFill>
                  <a:srgbClr val="14221A"/>
                </a:solidFill>
                <a:latin typeface="Inter"/>
                <a:ea typeface="Inter"/>
                <a:cs typeface="Inter"/>
              </a:defRPr>
            </a:lvl4pPr>
            <a:lvl5pPr>
              <a:defRPr sz="1875" b="1">
                <a:solidFill>
                  <a:srgbClr val="14221A"/>
                </a:solidFill>
                <a:latin typeface="Inter"/>
                <a:ea typeface="Inter"/>
                <a:cs typeface="Inter"/>
              </a:defRPr>
            </a:lvl5pPr>
            <a:lvl6pPr>
              <a:defRPr sz="1875" b="1">
                <a:solidFill>
                  <a:srgbClr val="14221A"/>
                </a:solidFill>
                <a:latin typeface="Inter"/>
                <a:ea typeface="Inter"/>
                <a:cs typeface="Inter"/>
              </a:defRPr>
            </a:lvl6pPr>
            <a:lvl7pPr>
              <a:defRPr sz="1875" b="1">
                <a:solidFill>
                  <a:srgbClr val="14221A"/>
                </a:solidFill>
                <a:latin typeface="Inter"/>
                <a:ea typeface="Inter"/>
                <a:cs typeface="Inter"/>
              </a:defRPr>
            </a:lvl7pPr>
            <a:lvl8pPr>
              <a:defRPr sz="1875" b="1">
                <a:solidFill>
                  <a:srgbClr val="14221A"/>
                </a:solidFill>
                <a:latin typeface="Inter"/>
                <a:ea typeface="Inter"/>
                <a:cs typeface="Inter"/>
              </a:defRPr>
            </a:lvl8pPr>
            <a:lvl9pPr>
              <a:defRPr sz="1875" b="1">
                <a:solidFill>
                  <a:srgbClr val="14221A"/>
                </a:solidFill>
                <a:latin typeface="Inter"/>
                <a:ea typeface="Inter"/>
                <a:cs typeface="Inter"/>
              </a:defRPr>
            </a:lvl9pPr>
          </a:lstStyle>
          <a:p xmlns:a="http://schemas.openxmlformats.org/drawingml/2006/main">
            <a:pPr>
              <a:defRPr sz="1875" b="1">
                <a:solidFill>
                  <a:srgbClr val="14221A"/>
                </a:solidFill>
                <a:latin typeface="Inter"/>
                <a:ea typeface="Inter"/>
                <a:cs typeface="Inter"/>
              </a:defRPr>
            </a:pPr>
            <a:r>
              <a:rPr sz="1875" b="1">
                <a:solidFill>
                  <a:srgbClr val="14221A"/>
                </a:solidFill>
                <a:latin typeface="Inter"/>
                <a:ea typeface="Inter"/>
                <a:cs typeface="Inter"/>
              </a:rPr>
              <a:t>import_queued</a:t>
            </a:r>
          </a:p>
        </p:txBody>
      </p:sp>
      <p:sp>
        <p:nvSpPr>
          <p:cNvPr id="22" name="text-98">
            <a:extLst xmlns:a="http://schemas.openxmlformats.org/drawingml/2006/main">
              <a:ext uri="{FF2B5EF4-FFF2-40B4-BE49-F238E27FC236}">
                <a16:creationId xmlns:a16="http://schemas.microsoft.com/office/drawing/2014/main" id="{07D5887E-7F7D-42C2-BD53-788492A0B4A5}"/>
              </a:ext>
            </a:extLst>
          </p:cNvPr>
          <p:cNvSpPr>
            <a:spLocks xmlns:a="http://schemas.openxmlformats.org/drawingml/2006/main" noGrp="1"/>
          </p:cNvSpPr>
          <p:nvPr/>
        </p:nvSpPr>
        <p:spPr>
          <a:xfrm xmlns:a="http://schemas.openxmlformats.org/drawingml/2006/main">
            <a:off x="9382125" y="4343400"/>
            <a:ext cx="21145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657167"/>
                </a:solidFill>
                <a:latin typeface="Inter"/>
                <a:ea typeface="Inter"/>
                <a:cs typeface="Inter"/>
              </a:defRPr>
            </a:defPPr>
            <a:lvl1pPr>
              <a:defRPr sz="1575" b="0">
                <a:solidFill>
                  <a:srgbClr val="657167"/>
                </a:solidFill>
                <a:latin typeface="Inter"/>
                <a:ea typeface="Inter"/>
                <a:cs typeface="Inter"/>
              </a:defRPr>
            </a:lvl1pPr>
            <a:lvl2pPr>
              <a:defRPr sz="1575" b="0">
                <a:solidFill>
                  <a:srgbClr val="657167"/>
                </a:solidFill>
                <a:latin typeface="Inter"/>
                <a:ea typeface="Inter"/>
                <a:cs typeface="Inter"/>
              </a:defRPr>
            </a:lvl2pPr>
            <a:lvl3pPr>
              <a:defRPr sz="1575" b="0">
                <a:solidFill>
                  <a:srgbClr val="657167"/>
                </a:solidFill>
                <a:latin typeface="Inter"/>
                <a:ea typeface="Inter"/>
                <a:cs typeface="Inter"/>
              </a:defRPr>
            </a:lvl3pPr>
            <a:lvl4pPr>
              <a:defRPr sz="1575" b="0">
                <a:solidFill>
                  <a:srgbClr val="657167"/>
                </a:solidFill>
                <a:latin typeface="Inter"/>
                <a:ea typeface="Inter"/>
                <a:cs typeface="Inter"/>
              </a:defRPr>
            </a:lvl4pPr>
            <a:lvl5pPr>
              <a:defRPr sz="1575" b="0">
                <a:solidFill>
                  <a:srgbClr val="657167"/>
                </a:solidFill>
                <a:latin typeface="Inter"/>
                <a:ea typeface="Inter"/>
                <a:cs typeface="Inter"/>
              </a:defRPr>
            </a:lvl5pPr>
            <a:lvl6pPr>
              <a:defRPr sz="1575" b="0">
                <a:solidFill>
                  <a:srgbClr val="657167"/>
                </a:solidFill>
                <a:latin typeface="Inter"/>
                <a:ea typeface="Inter"/>
                <a:cs typeface="Inter"/>
              </a:defRPr>
            </a:lvl6pPr>
            <a:lvl7pPr>
              <a:defRPr sz="1575" b="0">
                <a:solidFill>
                  <a:srgbClr val="657167"/>
                </a:solidFill>
                <a:latin typeface="Inter"/>
                <a:ea typeface="Inter"/>
                <a:cs typeface="Inter"/>
              </a:defRPr>
            </a:lvl7pPr>
            <a:lvl8pPr>
              <a:defRPr sz="1575" b="0">
                <a:solidFill>
                  <a:srgbClr val="657167"/>
                </a:solidFill>
                <a:latin typeface="Inter"/>
                <a:ea typeface="Inter"/>
                <a:cs typeface="Inter"/>
              </a:defRPr>
            </a:lvl8pPr>
            <a:lvl9pPr>
              <a:defRPr sz="1575" b="0">
                <a:solidFill>
                  <a:srgbClr val="657167"/>
                </a:solidFill>
                <a:latin typeface="Inter"/>
                <a:ea typeface="Inter"/>
                <a:cs typeface="Inter"/>
              </a:defRPr>
            </a:lvl9pPr>
          </a:lstStyle>
          <a:p xmlns:a="http://schemas.openxmlformats.org/drawingml/2006/main">
            <a:pPr>
              <a:defRPr sz="1575" b="0">
                <a:solidFill>
                  <a:srgbClr val="657167"/>
                </a:solidFill>
                <a:latin typeface="Inter"/>
                <a:ea typeface="Inter"/>
                <a:cs typeface="Inter"/>
              </a:defRPr>
            </a:pPr>
            <a:r>
              <a:rPr sz="1575" b="0">
                <a:solidFill>
                  <a:srgbClr val="657167"/>
                </a:solidFill>
                <a:latin typeface="Inter"/>
                <a:ea typeface="Inter"/>
                <a:cs typeface="Inter"/>
              </a:rPr>
              <a:t>Explicit counts + build</a:t>
            </a:r>
          </a:p>
        </p:txBody>
      </p:sp>
      <p:sp>
        <p:nvSpPr>
          <p:cNvPr id="23" name="node-99">
            <a:extLst xmlns:a="http://schemas.openxmlformats.org/drawingml/2006/main">
              <a:ext uri="{FF2B5EF4-FFF2-40B4-BE49-F238E27FC236}">
                <a16:creationId xmlns:a16="http://schemas.microsoft.com/office/drawing/2014/main" id="{3AD5889B-FB84-48B1-B2DA-D7740E50EB15}"/>
              </a:ext>
            </a:extLst>
          </p:cNvPr>
          <p:cNvSpPr>
            <a:spLocks xmlns:a="http://schemas.openxmlformats.org/drawingml/2006/main" noGrp="1"/>
          </p:cNvSpPr>
          <p:nvPr/>
        </p:nvSpPr>
        <p:spPr>
          <a:xfrm xmlns:a="http://schemas.openxmlformats.org/drawingml/2006/main">
            <a:off x="6324600" y="3800475"/>
            <a:ext cx="2438400" cy="952500"/>
          </a:xfrm>
          <a:prstGeom xmlns:a="http://schemas.openxmlformats.org/drawingml/2006/main" prst="rect">
            <a:avLst/>
          </a:prstGeom>
          <a:solidFill xmlns:a="http://schemas.openxmlformats.org/drawingml/2006/main">
            <a:srgbClr val="F0F5ED"/>
          </a:solidFill>
          <a:ln xmlns:a="http://schemas.openxmlformats.org/drawingml/2006/main" w="9525">
            <a:solidFill>
              <a:srgbClr val="DAE2D8"/>
            </a:solidFill>
          </a:ln>
        </p:spPr>
      </p:sp>
      <p:sp>
        <p:nvSpPr>
          <p:cNvPr id="24" name="text-100">
            <a:extLst xmlns:a="http://schemas.openxmlformats.org/drawingml/2006/main">
              <a:ext uri="{FF2B5EF4-FFF2-40B4-BE49-F238E27FC236}">
                <a16:creationId xmlns:a16="http://schemas.microsoft.com/office/drawing/2014/main" id="{DD243F6B-98E0-4914-908E-F4CA9676F3CB}"/>
              </a:ext>
            </a:extLst>
          </p:cNvPr>
          <p:cNvSpPr>
            <a:spLocks xmlns:a="http://schemas.openxmlformats.org/drawingml/2006/main" noGrp="1"/>
          </p:cNvSpPr>
          <p:nvPr/>
        </p:nvSpPr>
        <p:spPr>
          <a:xfrm xmlns:a="http://schemas.openxmlformats.org/drawingml/2006/main">
            <a:off x="6486525" y="3943350"/>
            <a:ext cx="21145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4221A"/>
                </a:solidFill>
                <a:latin typeface="Inter"/>
                <a:ea typeface="Inter"/>
                <a:cs typeface="Inter"/>
              </a:defRPr>
            </a:defPPr>
            <a:lvl1pPr>
              <a:defRPr sz="1875" b="1">
                <a:solidFill>
                  <a:srgbClr val="14221A"/>
                </a:solidFill>
                <a:latin typeface="Inter"/>
                <a:ea typeface="Inter"/>
                <a:cs typeface="Inter"/>
              </a:defRPr>
            </a:lvl1pPr>
            <a:lvl2pPr>
              <a:defRPr sz="1875" b="1">
                <a:solidFill>
                  <a:srgbClr val="14221A"/>
                </a:solidFill>
                <a:latin typeface="Inter"/>
                <a:ea typeface="Inter"/>
                <a:cs typeface="Inter"/>
              </a:defRPr>
            </a:lvl2pPr>
            <a:lvl3pPr>
              <a:defRPr sz="1875" b="1">
                <a:solidFill>
                  <a:srgbClr val="14221A"/>
                </a:solidFill>
                <a:latin typeface="Inter"/>
                <a:ea typeface="Inter"/>
                <a:cs typeface="Inter"/>
              </a:defRPr>
            </a:lvl3pPr>
            <a:lvl4pPr>
              <a:defRPr sz="1875" b="1">
                <a:solidFill>
                  <a:srgbClr val="14221A"/>
                </a:solidFill>
                <a:latin typeface="Inter"/>
                <a:ea typeface="Inter"/>
                <a:cs typeface="Inter"/>
              </a:defRPr>
            </a:lvl4pPr>
            <a:lvl5pPr>
              <a:defRPr sz="1875" b="1">
                <a:solidFill>
                  <a:srgbClr val="14221A"/>
                </a:solidFill>
                <a:latin typeface="Inter"/>
                <a:ea typeface="Inter"/>
                <a:cs typeface="Inter"/>
              </a:defRPr>
            </a:lvl5pPr>
            <a:lvl6pPr>
              <a:defRPr sz="1875" b="1">
                <a:solidFill>
                  <a:srgbClr val="14221A"/>
                </a:solidFill>
                <a:latin typeface="Inter"/>
                <a:ea typeface="Inter"/>
                <a:cs typeface="Inter"/>
              </a:defRPr>
            </a:lvl6pPr>
            <a:lvl7pPr>
              <a:defRPr sz="1875" b="1">
                <a:solidFill>
                  <a:srgbClr val="14221A"/>
                </a:solidFill>
                <a:latin typeface="Inter"/>
                <a:ea typeface="Inter"/>
                <a:cs typeface="Inter"/>
              </a:defRPr>
            </a:lvl7pPr>
            <a:lvl8pPr>
              <a:defRPr sz="1875" b="1">
                <a:solidFill>
                  <a:srgbClr val="14221A"/>
                </a:solidFill>
                <a:latin typeface="Inter"/>
                <a:ea typeface="Inter"/>
                <a:cs typeface="Inter"/>
              </a:defRPr>
            </a:lvl8pPr>
            <a:lvl9pPr>
              <a:defRPr sz="1875" b="1">
                <a:solidFill>
                  <a:srgbClr val="14221A"/>
                </a:solidFill>
                <a:latin typeface="Inter"/>
                <a:ea typeface="Inter"/>
                <a:cs typeface="Inter"/>
              </a:defRPr>
            </a:lvl9pPr>
          </a:lstStyle>
          <a:p xmlns:a="http://schemas.openxmlformats.org/drawingml/2006/main">
            <a:pPr>
              <a:defRPr sz="1875" b="1">
                <a:solidFill>
                  <a:srgbClr val="14221A"/>
                </a:solidFill>
                <a:latin typeface="Inter"/>
                <a:ea typeface="Inter"/>
                <a:cs typeface="Inter"/>
              </a:defRPr>
            </a:pPr>
            <a:r>
              <a:rPr sz="1875" b="1">
                <a:solidFill>
                  <a:srgbClr val="14221A"/>
                </a:solidFill>
                <a:latin typeface="Inter"/>
                <a:ea typeface="Inter"/>
                <a:cs typeface="Inter"/>
              </a:rPr>
              <a:t>importing</a:t>
            </a:r>
          </a:p>
        </p:txBody>
      </p:sp>
      <p:sp>
        <p:nvSpPr>
          <p:cNvPr id="25" name="text-101">
            <a:extLst xmlns:a="http://schemas.openxmlformats.org/drawingml/2006/main">
              <a:ext uri="{FF2B5EF4-FFF2-40B4-BE49-F238E27FC236}">
                <a16:creationId xmlns:a16="http://schemas.microsoft.com/office/drawing/2014/main" id="{F03B0612-1B8E-4D1F-8B3A-C64F2620AA6E}"/>
              </a:ext>
            </a:extLst>
          </p:cNvPr>
          <p:cNvSpPr>
            <a:spLocks xmlns:a="http://schemas.openxmlformats.org/drawingml/2006/main" noGrp="1"/>
          </p:cNvSpPr>
          <p:nvPr/>
        </p:nvSpPr>
        <p:spPr>
          <a:xfrm xmlns:a="http://schemas.openxmlformats.org/drawingml/2006/main">
            <a:off x="6486525" y="4343400"/>
            <a:ext cx="21145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657167"/>
                </a:solidFill>
                <a:latin typeface="Inter"/>
                <a:ea typeface="Inter"/>
                <a:cs typeface="Inter"/>
              </a:defRPr>
            </a:defPPr>
            <a:lvl1pPr>
              <a:defRPr sz="1575" b="0">
                <a:solidFill>
                  <a:srgbClr val="657167"/>
                </a:solidFill>
                <a:latin typeface="Inter"/>
                <a:ea typeface="Inter"/>
                <a:cs typeface="Inter"/>
              </a:defRPr>
            </a:lvl1pPr>
            <a:lvl2pPr>
              <a:defRPr sz="1575" b="0">
                <a:solidFill>
                  <a:srgbClr val="657167"/>
                </a:solidFill>
                <a:latin typeface="Inter"/>
                <a:ea typeface="Inter"/>
                <a:cs typeface="Inter"/>
              </a:defRPr>
            </a:lvl2pPr>
            <a:lvl3pPr>
              <a:defRPr sz="1575" b="0">
                <a:solidFill>
                  <a:srgbClr val="657167"/>
                </a:solidFill>
                <a:latin typeface="Inter"/>
                <a:ea typeface="Inter"/>
                <a:cs typeface="Inter"/>
              </a:defRPr>
            </a:lvl3pPr>
            <a:lvl4pPr>
              <a:defRPr sz="1575" b="0">
                <a:solidFill>
                  <a:srgbClr val="657167"/>
                </a:solidFill>
                <a:latin typeface="Inter"/>
                <a:ea typeface="Inter"/>
                <a:cs typeface="Inter"/>
              </a:defRPr>
            </a:lvl4pPr>
            <a:lvl5pPr>
              <a:defRPr sz="1575" b="0">
                <a:solidFill>
                  <a:srgbClr val="657167"/>
                </a:solidFill>
                <a:latin typeface="Inter"/>
                <a:ea typeface="Inter"/>
                <a:cs typeface="Inter"/>
              </a:defRPr>
            </a:lvl5pPr>
            <a:lvl6pPr>
              <a:defRPr sz="1575" b="0">
                <a:solidFill>
                  <a:srgbClr val="657167"/>
                </a:solidFill>
                <a:latin typeface="Inter"/>
                <a:ea typeface="Inter"/>
                <a:cs typeface="Inter"/>
              </a:defRPr>
            </a:lvl6pPr>
            <a:lvl7pPr>
              <a:defRPr sz="1575" b="0">
                <a:solidFill>
                  <a:srgbClr val="657167"/>
                </a:solidFill>
                <a:latin typeface="Inter"/>
                <a:ea typeface="Inter"/>
                <a:cs typeface="Inter"/>
              </a:defRPr>
            </a:lvl7pPr>
            <a:lvl8pPr>
              <a:defRPr sz="1575" b="0">
                <a:solidFill>
                  <a:srgbClr val="657167"/>
                </a:solidFill>
                <a:latin typeface="Inter"/>
                <a:ea typeface="Inter"/>
                <a:cs typeface="Inter"/>
              </a:defRPr>
            </a:lvl8pPr>
            <a:lvl9pPr>
              <a:defRPr sz="1575" b="0">
                <a:solidFill>
                  <a:srgbClr val="657167"/>
                </a:solidFill>
                <a:latin typeface="Inter"/>
                <a:ea typeface="Inter"/>
                <a:cs typeface="Inter"/>
              </a:defRPr>
            </a:lvl9pPr>
          </a:lstStyle>
          <a:p xmlns:a="http://schemas.openxmlformats.org/drawingml/2006/main">
            <a:pPr>
              <a:defRPr sz="1575" b="0">
                <a:solidFill>
                  <a:srgbClr val="657167"/>
                </a:solidFill>
                <a:latin typeface="Inter"/>
                <a:ea typeface="Inter"/>
                <a:cs typeface="Inter"/>
              </a:defRPr>
            </a:pPr>
            <a:r>
              <a:rPr sz="1575" b="0">
                <a:solidFill>
                  <a:srgbClr val="657167"/>
                </a:solidFill>
                <a:latin typeface="Inter"/>
                <a:ea typeface="Inter"/>
                <a:cs typeface="Inter"/>
              </a:rPr>
              <a:t>Two passes + hashes</a:t>
            </a:r>
          </a:p>
        </p:txBody>
      </p:sp>
      <p:sp>
        <p:nvSpPr>
          <p:cNvPr id="26" name="node-102">
            <a:extLst xmlns:a="http://schemas.openxmlformats.org/drawingml/2006/main">
              <a:ext uri="{FF2B5EF4-FFF2-40B4-BE49-F238E27FC236}">
                <a16:creationId xmlns:a16="http://schemas.microsoft.com/office/drawing/2014/main" id="{9C67048F-A4F1-413A-963A-7C21E7951EFD}"/>
              </a:ext>
            </a:extLst>
          </p:cNvPr>
          <p:cNvSpPr>
            <a:spLocks xmlns:a="http://schemas.openxmlformats.org/drawingml/2006/main" noGrp="1"/>
          </p:cNvSpPr>
          <p:nvPr/>
        </p:nvSpPr>
        <p:spPr>
          <a:xfrm xmlns:a="http://schemas.openxmlformats.org/drawingml/2006/main">
            <a:off x="3429000" y="3800475"/>
            <a:ext cx="2438400" cy="952500"/>
          </a:xfrm>
          <a:prstGeom xmlns:a="http://schemas.openxmlformats.org/drawingml/2006/main" prst="rect">
            <a:avLst/>
          </a:prstGeom>
          <a:solidFill xmlns:a="http://schemas.openxmlformats.org/drawingml/2006/main">
            <a:srgbClr val="14221A"/>
          </a:solidFill>
          <a:ln xmlns:a="http://schemas.openxmlformats.org/drawingml/2006/main" w="9525">
            <a:solidFill>
              <a:srgbClr val="DAE2D8"/>
            </a:solidFill>
          </a:ln>
        </p:spPr>
      </p:sp>
      <p:sp>
        <p:nvSpPr>
          <p:cNvPr id="27" name="text-103">
            <a:extLst xmlns:a="http://schemas.openxmlformats.org/drawingml/2006/main">
              <a:ext uri="{FF2B5EF4-FFF2-40B4-BE49-F238E27FC236}">
                <a16:creationId xmlns:a16="http://schemas.microsoft.com/office/drawing/2014/main" id="{4AF6DCFA-2C5E-423B-8DA1-9A8FF11D35A1}"/>
              </a:ext>
            </a:extLst>
          </p:cNvPr>
          <p:cNvSpPr>
            <a:spLocks xmlns:a="http://schemas.openxmlformats.org/drawingml/2006/main" noGrp="1"/>
          </p:cNvSpPr>
          <p:nvPr/>
        </p:nvSpPr>
        <p:spPr>
          <a:xfrm xmlns:a="http://schemas.openxmlformats.org/drawingml/2006/main">
            <a:off x="3590925" y="3943350"/>
            <a:ext cx="21145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FFFFFF"/>
                </a:solidFill>
                <a:latin typeface="Inter"/>
                <a:ea typeface="Inter"/>
                <a:cs typeface="Inter"/>
              </a:defRPr>
            </a:defPPr>
            <a:lvl1pPr>
              <a:defRPr sz="1875" b="1">
                <a:solidFill>
                  <a:srgbClr val="FFFFFF"/>
                </a:solidFill>
                <a:latin typeface="Inter"/>
                <a:ea typeface="Inter"/>
                <a:cs typeface="Inter"/>
              </a:defRPr>
            </a:lvl1pPr>
            <a:lvl2pPr>
              <a:defRPr sz="1875" b="1">
                <a:solidFill>
                  <a:srgbClr val="FFFFFF"/>
                </a:solidFill>
                <a:latin typeface="Inter"/>
                <a:ea typeface="Inter"/>
                <a:cs typeface="Inter"/>
              </a:defRPr>
            </a:lvl2pPr>
            <a:lvl3pPr>
              <a:defRPr sz="1875" b="1">
                <a:solidFill>
                  <a:srgbClr val="FFFFFF"/>
                </a:solidFill>
                <a:latin typeface="Inter"/>
                <a:ea typeface="Inter"/>
                <a:cs typeface="Inter"/>
              </a:defRPr>
            </a:lvl3pPr>
            <a:lvl4pPr>
              <a:defRPr sz="1875" b="1">
                <a:solidFill>
                  <a:srgbClr val="FFFFFF"/>
                </a:solidFill>
                <a:latin typeface="Inter"/>
                <a:ea typeface="Inter"/>
                <a:cs typeface="Inter"/>
              </a:defRPr>
            </a:lvl4pPr>
            <a:lvl5pPr>
              <a:defRPr sz="1875" b="1">
                <a:solidFill>
                  <a:srgbClr val="FFFFFF"/>
                </a:solidFill>
                <a:latin typeface="Inter"/>
                <a:ea typeface="Inter"/>
                <a:cs typeface="Inter"/>
              </a:defRPr>
            </a:lvl5pPr>
            <a:lvl6pPr>
              <a:defRPr sz="1875" b="1">
                <a:solidFill>
                  <a:srgbClr val="FFFFFF"/>
                </a:solidFill>
                <a:latin typeface="Inter"/>
                <a:ea typeface="Inter"/>
                <a:cs typeface="Inter"/>
              </a:defRPr>
            </a:lvl6pPr>
            <a:lvl7pPr>
              <a:defRPr sz="1875" b="1">
                <a:solidFill>
                  <a:srgbClr val="FFFFFF"/>
                </a:solidFill>
                <a:latin typeface="Inter"/>
                <a:ea typeface="Inter"/>
                <a:cs typeface="Inter"/>
              </a:defRPr>
            </a:lvl7pPr>
            <a:lvl8pPr>
              <a:defRPr sz="1875" b="1">
                <a:solidFill>
                  <a:srgbClr val="FFFFFF"/>
                </a:solidFill>
                <a:latin typeface="Inter"/>
                <a:ea typeface="Inter"/>
                <a:cs typeface="Inter"/>
              </a:defRPr>
            </a:lvl8pPr>
            <a:lvl9pPr>
              <a:defRPr sz="1875" b="1">
                <a:solidFill>
                  <a:srgbClr val="FFFFFF"/>
                </a:solidFill>
                <a:latin typeface="Inter"/>
                <a:ea typeface="Inter"/>
                <a:cs typeface="Inter"/>
              </a:defRPr>
            </a:lvl9pPr>
          </a:lstStyle>
          <a:p xmlns:a="http://schemas.openxmlformats.org/drawingml/2006/main">
            <a:pPr>
              <a:defRPr sz="1875" b="1">
                <a:solidFill>
                  <a:srgbClr val="FFFFFF"/>
                </a:solidFill>
                <a:latin typeface="Inter"/>
                <a:ea typeface="Inter"/>
                <a:cs typeface="Inter"/>
              </a:defRPr>
            </a:pPr>
            <a:r>
              <a:rPr sz="1875" b="1">
                <a:solidFill>
                  <a:srgbClr val="FFFFFF"/>
                </a:solidFill>
                <a:latin typeface="Inter"/>
                <a:ea typeface="Inter"/>
                <a:cs typeface="Inter"/>
              </a:rPr>
              <a:t>ready</a:t>
            </a:r>
          </a:p>
        </p:txBody>
      </p:sp>
      <p:sp>
        <p:nvSpPr>
          <p:cNvPr id="28" name="text-104">
            <a:extLst xmlns:a="http://schemas.openxmlformats.org/drawingml/2006/main">
              <a:ext uri="{FF2B5EF4-FFF2-40B4-BE49-F238E27FC236}">
                <a16:creationId xmlns:a16="http://schemas.microsoft.com/office/drawing/2014/main" id="{CCBEC0EF-5233-47A1-AE71-F8F655ACE569}"/>
              </a:ext>
            </a:extLst>
          </p:cNvPr>
          <p:cNvSpPr>
            <a:spLocks xmlns:a="http://schemas.openxmlformats.org/drawingml/2006/main" noGrp="1"/>
          </p:cNvSpPr>
          <p:nvPr/>
        </p:nvSpPr>
        <p:spPr>
          <a:xfrm xmlns:a="http://schemas.openxmlformats.org/drawingml/2006/main">
            <a:off x="3590925" y="4343400"/>
            <a:ext cx="21145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DFEADC"/>
                </a:solidFill>
                <a:latin typeface="Inter"/>
                <a:ea typeface="Inter"/>
                <a:cs typeface="Inter"/>
              </a:defRPr>
            </a:defPPr>
            <a:lvl1pPr>
              <a:defRPr sz="1575" b="0">
                <a:solidFill>
                  <a:srgbClr val="DFEADC"/>
                </a:solidFill>
                <a:latin typeface="Inter"/>
                <a:ea typeface="Inter"/>
                <a:cs typeface="Inter"/>
              </a:defRPr>
            </a:lvl1pPr>
            <a:lvl2pPr>
              <a:defRPr sz="1575" b="0">
                <a:solidFill>
                  <a:srgbClr val="DFEADC"/>
                </a:solidFill>
                <a:latin typeface="Inter"/>
                <a:ea typeface="Inter"/>
                <a:cs typeface="Inter"/>
              </a:defRPr>
            </a:lvl2pPr>
            <a:lvl3pPr>
              <a:defRPr sz="1575" b="0">
                <a:solidFill>
                  <a:srgbClr val="DFEADC"/>
                </a:solidFill>
                <a:latin typeface="Inter"/>
                <a:ea typeface="Inter"/>
                <a:cs typeface="Inter"/>
              </a:defRPr>
            </a:lvl3pPr>
            <a:lvl4pPr>
              <a:defRPr sz="1575" b="0">
                <a:solidFill>
                  <a:srgbClr val="DFEADC"/>
                </a:solidFill>
                <a:latin typeface="Inter"/>
                <a:ea typeface="Inter"/>
                <a:cs typeface="Inter"/>
              </a:defRPr>
            </a:lvl4pPr>
            <a:lvl5pPr>
              <a:defRPr sz="1575" b="0">
                <a:solidFill>
                  <a:srgbClr val="DFEADC"/>
                </a:solidFill>
                <a:latin typeface="Inter"/>
                <a:ea typeface="Inter"/>
                <a:cs typeface="Inter"/>
              </a:defRPr>
            </a:lvl5pPr>
            <a:lvl6pPr>
              <a:defRPr sz="1575" b="0">
                <a:solidFill>
                  <a:srgbClr val="DFEADC"/>
                </a:solidFill>
                <a:latin typeface="Inter"/>
                <a:ea typeface="Inter"/>
                <a:cs typeface="Inter"/>
              </a:defRPr>
            </a:lvl6pPr>
            <a:lvl7pPr>
              <a:defRPr sz="1575" b="0">
                <a:solidFill>
                  <a:srgbClr val="DFEADC"/>
                </a:solidFill>
                <a:latin typeface="Inter"/>
                <a:ea typeface="Inter"/>
                <a:cs typeface="Inter"/>
              </a:defRPr>
            </a:lvl7pPr>
            <a:lvl8pPr>
              <a:defRPr sz="1575" b="0">
                <a:solidFill>
                  <a:srgbClr val="DFEADC"/>
                </a:solidFill>
                <a:latin typeface="Inter"/>
                <a:ea typeface="Inter"/>
                <a:cs typeface="Inter"/>
              </a:defRPr>
            </a:lvl8pPr>
            <a:lvl9pPr>
              <a:defRPr sz="1575" b="0">
                <a:solidFill>
                  <a:srgbClr val="DFEADC"/>
                </a:solidFill>
                <a:latin typeface="Inter"/>
                <a:ea typeface="Inter"/>
                <a:cs typeface="Inter"/>
              </a:defRPr>
            </a:lvl9pPr>
          </a:lstStyle>
          <a:p xmlns:a="http://schemas.openxmlformats.org/drawingml/2006/main">
            <a:pPr>
              <a:defRPr sz="1575" b="0">
                <a:solidFill>
                  <a:srgbClr val="DFEADC"/>
                </a:solidFill>
                <a:latin typeface="Inter"/>
                <a:ea typeface="Inter"/>
                <a:cs typeface="Inter"/>
              </a:defRPr>
            </a:pPr>
            <a:r>
              <a:rPr sz="1575" b="0">
                <a:solidFill>
                  <a:srgbClr val="DFEADC"/>
                </a:solidFill>
                <a:latin typeface="Inter"/>
                <a:ea typeface="Inter"/>
                <a:cs typeface="Inter"/>
              </a:rPr>
              <a:t>Attach in PG</a:t>
            </a:r>
          </a:p>
        </p:txBody>
      </p:sp>
      <p:sp>
        <p:nvSpPr>
          <p:cNvPr id="32" name="text-105">
            <a:extLst xmlns:a="http://schemas.openxmlformats.org/drawingml/2006/main">
              <a:ext uri="{FF2B5EF4-FFF2-40B4-BE49-F238E27FC236}">
                <a16:creationId xmlns:a16="http://schemas.microsoft.com/office/drawing/2014/main" id="{0161A333-3A2B-46FF-B196-496D6801898C}"/>
              </a:ext>
            </a:extLst>
          </p:cNvPr>
          <p:cNvSpPr>
            <a:spLocks xmlns:a="http://schemas.openxmlformats.org/drawingml/2006/main" noGrp="1"/>
          </p:cNvSpPr>
          <p:nvPr/>
        </p:nvSpPr>
        <p:spPr>
          <a:xfrm xmlns:a="http://schemas.openxmlformats.org/drawingml/2006/main">
            <a:off x="533400" y="3924300"/>
            <a:ext cx="2333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8C5F20"/>
                </a:solidFill>
                <a:latin typeface="Inter"/>
                <a:ea typeface="Inter"/>
                <a:cs typeface="Inter"/>
              </a:defRPr>
            </a:defPPr>
            <a:lvl1pPr>
              <a:defRPr sz="2100" b="1">
                <a:solidFill>
                  <a:srgbClr val="8C5F20"/>
                </a:solidFill>
                <a:latin typeface="Inter"/>
                <a:ea typeface="Inter"/>
                <a:cs typeface="Inter"/>
              </a:defRPr>
            </a:lvl1pPr>
            <a:lvl2pPr>
              <a:defRPr sz="2100" b="1">
                <a:solidFill>
                  <a:srgbClr val="8C5F20"/>
                </a:solidFill>
                <a:latin typeface="Inter"/>
                <a:ea typeface="Inter"/>
                <a:cs typeface="Inter"/>
              </a:defRPr>
            </a:lvl2pPr>
            <a:lvl3pPr>
              <a:defRPr sz="2100" b="1">
                <a:solidFill>
                  <a:srgbClr val="8C5F20"/>
                </a:solidFill>
                <a:latin typeface="Inter"/>
                <a:ea typeface="Inter"/>
                <a:cs typeface="Inter"/>
              </a:defRPr>
            </a:lvl3pPr>
            <a:lvl4pPr>
              <a:defRPr sz="2100" b="1">
                <a:solidFill>
                  <a:srgbClr val="8C5F20"/>
                </a:solidFill>
                <a:latin typeface="Inter"/>
                <a:ea typeface="Inter"/>
                <a:cs typeface="Inter"/>
              </a:defRPr>
            </a:lvl4pPr>
            <a:lvl5pPr>
              <a:defRPr sz="2100" b="1">
                <a:solidFill>
                  <a:srgbClr val="8C5F20"/>
                </a:solidFill>
                <a:latin typeface="Inter"/>
                <a:ea typeface="Inter"/>
                <a:cs typeface="Inter"/>
              </a:defRPr>
            </a:lvl5pPr>
            <a:lvl6pPr>
              <a:defRPr sz="2100" b="1">
                <a:solidFill>
                  <a:srgbClr val="8C5F20"/>
                </a:solidFill>
                <a:latin typeface="Inter"/>
                <a:ea typeface="Inter"/>
                <a:cs typeface="Inter"/>
              </a:defRPr>
            </a:lvl6pPr>
            <a:lvl7pPr>
              <a:defRPr sz="2100" b="1">
                <a:solidFill>
                  <a:srgbClr val="8C5F20"/>
                </a:solidFill>
                <a:latin typeface="Inter"/>
                <a:ea typeface="Inter"/>
                <a:cs typeface="Inter"/>
              </a:defRPr>
            </a:lvl7pPr>
            <a:lvl8pPr>
              <a:defRPr sz="2100" b="1">
                <a:solidFill>
                  <a:srgbClr val="8C5F20"/>
                </a:solidFill>
                <a:latin typeface="Inter"/>
                <a:ea typeface="Inter"/>
                <a:cs typeface="Inter"/>
              </a:defRPr>
            </a:lvl8pPr>
            <a:lvl9pPr>
              <a:defRPr sz="2100" b="1">
                <a:solidFill>
                  <a:srgbClr val="8C5F20"/>
                </a:solidFill>
                <a:latin typeface="Inter"/>
                <a:ea typeface="Inter"/>
                <a:cs typeface="Inter"/>
              </a:defRPr>
            </a:lvl9pPr>
          </a:lstStyle>
          <a:p xmlns:a="http://schemas.openxmlformats.org/drawingml/2006/main">
            <a:pPr>
              <a:defRPr sz="2100" b="1">
                <a:solidFill>
                  <a:srgbClr val="8C5F20"/>
                </a:solidFill>
                <a:latin typeface="Inter"/>
                <a:ea typeface="Inter"/>
                <a:cs typeface="Inter"/>
              </a:defRPr>
            </a:pPr>
            <a:r>
              <a:rPr sz="2100" b="1">
                <a:solidFill>
                  <a:srgbClr val="8C5F20"/>
                </a:solidFill>
                <a:latin typeface="Inter"/>
                <a:ea typeface="Inter"/>
                <a:cs typeface="Inter"/>
              </a:rPr>
              <a:t>failed</a:t>
            </a:r>
          </a:p>
        </p:txBody>
      </p:sp>
      <p:sp>
        <p:nvSpPr>
          <p:cNvPr id="33" name="text-106">
            <a:extLst xmlns:a="http://schemas.openxmlformats.org/drawingml/2006/main">
              <a:ext uri="{FF2B5EF4-FFF2-40B4-BE49-F238E27FC236}">
                <a16:creationId xmlns:a16="http://schemas.microsoft.com/office/drawing/2014/main" id="{4B0F83CE-5016-4050-B76F-C906C4416FAD}"/>
              </a:ext>
            </a:extLst>
          </p:cNvPr>
          <p:cNvSpPr>
            <a:spLocks xmlns:a="http://schemas.openxmlformats.org/drawingml/2006/main" noGrp="1"/>
          </p:cNvSpPr>
          <p:nvPr/>
        </p:nvSpPr>
        <p:spPr>
          <a:xfrm xmlns:a="http://schemas.openxmlformats.org/drawingml/2006/main">
            <a:off x="533400" y="4333875"/>
            <a:ext cx="2333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657167"/>
                </a:solidFill>
                <a:latin typeface="Inter"/>
                <a:ea typeface="Inter"/>
                <a:cs typeface="Inter"/>
              </a:defRPr>
            </a:defPPr>
            <a:lvl1pPr>
              <a:defRPr sz="1725" b="0">
                <a:solidFill>
                  <a:srgbClr val="657167"/>
                </a:solidFill>
                <a:latin typeface="Inter"/>
                <a:ea typeface="Inter"/>
                <a:cs typeface="Inter"/>
              </a:defRPr>
            </a:lvl1pPr>
            <a:lvl2pPr>
              <a:defRPr sz="1725" b="0">
                <a:solidFill>
                  <a:srgbClr val="657167"/>
                </a:solidFill>
                <a:latin typeface="Inter"/>
                <a:ea typeface="Inter"/>
                <a:cs typeface="Inter"/>
              </a:defRPr>
            </a:lvl2pPr>
            <a:lvl3pPr>
              <a:defRPr sz="1725" b="0">
                <a:solidFill>
                  <a:srgbClr val="657167"/>
                </a:solidFill>
                <a:latin typeface="Inter"/>
                <a:ea typeface="Inter"/>
                <a:cs typeface="Inter"/>
              </a:defRPr>
            </a:lvl3pPr>
            <a:lvl4pPr>
              <a:defRPr sz="1725" b="0">
                <a:solidFill>
                  <a:srgbClr val="657167"/>
                </a:solidFill>
                <a:latin typeface="Inter"/>
                <a:ea typeface="Inter"/>
                <a:cs typeface="Inter"/>
              </a:defRPr>
            </a:lvl4pPr>
            <a:lvl5pPr>
              <a:defRPr sz="1725" b="0">
                <a:solidFill>
                  <a:srgbClr val="657167"/>
                </a:solidFill>
                <a:latin typeface="Inter"/>
                <a:ea typeface="Inter"/>
                <a:cs typeface="Inter"/>
              </a:defRPr>
            </a:lvl5pPr>
            <a:lvl6pPr>
              <a:defRPr sz="1725" b="0">
                <a:solidFill>
                  <a:srgbClr val="657167"/>
                </a:solidFill>
                <a:latin typeface="Inter"/>
                <a:ea typeface="Inter"/>
                <a:cs typeface="Inter"/>
              </a:defRPr>
            </a:lvl6pPr>
            <a:lvl7pPr>
              <a:defRPr sz="1725" b="0">
                <a:solidFill>
                  <a:srgbClr val="657167"/>
                </a:solidFill>
                <a:latin typeface="Inter"/>
                <a:ea typeface="Inter"/>
                <a:cs typeface="Inter"/>
              </a:defRPr>
            </a:lvl7pPr>
            <a:lvl8pPr>
              <a:defRPr sz="1725" b="0">
                <a:solidFill>
                  <a:srgbClr val="657167"/>
                </a:solidFill>
                <a:latin typeface="Inter"/>
                <a:ea typeface="Inter"/>
                <a:cs typeface="Inter"/>
              </a:defRPr>
            </a:lvl8pPr>
            <a:lvl9pPr>
              <a:defRPr sz="1725" b="0">
                <a:solidFill>
                  <a:srgbClr val="657167"/>
                </a:solidFill>
                <a:latin typeface="Inter"/>
                <a:ea typeface="Inter"/>
                <a:cs typeface="Inter"/>
              </a:defRPr>
            </a:lvl9pPr>
          </a:lstStyle>
          <a:p xmlns:a="http://schemas.openxmlformats.org/drawingml/2006/main">
            <a:pPr>
              <a:defRPr sz="1725" b="0">
                <a:solidFill>
                  <a:srgbClr val="657167"/>
                </a:solidFill>
                <a:latin typeface="Inter"/>
                <a:ea typeface="Inter"/>
                <a:cs typeface="Inter"/>
              </a:defRPr>
            </a:pPr>
            <a:r>
              <a:rPr sz="1725" b="0">
                <a:solidFill>
                  <a:srgbClr val="657167"/>
                </a:solidFill>
                <a:latin typeface="Inter"/>
                <a:ea typeface="Inter"/>
                <a:cs typeface="Inter"/>
              </a:rPr>
              <a:t>Validation, timeout or</a:t>
            </a:r>
          </a:p>
          <a:p xmlns:a="http://schemas.openxmlformats.org/drawingml/2006/main">
            <a:pPr>
              <a:defRPr sz="1725" b="0">
                <a:solidFill>
                  <a:srgbClr val="657167"/>
                </a:solidFill>
                <a:latin typeface="Inter"/>
                <a:ea typeface="Inter"/>
                <a:cs typeface="Inter"/>
              </a:defRPr>
            </a:pPr>
            <a:r>
              <a:rPr sz="1725" b="0">
                <a:solidFill>
                  <a:srgbClr val="657167"/>
                </a:solidFill>
                <a:latin typeface="Inter"/>
                <a:ea typeface="Inter"/>
                <a:cs typeface="Inter"/>
              </a:rPr>
              <a:t>interrupted job</a:t>
            </a:r>
          </a:p>
        </p:txBody>
      </p:sp>
      <p:sp>
        <p:nvSpPr>
          <p:cNvPr id="34" name="node-107">
            <a:extLst xmlns:a="http://schemas.openxmlformats.org/drawingml/2006/main">
              <a:ext uri="{FF2B5EF4-FFF2-40B4-BE49-F238E27FC236}">
                <a16:creationId xmlns:a16="http://schemas.microsoft.com/office/drawing/2014/main" id="{FE861F65-B6B2-476B-851F-5CAAB0CF9DA4}"/>
              </a:ext>
            </a:extLst>
          </p:cNvPr>
          <p:cNvSpPr>
            <a:spLocks xmlns:a="http://schemas.openxmlformats.org/drawingml/2006/main" noGrp="1"/>
          </p:cNvSpPr>
          <p:nvPr/>
        </p:nvSpPr>
        <p:spPr>
          <a:xfrm xmlns:a="http://schemas.openxmlformats.org/drawingml/2006/main">
            <a:off x="533400" y="5229225"/>
            <a:ext cx="11125200" cy="9525"/>
          </a:xfrm>
          <a:prstGeom xmlns:a="http://schemas.openxmlformats.org/drawingml/2006/main" prst="rect">
            <a:avLst/>
          </a:prstGeom>
          <a:solidFill xmlns:a="http://schemas.openxmlformats.org/drawingml/2006/main">
            <a:srgbClr val="DAE2D8"/>
          </a:solidFill>
          <a:ln xmlns:a="http://schemas.openxmlformats.org/drawingml/2006/main" w="0">
            <a:noFill/>
          </a:ln>
        </p:spPr>
      </p:sp>
      <p:sp>
        <p:nvSpPr>
          <p:cNvPr id="35" name="text-108">
            <a:extLst xmlns:a="http://schemas.openxmlformats.org/drawingml/2006/main">
              <a:ext uri="{FF2B5EF4-FFF2-40B4-BE49-F238E27FC236}">
                <a16:creationId xmlns:a16="http://schemas.microsoft.com/office/drawing/2014/main" id="{119B2532-AEEB-4F7C-AC6E-ED4E2BF3342F}"/>
              </a:ext>
            </a:extLst>
          </p:cNvPr>
          <p:cNvSpPr>
            <a:spLocks xmlns:a="http://schemas.openxmlformats.org/drawingml/2006/main" noGrp="1"/>
          </p:cNvSpPr>
          <p:nvPr/>
        </p:nvSpPr>
        <p:spPr>
          <a:xfrm xmlns:a="http://schemas.openxmlformats.org/drawingml/2006/main">
            <a:off x="533400" y="5467350"/>
            <a:ext cx="4953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4221A"/>
                </a:solidFill>
                <a:latin typeface="Inter"/>
                <a:ea typeface="Inter"/>
                <a:cs typeface="Inter"/>
              </a:defRPr>
            </a:defPPr>
            <a:lvl1pPr>
              <a:defRPr sz="1875" b="1">
                <a:solidFill>
                  <a:srgbClr val="14221A"/>
                </a:solidFill>
                <a:latin typeface="Inter"/>
                <a:ea typeface="Inter"/>
                <a:cs typeface="Inter"/>
              </a:defRPr>
            </a:lvl1pPr>
            <a:lvl2pPr>
              <a:defRPr sz="1875" b="1">
                <a:solidFill>
                  <a:srgbClr val="14221A"/>
                </a:solidFill>
                <a:latin typeface="Inter"/>
                <a:ea typeface="Inter"/>
                <a:cs typeface="Inter"/>
              </a:defRPr>
            </a:lvl2pPr>
            <a:lvl3pPr>
              <a:defRPr sz="1875" b="1">
                <a:solidFill>
                  <a:srgbClr val="14221A"/>
                </a:solidFill>
                <a:latin typeface="Inter"/>
                <a:ea typeface="Inter"/>
                <a:cs typeface="Inter"/>
              </a:defRPr>
            </a:lvl3pPr>
            <a:lvl4pPr>
              <a:defRPr sz="1875" b="1">
                <a:solidFill>
                  <a:srgbClr val="14221A"/>
                </a:solidFill>
                <a:latin typeface="Inter"/>
                <a:ea typeface="Inter"/>
                <a:cs typeface="Inter"/>
              </a:defRPr>
            </a:lvl4pPr>
            <a:lvl5pPr>
              <a:defRPr sz="1875" b="1">
                <a:solidFill>
                  <a:srgbClr val="14221A"/>
                </a:solidFill>
                <a:latin typeface="Inter"/>
                <a:ea typeface="Inter"/>
                <a:cs typeface="Inter"/>
              </a:defRPr>
            </a:lvl5pPr>
            <a:lvl6pPr>
              <a:defRPr sz="1875" b="1">
                <a:solidFill>
                  <a:srgbClr val="14221A"/>
                </a:solidFill>
                <a:latin typeface="Inter"/>
                <a:ea typeface="Inter"/>
                <a:cs typeface="Inter"/>
              </a:defRPr>
            </a:lvl6pPr>
            <a:lvl7pPr>
              <a:defRPr sz="1875" b="1">
                <a:solidFill>
                  <a:srgbClr val="14221A"/>
                </a:solidFill>
                <a:latin typeface="Inter"/>
                <a:ea typeface="Inter"/>
                <a:cs typeface="Inter"/>
              </a:defRPr>
            </a:lvl7pPr>
            <a:lvl8pPr>
              <a:defRPr sz="1875" b="1">
                <a:solidFill>
                  <a:srgbClr val="14221A"/>
                </a:solidFill>
                <a:latin typeface="Inter"/>
                <a:ea typeface="Inter"/>
                <a:cs typeface="Inter"/>
              </a:defRPr>
            </a:lvl8pPr>
            <a:lvl9pPr>
              <a:defRPr sz="1875" b="1">
                <a:solidFill>
                  <a:srgbClr val="14221A"/>
                </a:solidFill>
                <a:latin typeface="Inter"/>
                <a:ea typeface="Inter"/>
                <a:cs typeface="Inter"/>
              </a:defRPr>
            </a:lvl9pPr>
          </a:lstStyle>
          <a:p xmlns:a="http://schemas.openxmlformats.org/drawingml/2006/main">
            <a:pPr>
              <a:defRPr sz="1875" b="1">
                <a:solidFill>
                  <a:srgbClr val="14221A"/>
                </a:solidFill>
                <a:latin typeface="Inter"/>
                <a:ea typeface="Inter"/>
                <a:cs typeface="Inter"/>
              </a:defRPr>
            </a:pPr>
            <a:r>
              <a:rPr sz="1875" b="1">
                <a:solidFill>
                  <a:srgbClr val="14221A"/>
                </a:solidFill>
                <a:latin typeface="Inter"/>
                <a:ea typeface="Inter"/>
                <a:cs typeface="Inter"/>
              </a:rPr>
              <a:t>PATCH headers</a:t>
            </a:r>
          </a:p>
        </p:txBody>
      </p:sp>
      <p:sp>
        <p:nvSpPr>
          <p:cNvPr id="36" name="text-109">
            <a:extLst xmlns:a="http://schemas.openxmlformats.org/drawingml/2006/main">
              <a:ext uri="{FF2B5EF4-FFF2-40B4-BE49-F238E27FC236}">
                <a16:creationId xmlns:a16="http://schemas.microsoft.com/office/drawing/2014/main" id="{DE5F1F1E-7734-42F1-8B93-BDDB95D9F3E9}"/>
              </a:ext>
            </a:extLst>
          </p:cNvPr>
          <p:cNvSpPr>
            <a:spLocks xmlns:a="http://schemas.openxmlformats.org/drawingml/2006/main" noGrp="1"/>
          </p:cNvSpPr>
          <p:nvPr/>
        </p:nvSpPr>
        <p:spPr>
          <a:xfrm xmlns:a="http://schemas.openxmlformats.org/drawingml/2006/main">
            <a:off x="533400" y="5857875"/>
            <a:ext cx="525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657167"/>
                </a:solidFill>
                <a:latin typeface="Inter"/>
                <a:ea typeface="Inter"/>
                <a:cs typeface="Inter"/>
              </a:defRPr>
            </a:defPPr>
            <a:lvl1pPr>
              <a:defRPr sz="1725" b="0">
                <a:solidFill>
                  <a:srgbClr val="657167"/>
                </a:solidFill>
                <a:latin typeface="Inter"/>
                <a:ea typeface="Inter"/>
                <a:cs typeface="Inter"/>
              </a:defRPr>
            </a:lvl1pPr>
            <a:lvl2pPr>
              <a:defRPr sz="1725" b="0">
                <a:solidFill>
                  <a:srgbClr val="657167"/>
                </a:solidFill>
                <a:latin typeface="Inter"/>
                <a:ea typeface="Inter"/>
                <a:cs typeface="Inter"/>
              </a:defRPr>
            </a:lvl2pPr>
            <a:lvl3pPr>
              <a:defRPr sz="1725" b="0">
                <a:solidFill>
                  <a:srgbClr val="657167"/>
                </a:solidFill>
                <a:latin typeface="Inter"/>
                <a:ea typeface="Inter"/>
                <a:cs typeface="Inter"/>
              </a:defRPr>
            </a:lvl3pPr>
            <a:lvl4pPr>
              <a:defRPr sz="1725" b="0">
                <a:solidFill>
                  <a:srgbClr val="657167"/>
                </a:solidFill>
                <a:latin typeface="Inter"/>
                <a:ea typeface="Inter"/>
                <a:cs typeface="Inter"/>
              </a:defRPr>
            </a:lvl4pPr>
            <a:lvl5pPr>
              <a:defRPr sz="1725" b="0">
                <a:solidFill>
                  <a:srgbClr val="657167"/>
                </a:solidFill>
                <a:latin typeface="Inter"/>
                <a:ea typeface="Inter"/>
                <a:cs typeface="Inter"/>
              </a:defRPr>
            </a:lvl5pPr>
            <a:lvl6pPr>
              <a:defRPr sz="1725" b="0">
                <a:solidFill>
                  <a:srgbClr val="657167"/>
                </a:solidFill>
                <a:latin typeface="Inter"/>
                <a:ea typeface="Inter"/>
                <a:cs typeface="Inter"/>
              </a:defRPr>
            </a:lvl6pPr>
            <a:lvl7pPr>
              <a:defRPr sz="1725" b="0">
                <a:solidFill>
                  <a:srgbClr val="657167"/>
                </a:solidFill>
                <a:latin typeface="Inter"/>
                <a:ea typeface="Inter"/>
                <a:cs typeface="Inter"/>
              </a:defRPr>
            </a:lvl7pPr>
            <a:lvl8pPr>
              <a:defRPr sz="1725" b="0">
                <a:solidFill>
                  <a:srgbClr val="657167"/>
                </a:solidFill>
                <a:latin typeface="Inter"/>
                <a:ea typeface="Inter"/>
                <a:cs typeface="Inter"/>
              </a:defRPr>
            </a:lvl8pPr>
            <a:lvl9pPr>
              <a:defRPr sz="1725" b="0">
                <a:solidFill>
                  <a:srgbClr val="657167"/>
                </a:solidFill>
                <a:latin typeface="Inter"/>
                <a:ea typeface="Inter"/>
                <a:cs typeface="Inter"/>
              </a:defRPr>
            </a:lvl9pPr>
          </a:lstStyle>
          <a:p xmlns:a="http://schemas.openxmlformats.org/drawingml/2006/main">
            <a:pPr>
              <a:defRPr sz="1725" b="0">
                <a:solidFill>
                  <a:srgbClr val="657167"/>
                </a:solidFill>
                <a:latin typeface="Inter"/>
                <a:ea typeface="Inter"/>
                <a:cs typeface="Inter"/>
              </a:defRPr>
            </a:pPr>
            <a:r>
              <a:rPr sz="1725" b="0">
                <a:solidFill>
                  <a:srgbClr val="657167"/>
                </a:solidFill>
                <a:latin typeface="Inter"/>
                <a:ea typeface="Inter"/>
                <a:cs typeface="Inter"/>
              </a:rPr>
              <a:t>Upload-Offset + X-Chunk-SHA256</a:t>
            </a:r>
          </a:p>
          <a:p xmlns:a="http://schemas.openxmlformats.org/drawingml/2006/main">
            <a:pPr>
              <a:defRPr sz="1725" b="0">
                <a:solidFill>
                  <a:srgbClr val="657167"/>
                </a:solidFill>
                <a:latin typeface="Inter"/>
                <a:ea typeface="Inter"/>
                <a:cs typeface="Inter"/>
              </a:defRPr>
            </a:pPr>
            <a:r>
              <a:rPr sz="1725" b="0">
                <a:solidFill>
                  <a:srgbClr val="657167"/>
                </a:solidFill>
                <a:latin typeface="Inter"/>
                <a:ea typeface="Inter"/>
                <a:cs typeface="Inter"/>
              </a:rPr>
              <a:t>Sync file before committing offset.</a:t>
            </a:r>
          </a:p>
        </p:txBody>
      </p:sp>
      <p:sp>
        <p:nvSpPr>
          <p:cNvPr id="37" name="text-110">
            <a:extLst xmlns:a="http://schemas.openxmlformats.org/drawingml/2006/main">
              <a:ext uri="{FF2B5EF4-FFF2-40B4-BE49-F238E27FC236}">
                <a16:creationId xmlns:a16="http://schemas.microsoft.com/office/drawing/2014/main" id="{283B970E-AD4E-46EE-B168-6746B59A1ACE}"/>
              </a:ext>
            </a:extLst>
          </p:cNvPr>
          <p:cNvSpPr>
            <a:spLocks xmlns:a="http://schemas.openxmlformats.org/drawingml/2006/main" noGrp="1"/>
          </p:cNvSpPr>
          <p:nvPr/>
        </p:nvSpPr>
        <p:spPr>
          <a:xfrm xmlns:a="http://schemas.openxmlformats.org/drawingml/2006/main">
            <a:off x="6324600" y="54673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4221A"/>
                </a:solidFill>
                <a:latin typeface="Inter"/>
                <a:ea typeface="Inter"/>
                <a:cs typeface="Inter"/>
              </a:defRPr>
            </a:defPPr>
            <a:lvl1pPr>
              <a:defRPr sz="1875" b="1">
                <a:solidFill>
                  <a:srgbClr val="14221A"/>
                </a:solidFill>
                <a:latin typeface="Inter"/>
                <a:ea typeface="Inter"/>
                <a:cs typeface="Inter"/>
              </a:defRPr>
            </a:lvl1pPr>
            <a:lvl2pPr>
              <a:defRPr sz="1875" b="1">
                <a:solidFill>
                  <a:srgbClr val="14221A"/>
                </a:solidFill>
                <a:latin typeface="Inter"/>
                <a:ea typeface="Inter"/>
                <a:cs typeface="Inter"/>
              </a:defRPr>
            </a:lvl2pPr>
            <a:lvl3pPr>
              <a:defRPr sz="1875" b="1">
                <a:solidFill>
                  <a:srgbClr val="14221A"/>
                </a:solidFill>
                <a:latin typeface="Inter"/>
                <a:ea typeface="Inter"/>
                <a:cs typeface="Inter"/>
              </a:defRPr>
            </a:lvl3pPr>
            <a:lvl4pPr>
              <a:defRPr sz="1875" b="1">
                <a:solidFill>
                  <a:srgbClr val="14221A"/>
                </a:solidFill>
                <a:latin typeface="Inter"/>
                <a:ea typeface="Inter"/>
                <a:cs typeface="Inter"/>
              </a:defRPr>
            </a:lvl4pPr>
            <a:lvl5pPr>
              <a:defRPr sz="1875" b="1">
                <a:solidFill>
                  <a:srgbClr val="14221A"/>
                </a:solidFill>
                <a:latin typeface="Inter"/>
                <a:ea typeface="Inter"/>
                <a:cs typeface="Inter"/>
              </a:defRPr>
            </a:lvl5pPr>
            <a:lvl6pPr>
              <a:defRPr sz="1875" b="1">
                <a:solidFill>
                  <a:srgbClr val="14221A"/>
                </a:solidFill>
                <a:latin typeface="Inter"/>
                <a:ea typeface="Inter"/>
                <a:cs typeface="Inter"/>
              </a:defRPr>
            </a:lvl6pPr>
            <a:lvl7pPr>
              <a:defRPr sz="1875" b="1">
                <a:solidFill>
                  <a:srgbClr val="14221A"/>
                </a:solidFill>
                <a:latin typeface="Inter"/>
                <a:ea typeface="Inter"/>
                <a:cs typeface="Inter"/>
              </a:defRPr>
            </a:lvl7pPr>
            <a:lvl8pPr>
              <a:defRPr sz="1875" b="1">
                <a:solidFill>
                  <a:srgbClr val="14221A"/>
                </a:solidFill>
                <a:latin typeface="Inter"/>
                <a:ea typeface="Inter"/>
                <a:cs typeface="Inter"/>
              </a:defRPr>
            </a:lvl8pPr>
            <a:lvl9pPr>
              <a:defRPr sz="1875" b="1">
                <a:solidFill>
                  <a:srgbClr val="14221A"/>
                </a:solidFill>
                <a:latin typeface="Inter"/>
                <a:ea typeface="Inter"/>
                <a:cs typeface="Inter"/>
              </a:defRPr>
            </a:lvl9pPr>
          </a:lstStyle>
          <a:p xmlns:a="http://schemas.openxmlformats.org/drawingml/2006/main">
            <a:pPr>
              <a:defRPr sz="1875" b="1">
                <a:solidFill>
                  <a:srgbClr val="14221A"/>
                </a:solidFill>
                <a:latin typeface="Inter"/>
                <a:ea typeface="Inter"/>
                <a:cs typeface="Inter"/>
              </a:defRPr>
            </a:pPr>
            <a:r>
              <a:rPr sz="1875" b="1">
                <a:solidFill>
                  <a:srgbClr val="14221A"/>
                </a:solidFill>
                <a:latin typeface="Inter"/>
                <a:ea typeface="Inter"/>
                <a:cs typeface="Inter"/>
              </a:rPr>
              <a:t>Worker boundary</a:t>
            </a:r>
          </a:p>
        </p:txBody>
      </p:sp>
      <p:sp>
        <p:nvSpPr>
          <p:cNvPr id="38" name="text-111">
            <a:extLst xmlns:a="http://schemas.openxmlformats.org/drawingml/2006/main">
              <a:ext uri="{FF2B5EF4-FFF2-40B4-BE49-F238E27FC236}">
                <a16:creationId xmlns:a16="http://schemas.microsoft.com/office/drawing/2014/main" id="{38465D5A-1C20-46C9-9E34-F354D1529013}"/>
              </a:ext>
            </a:extLst>
          </p:cNvPr>
          <p:cNvSpPr>
            <a:spLocks xmlns:a="http://schemas.openxmlformats.org/drawingml/2006/main" noGrp="1"/>
          </p:cNvSpPr>
          <p:nvPr/>
        </p:nvSpPr>
        <p:spPr>
          <a:xfrm xmlns:a="http://schemas.openxmlformats.org/drawingml/2006/main">
            <a:off x="6324600" y="5857875"/>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657167"/>
                </a:solidFill>
                <a:latin typeface="Inter"/>
                <a:ea typeface="Inter"/>
                <a:cs typeface="Inter"/>
              </a:defRPr>
            </a:defPPr>
            <a:lvl1pPr>
              <a:defRPr sz="1725" b="0">
                <a:solidFill>
                  <a:srgbClr val="657167"/>
                </a:solidFill>
                <a:latin typeface="Inter"/>
                <a:ea typeface="Inter"/>
                <a:cs typeface="Inter"/>
              </a:defRPr>
            </a:lvl1pPr>
            <a:lvl2pPr>
              <a:defRPr sz="1725" b="0">
                <a:solidFill>
                  <a:srgbClr val="657167"/>
                </a:solidFill>
                <a:latin typeface="Inter"/>
                <a:ea typeface="Inter"/>
                <a:cs typeface="Inter"/>
              </a:defRPr>
            </a:lvl2pPr>
            <a:lvl3pPr>
              <a:defRPr sz="1725" b="0">
                <a:solidFill>
                  <a:srgbClr val="657167"/>
                </a:solidFill>
                <a:latin typeface="Inter"/>
                <a:ea typeface="Inter"/>
                <a:cs typeface="Inter"/>
              </a:defRPr>
            </a:lvl3pPr>
            <a:lvl4pPr>
              <a:defRPr sz="1725" b="0">
                <a:solidFill>
                  <a:srgbClr val="657167"/>
                </a:solidFill>
                <a:latin typeface="Inter"/>
                <a:ea typeface="Inter"/>
                <a:cs typeface="Inter"/>
              </a:defRPr>
            </a:lvl4pPr>
            <a:lvl5pPr>
              <a:defRPr sz="1725" b="0">
                <a:solidFill>
                  <a:srgbClr val="657167"/>
                </a:solidFill>
                <a:latin typeface="Inter"/>
                <a:ea typeface="Inter"/>
                <a:cs typeface="Inter"/>
              </a:defRPr>
            </a:lvl5pPr>
            <a:lvl6pPr>
              <a:defRPr sz="1725" b="0">
                <a:solidFill>
                  <a:srgbClr val="657167"/>
                </a:solidFill>
                <a:latin typeface="Inter"/>
                <a:ea typeface="Inter"/>
                <a:cs typeface="Inter"/>
              </a:defRPr>
            </a:lvl6pPr>
            <a:lvl7pPr>
              <a:defRPr sz="1725" b="0">
                <a:solidFill>
                  <a:srgbClr val="657167"/>
                </a:solidFill>
                <a:latin typeface="Inter"/>
                <a:ea typeface="Inter"/>
                <a:cs typeface="Inter"/>
              </a:defRPr>
            </a:lvl7pPr>
            <a:lvl8pPr>
              <a:defRPr sz="1725" b="0">
                <a:solidFill>
                  <a:srgbClr val="657167"/>
                </a:solidFill>
                <a:latin typeface="Inter"/>
                <a:ea typeface="Inter"/>
                <a:cs typeface="Inter"/>
              </a:defRPr>
            </a:lvl8pPr>
            <a:lvl9pPr>
              <a:defRPr sz="1725" b="0">
                <a:solidFill>
                  <a:srgbClr val="657167"/>
                </a:solidFill>
                <a:latin typeface="Inter"/>
                <a:ea typeface="Inter"/>
                <a:cs typeface="Inter"/>
              </a:defRPr>
            </a:lvl9pPr>
          </a:lstStyle>
          <a:p xmlns:a="http://schemas.openxmlformats.org/drawingml/2006/main">
            <a:pPr>
              <a:defRPr sz="1725" b="0">
                <a:solidFill>
                  <a:srgbClr val="657167"/>
                </a:solidFill>
                <a:latin typeface="Inter"/>
                <a:ea typeface="Inter"/>
                <a:cs typeface="Inter"/>
              </a:defRPr>
            </a:pPr>
            <a:r>
              <a:rPr sz="1725" b="0">
                <a:solidFill>
                  <a:srgbClr val="657167"/>
                </a:solidFill>
                <a:latin typeface="Inter"/>
                <a:ea typeface="Inter"/>
                <a:cs typeface="Inter"/>
              </a:rPr>
              <a:t>900 s / 3 GiB child process</a:t>
            </a:r>
          </a:p>
          <a:p xmlns:a="http://schemas.openxmlformats.org/drawingml/2006/main">
            <a:pPr>
              <a:defRPr sz="1725" b="0">
                <a:solidFill>
                  <a:srgbClr val="657167"/>
                </a:solidFill>
                <a:latin typeface="Inter"/>
                <a:ea typeface="Inter"/>
                <a:cs typeface="Inter"/>
              </a:defRPr>
            </a:pPr>
            <a:r>
              <a:rPr sz="1725" b="0">
                <a:solidFill>
                  <a:srgbClr val="657167"/>
                </a:solidFill>
                <a:latin typeface="Inter"/>
                <a:ea typeface="Inter"/>
                <a:cs typeface="Inter"/>
              </a:rPr>
              <a:t>Recheck file hash and owner before attachment.</a:t>
            </a:r>
          </a:p>
        </p:txBody>
      </p:sp>
    </p:spTree>
    <p:extLst>
      <p:ext uri="{BB962C8B-B14F-4D97-AF65-F5344CB8AC3E}">
        <p14:creationId xmlns:p14="http://schemas.microsoft.com/office/powerpoint/2010/main" val="176294972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112">
            <a:extLst xmlns:a="http://schemas.openxmlformats.org/drawingml/2006/main">
              <a:ext uri="{FF2B5EF4-FFF2-40B4-BE49-F238E27FC236}">
                <a16:creationId xmlns:a16="http://schemas.microsoft.com/office/drawing/2014/main" id="{AEF50482-C80B-410B-8230-EDA4CA2AF416}"/>
              </a:ext>
            </a:extLst>
          </p:cNvPr>
          <p:cNvSpPr>
            <a:spLocks xmlns:a="http://schemas.openxmlformats.org/drawingml/2006/main" noGrp="1"/>
          </p:cNvSpPr>
          <p:nvPr/>
        </p:nvSpPr>
        <p:spPr>
          <a:xfrm xmlns:a="http://schemas.openxmlformats.org/drawingml/2006/main">
            <a:off x="533400" y="257175"/>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CELLORAS / ENGINEERING</a:t>
            </a:r>
          </a:p>
        </p:txBody>
      </p:sp>
      <p:sp>
        <p:nvSpPr>
          <p:cNvPr id="2" name="text-113">
            <a:extLst xmlns:a="http://schemas.openxmlformats.org/drawingml/2006/main">
              <a:ext uri="{FF2B5EF4-FFF2-40B4-BE49-F238E27FC236}">
                <a16:creationId xmlns:a16="http://schemas.microsoft.com/office/drawing/2014/main" id="{534AF190-74F7-4C45-9617-A19AB67CF0A6}"/>
              </a:ext>
            </a:extLst>
          </p:cNvPr>
          <p:cNvSpPr>
            <a:spLocks xmlns:a="http://schemas.openxmlformats.org/drawingml/2006/main" noGrp="1"/>
          </p:cNvSpPr>
          <p:nvPr/>
        </p:nvSpPr>
        <p:spPr>
          <a:xfrm xmlns:a="http://schemas.openxmlformats.org/drawingml/2006/main">
            <a:off x="533400" y="666750"/>
            <a:ext cx="11125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21A"/>
                </a:solidFill>
                <a:latin typeface="Inter"/>
                <a:ea typeface="Inter"/>
                <a:cs typeface="Inter"/>
              </a:defRPr>
            </a:defPPr>
            <a:lvl1pPr>
              <a:defRPr sz="3225" b="1">
                <a:solidFill>
                  <a:srgbClr val="14221A"/>
                </a:solidFill>
                <a:latin typeface="Inter"/>
                <a:ea typeface="Inter"/>
                <a:cs typeface="Inter"/>
              </a:defRPr>
            </a:lvl1pPr>
            <a:lvl2pPr>
              <a:defRPr sz="3225" b="1">
                <a:solidFill>
                  <a:srgbClr val="14221A"/>
                </a:solidFill>
                <a:latin typeface="Inter"/>
                <a:ea typeface="Inter"/>
                <a:cs typeface="Inter"/>
              </a:defRPr>
            </a:lvl2pPr>
            <a:lvl3pPr>
              <a:defRPr sz="3225" b="1">
                <a:solidFill>
                  <a:srgbClr val="14221A"/>
                </a:solidFill>
                <a:latin typeface="Inter"/>
                <a:ea typeface="Inter"/>
                <a:cs typeface="Inter"/>
              </a:defRPr>
            </a:lvl3pPr>
            <a:lvl4pPr>
              <a:defRPr sz="3225" b="1">
                <a:solidFill>
                  <a:srgbClr val="14221A"/>
                </a:solidFill>
                <a:latin typeface="Inter"/>
                <a:ea typeface="Inter"/>
                <a:cs typeface="Inter"/>
              </a:defRPr>
            </a:lvl4pPr>
            <a:lvl5pPr>
              <a:defRPr sz="3225" b="1">
                <a:solidFill>
                  <a:srgbClr val="14221A"/>
                </a:solidFill>
                <a:latin typeface="Inter"/>
                <a:ea typeface="Inter"/>
                <a:cs typeface="Inter"/>
              </a:defRPr>
            </a:lvl5pPr>
            <a:lvl6pPr>
              <a:defRPr sz="3225" b="1">
                <a:solidFill>
                  <a:srgbClr val="14221A"/>
                </a:solidFill>
                <a:latin typeface="Inter"/>
                <a:ea typeface="Inter"/>
                <a:cs typeface="Inter"/>
              </a:defRPr>
            </a:lvl6pPr>
            <a:lvl7pPr>
              <a:defRPr sz="3225" b="1">
                <a:solidFill>
                  <a:srgbClr val="14221A"/>
                </a:solidFill>
                <a:latin typeface="Inter"/>
                <a:ea typeface="Inter"/>
                <a:cs typeface="Inter"/>
              </a:defRPr>
            </a:lvl7pPr>
            <a:lvl8pPr>
              <a:defRPr sz="3225" b="1">
                <a:solidFill>
                  <a:srgbClr val="14221A"/>
                </a:solidFill>
                <a:latin typeface="Inter"/>
                <a:ea typeface="Inter"/>
                <a:cs typeface="Inter"/>
              </a:defRPr>
            </a:lvl8pPr>
            <a:lvl9pPr>
              <a:defRPr sz="3225" b="1">
                <a:solidFill>
                  <a:srgbClr val="14221A"/>
                </a:solidFill>
                <a:latin typeface="Inter"/>
                <a:ea typeface="Inter"/>
                <a:cs typeface="Inter"/>
              </a:defRPr>
            </a:lvl9pPr>
          </a:lstStyle>
          <a:p xmlns:a="http://schemas.openxmlformats.org/drawingml/2006/main">
            <a:pPr>
              <a:defRPr sz="3225" b="1">
                <a:solidFill>
                  <a:srgbClr val="14221A"/>
                </a:solidFill>
                <a:latin typeface="Inter"/>
                <a:ea typeface="Inter"/>
                <a:cs typeface="Inter"/>
              </a:defRPr>
            </a:pPr>
            <a:r>
              <a:rPr sz="3225" b="1">
                <a:solidFill>
                  <a:srgbClr val="14221A"/>
                </a:solidFill>
                <a:latin typeface="Inter"/>
                <a:ea typeface="Inter"/>
                <a:cs typeface="Inter"/>
              </a:rPr>
              <a:t>Data model and ownership</a:t>
            </a:r>
          </a:p>
        </p:txBody>
      </p:sp>
      <p:sp>
        <p:nvSpPr>
          <p:cNvPr id="3" name="text-114">
            <a:extLst xmlns:a="http://schemas.openxmlformats.org/drawingml/2006/main">
              <a:ext uri="{FF2B5EF4-FFF2-40B4-BE49-F238E27FC236}">
                <a16:creationId xmlns:a16="http://schemas.microsoft.com/office/drawing/2014/main" id="{60EDE7A6-0BD4-4081-B1F8-1779374D672B}"/>
              </a:ext>
            </a:extLst>
          </p:cNvPr>
          <p:cNvSpPr>
            <a:spLocks xmlns:a="http://schemas.openxmlformats.org/drawingml/2006/main" noGrp="1"/>
          </p:cNvSpPr>
          <p:nvPr/>
        </p:nvSpPr>
        <p:spPr>
          <a:xfrm xmlns:a="http://schemas.openxmlformats.org/drawingml/2006/main">
            <a:off x="533400" y="1381125"/>
            <a:ext cx="11125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657167"/>
                </a:solidFill>
                <a:latin typeface="Inter"/>
                <a:ea typeface="Inter"/>
                <a:cs typeface="Inter"/>
              </a:defRPr>
            </a:defPPr>
            <a:lvl1pPr>
              <a:defRPr sz="1800" b="0">
                <a:solidFill>
                  <a:srgbClr val="657167"/>
                </a:solidFill>
                <a:latin typeface="Inter"/>
                <a:ea typeface="Inter"/>
                <a:cs typeface="Inter"/>
              </a:defRPr>
            </a:lvl1pPr>
            <a:lvl2pPr>
              <a:defRPr sz="1800" b="0">
                <a:solidFill>
                  <a:srgbClr val="657167"/>
                </a:solidFill>
                <a:latin typeface="Inter"/>
                <a:ea typeface="Inter"/>
                <a:cs typeface="Inter"/>
              </a:defRPr>
            </a:lvl2pPr>
            <a:lvl3pPr>
              <a:defRPr sz="1800" b="0">
                <a:solidFill>
                  <a:srgbClr val="657167"/>
                </a:solidFill>
                <a:latin typeface="Inter"/>
                <a:ea typeface="Inter"/>
                <a:cs typeface="Inter"/>
              </a:defRPr>
            </a:lvl3pPr>
            <a:lvl4pPr>
              <a:defRPr sz="1800" b="0">
                <a:solidFill>
                  <a:srgbClr val="657167"/>
                </a:solidFill>
                <a:latin typeface="Inter"/>
                <a:ea typeface="Inter"/>
                <a:cs typeface="Inter"/>
              </a:defRPr>
            </a:lvl4pPr>
            <a:lvl5pPr>
              <a:defRPr sz="1800" b="0">
                <a:solidFill>
                  <a:srgbClr val="657167"/>
                </a:solidFill>
                <a:latin typeface="Inter"/>
                <a:ea typeface="Inter"/>
                <a:cs typeface="Inter"/>
              </a:defRPr>
            </a:lvl5pPr>
            <a:lvl6pPr>
              <a:defRPr sz="1800" b="0">
                <a:solidFill>
                  <a:srgbClr val="657167"/>
                </a:solidFill>
                <a:latin typeface="Inter"/>
                <a:ea typeface="Inter"/>
                <a:cs typeface="Inter"/>
              </a:defRPr>
            </a:lvl6pPr>
            <a:lvl7pPr>
              <a:defRPr sz="1800" b="0">
                <a:solidFill>
                  <a:srgbClr val="657167"/>
                </a:solidFill>
                <a:latin typeface="Inter"/>
                <a:ea typeface="Inter"/>
                <a:cs typeface="Inter"/>
              </a:defRPr>
            </a:lvl7pPr>
            <a:lvl8pPr>
              <a:defRPr sz="1800" b="0">
                <a:solidFill>
                  <a:srgbClr val="657167"/>
                </a:solidFill>
                <a:latin typeface="Inter"/>
                <a:ea typeface="Inter"/>
                <a:cs typeface="Inter"/>
              </a:defRPr>
            </a:lvl8pPr>
            <a:lvl9pPr>
              <a:defRPr sz="1800" b="0">
                <a:solidFill>
                  <a:srgbClr val="657167"/>
                </a:solidFill>
                <a:latin typeface="Inter"/>
                <a:ea typeface="Inter"/>
                <a:cs typeface="Inter"/>
              </a:defRPr>
            </a:lvl9pPr>
          </a:lstStyle>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An attached artifact version binds every scientific run to its input</a:t>
            </a:r>
          </a:p>
        </p:txBody>
      </p:sp>
      <p:sp>
        <p:nvSpPr>
          <p:cNvPr id="4" name="text-115">
            <a:extLst xmlns:a="http://schemas.openxmlformats.org/drawingml/2006/main">
              <a:ext uri="{FF2B5EF4-FFF2-40B4-BE49-F238E27FC236}">
                <a16:creationId xmlns:a16="http://schemas.microsoft.com/office/drawing/2014/main" id="{E6C7BE33-1DC9-4C61-9483-7D50A730CDFA}"/>
              </a:ext>
            </a:extLst>
          </p:cNvPr>
          <p:cNvSpPr>
            <a:spLocks xmlns:a="http://schemas.openxmlformats.org/drawingml/2006/main" noGrp="1"/>
          </p:cNvSpPr>
          <p:nvPr/>
        </p:nvSpPr>
        <p:spPr>
          <a:xfrm xmlns:a="http://schemas.openxmlformats.org/drawingml/2006/main">
            <a:off x="11258550" y="6486525"/>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05</a:t>
            </a:r>
          </a:p>
        </p:txBody>
      </p:sp>
      <p:graphicFrame>
        <p:nvGraphicFramePr>
          <p:cNvPr id="5" name="">
            <a:extLst xmlns:a="http://schemas.openxmlformats.org/drawingml/2006/main">
              <a:ext uri="{FF2B5EF4-FFF2-40B4-BE49-F238E27FC236}">
                <a16:creationId xmlns:a16="http://schemas.microsoft.com/office/drawing/2014/main" id="{D321C5AA-BCAA-4377-8D4C-6C760F200E47}"/>
              </a:ext>
            </a:extLst>
          </p:cNvPr>
          <p:cNvGraphicFramePr/>
          <p:nvPr/>
        </p:nvGraphicFramePr>
        <p:xfrm>
          <a:off xmlns:a="http://schemas.openxmlformats.org/drawingml/2006/main" x="533400" y="2076450"/>
          <a:ext xmlns:a="http://schemas.openxmlformats.org/drawingml/2006/main" cx="11125200" cy="3238500"/>
        </p:xfrm>
        <a:graphic xmlns:a="http://schemas.openxmlformats.org/drawingml/2006/main">
          <a:graphicData uri="http://schemas.openxmlformats.org/drawingml/2006/table">
            <a:tbl>
              <a:tblPr/>
              <a:tblGrid>
                <a:gridCol w="3238500"/>
                <a:gridCol w="7886700"/>
              </a:tblGrid>
              <a:tr h="539750">
                <a:tc>
                  <a:txBody>
                    <a:bodyPr/>
                    <a:lstStyle/>
                    <a:p>
                      <a:r>
                        <a:rPr sz="1725" b="1">
                          <a:solidFill>
                            <a:srgbClr val="FFFFFF"/>
                          </a:solidFill>
                          <a:latin typeface="Inter"/>
                          <a:ea typeface="Inter"/>
                          <a:cs typeface="Inter"/>
                        </a:rPr>
                        <a:t>PostgreSQL record</a:t>
                      </a:r>
                    </a:p>
                  </a:txBody>
                  <a:tcPr marL="152400" marR="152400" marT="114300" marB="114300" anchor="ctr">
                    <a:lnL w="9525">
                      <a:solidFill>
                        <a:srgbClr val="DAE2D8"/>
                      </a:solidFill>
                      <a:prstDash val="solid"/>
                    </a:lnL>
                    <a:lnR w="9525">
                      <a:solidFill>
                        <a:srgbClr val="DAE2D8"/>
                      </a:solidFill>
                      <a:prstDash val="solid"/>
                    </a:lnR>
                    <a:lnT w="9525">
                      <a:solidFill>
                        <a:srgbClr val="DAE2D8"/>
                      </a:solidFill>
                      <a:prstDash val="solid"/>
                    </a:lnT>
                    <a:lnB w="9525">
                      <a:solidFill>
                        <a:srgbClr val="DAE2D8"/>
                      </a:solidFill>
                      <a:prstDash val="solid"/>
                    </a:lnB>
                    <a:solidFill>
                      <a:srgbClr val="1B5E20"/>
                    </a:solidFill>
                  </a:tcPr>
                </a:tc>
                <a:tc>
                  <a:txBody>
                    <a:bodyPr/>
                    <a:lstStyle/>
                    <a:p>
                      <a:r>
                        <a:rPr sz="1725" b="1">
                          <a:solidFill>
                            <a:srgbClr val="FFFFFF"/>
                          </a:solidFill>
                          <a:latin typeface="Inter"/>
                          <a:ea typeface="Inter"/>
                          <a:cs typeface="Inter"/>
                        </a:rPr>
                        <a:t>Durable contract</a:t>
                      </a:r>
                    </a:p>
                  </a:txBody>
                  <a:tcPr marL="152400" marR="152400" marT="114300" marB="114300" anchor="ctr">
                    <a:lnR w="9525">
                      <a:solidFill>
                        <a:srgbClr val="DAE2D8"/>
                      </a:solidFill>
                      <a:prstDash val="solid"/>
                    </a:lnR>
                    <a:lnT w="9525">
                      <a:solidFill>
                        <a:srgbClr val="DAE2D8"/>
                      </a:solidFill>
                      <a:prstDash val="solid"/>
                    </a:lnT>
                    <a:lnB w="9525">
                      <a:solidFill>
                        <a:srgbClr val="DAE2D8"/>
                      </a:solidFill>
                      <a:prstDash val="solid"/>
                    </a:lnB>
                    <a:solidFill>
                      <a:srgbClr val="1B5E20"/>
                    </a:solidFill>
                  </a:tcPr>
                </a:tc>
              </a:tr>
              <a:tr h="539750">
                <a:tc>
                  <a:txBody>
                    <a:bodyPr/>
                    <a:lstStyle/>
                    <a:p>
                      <a:r>
                        <a:rPr sz="1725" b="1">
                          <a:solidFill>
                            <a:srgbClr val="14221A"/>
                          </a:solidFill>
                          <a:latin typeface="Inter"/>
                          <a:ea typeface="Inter"/>
                          <a:cs typeface="Inter"/>
                        </a:rPr>
                        <a:t>dataset_uploads</a:t>
                      </a:r>
                    </a:p>
                  </a:txBody>
                  <a:tcPr marL="152400" marR="152400" marT="114300" marB="114300" anchor="ctr">
                    <a:lnL w="9525">
                      <a:solidFill>
                        <a:srgbClr val="DAE2D8"/>
                      </a:solidFill>
                      <a:prstDash val="solid"/>
                    </a:lnL>
                    <a:lnR w="9525">
                      <a:solidFill>
                        <a:srgbClr val="DAE2D8"/>
                      </a:solidFill>
                      <a:prstDash val="solid"/>
                    </a:lnR>
                    <a:lnB w="9525">
                      <a:solidFill>
                        <a:srgbClr val="DAE2D8"/>
                      </a:solidFill>
                      <a:prstDash val="solid"/>
                    </a:lnB>
                    <a:solidFill>
                      <a:srgbClr val="F0F5ED"/>
                    </a:solidFill>
                  </a:tcPr>
                </a:tc>
                <a:tc>
                  <a:txBody>
                    <a:bodyPr/>
                    <a:lstStyle/>
                    <a:p>
                      <a:r>
                        <a:rPr sz="1725" b="0">
                          <a:solidFill>
                            <a:srgbClr val="14221A"/>
                          </a:solidFill>
                          <a:latin typeface="Inter"/>
                          <a:ea typeface="Inter"/>
                          <a:cs typeface="Inter"/>
                        </a:rPr>
                        <a:t>Offset, source SHA, selection, state and manifest SHA</a:t>
                      </a:r>
                    </a:p>
                  </a:txBody>
                  <a:tcPr marL="152400" marR="152400" marT="114300" marB="114300" anchor="ctr">
                    <a:lnR w="9525">
                      <a:solidFill>
                        <a:srgbClr val="DAE2D8"/>
                      </a:solidFill>
                      <a:prstDash val="solid"/>
                    </a:lnR>
                    <a:lnB w="9525">
                      <a:solidFill>
                        <a:srgbClr val="DAE2D8"/>
                      </a:solidFill>
                      <a:prstDash val="solid"/>
                    </a:lnB>
                    <a:solidFill>
                      <a:srgbClr val="F0F5ED"/>
                    </a:solidFill>
                  </a:tcPr>
                </a:tc>
              </a:tr>
              <a:tr h="539750">
                <a:tc>
                  <a:txBody>
                    <a:bodyPr/>
                    <a:lstStyle/>
                    <a:p>
                      <a:r>
                        <a:rPr sz="1725" b="1">
                          <a:solidFill>
                            <a:srgbClr val="14221A"/>
                          </a:solidFill>
                          <a:latin typeface="Inter"/>
                          <a:ea typeface="Inter"/>
                          <a:cs typeface="Inter"/>
                        </a:rPr>
                        <a:t>project_datasets</a:t>
                      </a:r>
                    </a:p>
                  </a:txBody>
                  <a:tcPr marL="152400" marR="152400" marT="114300" marB="114300" anchor="ctr">
                    <a:lnL w="9525">
                      <a:solidFill>
                        <a:srgbClr val="DAE2D8"/>
                      </a:solidFill>
                      <a:prstDash val="solid"/>
                    </a:lnL>
                    <a:lnR w="9525">
                      <a:solidFill>
                        <a:srgbClr val="DAE2D8"/>
                      </a:solidFill>
                      <a:prstDash val="solid"/>
                    </a:lnR>
                    <a:lnB w="9525">
                      <a:solidFill>
                        <a:srgbClr val="DAE2D8"/>
                      </a:solidFill>
                      <a:prstDash val="solid"/>
                    </a:lnB>
                    <a:solidFill>
                      <a:srgbClr val="FFFFFF"/>
                    </a:solidFill>
                  </a:tcPr>
                </a:tc>
                <a:tc>
                  <a:txBody>
                    <a:bodyPr/>
                    <a:lstStyle/>
                    <a:p>
                      <a:r>
                        <a:rPr sz="1725" b="0">
                          <a:solidFill>
                            <a:srgbClr val="14221A"/>
                          </a:solidFill>
                          <a:latin typeface="Inter"/>
                          <a:ea typeface="Inter"/>
                          <a:cs typeface="Inter"/>
                        </a:rPr>
                        <a:t>Owned experiment + dataset ID + artifact version</a:t>
                      </a:r>
                    </a:p>
                  </a:txBody>
                  <a:tcPr marL="152400" marR="152400" marT="114300" marB="114300" anchor="ctr">
                    <a:lnR w="9525">
                      <a:solidFill>
                        <a:srgbClr val="DAE2D8"/>
                      </a:solidFill>
                      <a:prstDash val="solid"/>
                    </a:lnR>
                    <a:lnB w="9525">
                      <a:solidFill>
                        <a:srgbClr val="DAE2D8"/>
                      </a:solidFill>
                      <a:prstDash val="solid"/>
                    </a:lnB>
                    <a:solidFill>
                      <a:srgbClr val="FFFFFF"/>
                    </a:solidFill>
                  </a:tcPr>
                </a:tc>
              </a:tr>
              <a:tr h="539750">
                <a:tc>
                  <a:txBody>
                    <a:bodyPr/>
                    <a:lstStyle/>
                    <a:p>
                      <a:r>
                        <a:rPr sz="1725" b="1">
                          <a:solidFill>
                            <a:srgbClr val="14221A"/>
                          </a:solidFill>
                          <a:latin typeface="Inter"/>
                          <a:ea typeface="Inter"/>
                          <a:cs typeface="Inter"/>
                        </a:rPr>
                        <a:t>agent_turns</a:t>
                      </a:r>
                    </a:p>
                  </a:txBody>
                  <a:tcPr marL="152400" marR="152400" marT="114300" marB="114300" anchor="ctr">
                    <a:lnL w="9525">
                      <a:solidFill>
                        <a:srgbClr val="DAE2D8"/>
                      </a:solidFill>
                      <a:prstDash val="solid"/>
                    </a:lnL>
                    <a:lnR w="9525">
                      <a:solidFill>
                        <a:srgbClr val="DAE2D8"/>
                      </a:solidFill>
                      <a:prstDash val="solid"/>
                    </a:lnR>
                    <a:lnB w="9525">
                      <a:solidFill>
                        <a:srgbClr val="DAE2D8"/>
                      </a:solidFill>
                      <a:prstDash val="solid"/>
                    </a:lnB>
                    <a:solidFill>
                      <a:srgbClr val="F0F5ED"/>
                    </a:solidFill>
                  </a:tcPr>
                </a:tc>
                <a:tc>
                  <a:txBody>
                    <a:bodyPr/>
                    <a:lstStyle/>
                    <a:p>
                      <a:r>
                        <a:rPr sz="1725" b="0">
                          <a:solidFill>
                            <a:srgbClr val="14221A"/>
                          </a:solidFill>
                          <a:latin typeface="Inter"/>
                          <a:ea typeface="Inter"/>
                          <a:cs typeface="Inter"/>
                        </a:rPr>
                        <a:t>Submission identity, frozen context and final response</a:t>
                      </a:r>
                    </a:p>
                  </a:txBody>
                  <a:tcPr marL="152400" marR="152400" marT="114300" marB="114300" anchor="ctr">
                    <a:lnR w="9525">
                      <a:solidFill>
                        <a:srgbClr val="DAE2D8"/>
                      </a:solidFill>
                      <a:prstDash val="solid"/>
                    </a:lnR>
                    <a:lnB w="9525">
                      <a:solidFill>
                        <a:srgbClr val="DAE2D8"/>
                      </a:solidFill>
                      <a:prstDash val="solid"/>
                    </a:lnB>
                    <a:solidFill>
                      <a:srgbClr val="F0F5ED"/>
                    </a:solidFill>
                  </a:tcPr>
                </a:tc>
              </a:tr>
              <a:tr h="539750">
                <a:tc>
                  <a:txBody>
                    <a:bodyPr/>
                    <a:lstStyle/>
                    <a:p>
                      <a:r>
                        <a:rPr sz="1725" b="1">
                          <a:solidFill>
                            <a:srgbClr val="14221A"/>
                          </a:solidFill>
                          <a:latin typeface="Inter"/>
                          <a:ea typeface="Inter"/>
                          <a:cs typeface="Inter"/>
                        </a:rPr>
                        <a:t>analysis_runs</a:t>
                      </a:r>
                    </a:p>
                  </a:txBody>
                  <a:tcPr marL="152400" marR="152400" marT="114300" marB="114300" anchor="ctr">
                    <a:lnL w="9525">
                      <a:solidFill>
                        <a:srgbClr val="DAE2D8"/>
                      </a:solidFill>
                      <a:prstDash val="solid"/>
                    </a:lnL>
                    <a:lnR w="9525">
                      <a:solidFill>
                        <a:srgbClr val="DAE2D8"/>
                      </a:solidFill>
                      <a:prstDash val="solid"/>
                    </a:lnR>
                    <a:lnB w="9525">
                      <a:solidFill>
                        <a:srgbClr val="DAE2D8"/>
                      </a:solidFill>
                      <a:prstDash val="solid"/>
                    </a:lnB>
                    <a:solidFill>
                      <a:srgbClr val="FFFFFF"/>
                    </a:solidFill>
                  </a:tcPr>
                </a:tc>
                <a:tc>
                  <a:txBody>
                    <a:bodyPr/>
                    <a:lstStyle/>
                    <a:p>
                      <a:r>
                        <a:rPr sz="1725" b="0">
                          <a:solidFill>
                            <a:srgbClr val="14221A"/>
                          </a:solidFill>
                          <a:latin typeface="Inter"/>
                          <a:ea typeface="Inter"/>
                          <a:cs typeface="Inter"/>
                        </a:rPr>
                        <a:t>Operation, exact input version, result and provenance</a:t>
                      </a:r>
                    </a:p>
                  </a:txBody>
                  <a:tcPr marL="152400" marR="152400" marT="114300" marB="114300" anchor="ctr">
                    <a:lnR w="9525">
                      <a:solidFill>
                        <a:srgbClr val="DAE2D8"/>
                      </a:solidFill>
                      <a:prstDash val="solid"/>
                    </a:lnR>
                    <a:lnB w="9525">
                      <a:solidFill>
                        <a:srgbClr val="DAE2D8"/>
                      </a:solidFill>
                      <a:prstDash val="solid"/>
                    </a:lnB>
                    <a:solidFill>
                      <a:srgbClr val="FFFFFF"/>
                    </a:solidFill>
                  </a:tcPr>
                </a:tc>
              </a:tr>
              <a:tr h="539750">
                <a:tc>
                  <a:txBody>
                    <a:bodyPr/>
                    <a:lstStyle/>
                    <a:p>
                      <a:r>
                        <a:rPr sz="1725" b="1">
                          <a:solidFill>
                            <a:srgbClr val="14221A"/>
                          </a:solidFill>
                          <a:latin typeface="Inter"/>
                          <a:ea typeface="Inter"/>
                          <a:cs typeface="Inter"/>
                        </a:rPr>
                        <a:t>annotation_reviews</a:t>
                      </a:r>
                    </a:p>
                  </a:txBody>
                  <a:tcPr marL="152400" marR="152400" marT="114300" marB="114300" anchor="ctr">
                    <a:lnL w="9525">
                      <a:solidFill>
                        <a:srgbClr val="DAE2D8"/>
                      </a:solidFill>
                      <a:prstDash val="solid"/>
                    </a:lnL>
                    <a:lnR w="9525">
                      <a:solidFill>
                        <a:srgbClr val="DAE2D8"/>
                      </a:solidFill>
                      <a:prstDash val="solid"/>
                    </a:lnR>
                    <a:lnB w="9525">
                      <a:solidFill>
                        <a:srgbClr val="DAE2D8"/>
                      </a:solidFill>
                      <a:prstDash val="solid"/>
                    </a:lnB>
                    <a:solidFill>
                      <a:srgbClr val="F0F5ED"/>
                    </a:solidFill>
                  </a:tcPr>
                </a:tc>
                <a:tc>
                  <a:txBody>
                    <a:bodyPr/>
                    <a:lstStyle/>
                    <a:p>
                      <a:r>
                        <a:rPr sz="1725" b="0">
                          <a:solidFill>
                            <a:srgbClr val="14221A"/>
                          </a:solidFill>
                          <a:latin typeface="Inter"/>
                          <a:ea typeface="Inter"/>
                          <a:cs typeface="Inter"/>
                        </a:rPr>
                        <a:t>Append-only decisions linked to an owned run + group</a:t>
                      </a:r>
                    </a:p>
                  </a:txBody>
                  <a:tcPr marL="152400" marR="152400" marT="114300" marB="114300" anchor="ctr">
                    <a:lnR w="9525">
                      <a:solidFill>
                        <a:srgbClr val="DAE2D8"/>
                      </a:solidFill>
                      <a:prstDash val="solid"/>
                    </a:lnR>
                    <a:lnB w="9525">
                      <a:solidFill>
                        <a:srgbClr val="DAE2D8"/>
                      </a:solidFill>
                      <a:prstDash val="solid"/>
                    </a:lnB>
                    <a:solidFill>
                      <a:srgbClr val="F0F5ED"/>
                    </a:solidFill>
                  </a:tcPr>
                </a:tc>
              </a:tr>
            </a:tbl>
          </a:graphicData>
        </a:graphic>
      </p:graphicFrame>
      <p:sp>
        <p:nvSpPr>
          <p:cNvPr id="6" name="text-116">
            <a:extLst xmlns:a="http://schemas.openxmlformats.org/drawingml/2006/main">
              <a:ext uri="{FF2B5EF4-FFF2-40B4-BE49-F238E27FC236}">
                <a16:creationId xmlns:a16="http://schemas.microsoft.com/office/drawing/2014/main" id="{CD01E31D-1798-49F0-B0D9-8507E1FCBC34}"/>
              </a:ext>
            </a:extLst>
          </p:cNvPr>
          <p:cNvSpPr>
            <a:spLocks xmlns:a="http://schemas.openxmlformats.org/drawingml/2006/main" noGrp="1"/>
          </p:cNvSpPr>
          <p:nvPr/>
        </p:nvSpPr>
        <p:spPr>
          <a:xfrm xmlns:a="http://schemas.openxmlformats.org/drawingml/2006/main">
            <a:off x="533400" y="5657850"/>
            <a:ext cx="3905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1">
                <a:solidFill>
                  <a:srgbClr val="1B5E20"/>
                </a:solidFill>
                <a:latin typeface="Inter"/>
                <a:ea typeface="Inter"/>
                <a:cs typeface="Inter"/>
              </a:defRPr>
            </a:defPPr>
            <a:lvl1pPr>
              <a:defRPr sz="1950" b="1">
                <a:solidFill>
                  <a:srgbClr val="1B5E20"/>
                </a:solidFill>
                <a:latin typeface="Inter"/>
                <a:ea typeface="Inter"/>
                <a:cs typeface="Inter"/>
              </a:defRPr>
            </a:lvl1pPr>
            <a:lvl2pPr>
              <a:defRPr sz="1950" b="1">
                <a:solidFill>
                  <a:srgbClr val="1B5E20"/>
                </a:solidFill>
                <a:latin typeface="Inter"/>
                <a:ea typeface="Inter"/>
                <a:cs typeface="Inter"/>
              </a:defRPr>
            </a:lvl2pPr>
            <a:lvl3pPr>
              <a:defRPr sz="1950" b="1">
                <a:solidFill>
                  <a:srgbClr val="1B5E20"/>
                </a:solidFill>
                <a:latin typeface="Inter"/>
                <a:ea typeface="Inter"/>
                <a:cs typeface="Inter"/>
              </a:defRPr>
            </a:lvl3pPr>
            <a:lvl4pPr>
              <a:defRPr sz="1950" b="1">
                <a:solidFill>
                  <a:srgbClr val="1B5E20"/>
                </a:solidFill>
                <a:latin typeface="Inter"/>
                <a:ea typeface="Inter"/>
                <a:cs typeface="Inter"/>
              </a:defRPr>
            </a:lvl4pPr>
            <a:lvl5pPr>
              <a:defRPr sz="1950" b="1">
                <a:solidFill>
                  <a:srgbClr val="1B5E20"/>
                </a:solidFill>
                <a:latin typeface="Inter"/>
                <a:ea typeface="Inter"/>
                <a:cs typeface="Inter"/>
              </a:defRPr>
            </a:lvl5pPr>
            <a:lvl6pPr>
              <a:defRPr sz="1950" b="1">
                <a:solidFill>
                  <a:srgbClr val="1B5E20"/>
                </a:solidFill>
                <a:latin typeface="Inter"/>
                <a:ea typeface="Inter"/>
                <a:cs typeface="Inter"/>
              </a:defRPr>
            </a:lvl6pPr>
            <a:lvl7pPr>
              <a:defRPr sz="1950" b="1">
                <a:solidFill>
                  <a:srgbClr val="1B5E20"/>
                </a:solidFill>
                <a:latin typeface="Inter"/>
                <a:ea typeface="Inter"/>
                <a:cs typeface="Inter"/>
              </a:defRPr>
            </a:lvl7pPr>
            <a:lvl8pPr>
              <a:defRPr sz="1950" b="1">
                <a:solidFill>
                  <a:srgbClr val="1B5E20"/>
                </a:solidFill>
                <a:latin typeface="Inter"/>
                <a:ea typeface="Inter"/>
                <a:cs typeface="Inter"/>
              </a:defRPr>
            </a:lvl8pPr>
            <a:lvl9pPr>
              <a:defRPr sz="1950" b="1">
                <a:solidFill>
                  <a:srgbClr val="1B5E20"/>
                </a:solidFill>
                <a:latin typeface="Inter"/>
                <a:ea typeface="Inter"/>
                <a:cs typeface="Inter"/>
              </a:defRPr>
            </a:lvl9pPr>
          </a:lstStyle>
          <a:p xmlns:a="http://schemas.openxmlformats.org/drawingml/2006/main">
            <a:pPr>
              <a:defRPr sz="1950" b="1">
                <a:solidFill>
                  <a:srgbClr val="1B5E20"/>
                </a:solidFill>
                <a:latin typeface="Inter"/>
                <a:ea typeface="Inter"/>
                <a:cs typeface="Inter"/>
              </a:defRPr>
            </a:pPr>
            <a:r>
              <a:rPr sz="1950" b="1">
                <a:solidFill>
                  <a:srgbClr val="1B5E20"/>
                </a:solidFill>
                <a:latin typeface="Inter"/>
                <a:ea typeface="Inter"/>
                <a:cs typeface="Inter"/>
              </a:rPr>
              <a:t>Immutable bundle on disk</a:t>
            </a:r>
          </a:p>
        </p:txBody>
      </p:sp>
      <p:sp>
        <p:nvSpPr>
          <p:cNvPr id="7" name="text-117">
            <a:extLst xmlns:a="http://schemas.openxmlformats.org/drawingml/2006/main">
              <a:ext uri="{FF2B5EF4-FFF2-40B4-BE49-F238E27FC236}">
                <a16:creationId xmlns:a16="http://schemas.microsoft.com/office/drawing/2014/main" id="{36FCBAC2-13FC-44C4-B30C-35328BC93F02}"/>
              </a:ext>
            </a:extLst>
          </p:cNvPr>
          <p:cNvSpPr>
            <a:spLocks xmlns:a="http://schemas.openxmlformats.org/drawingml/2006/main" noGrp="1"/>
          </p:cNvSpPr>
          <p:nvPr/>
        </p:nvSpPr>
        <p:spPr>
          <a:xfrm xmlns:a="http://schemas.openxmlformats.org/drawingml/2006/main">
            <a:off x="4648200" y="5619750"/>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4221A"/>
                </a:solidFill>
                <a:latin typeface="Inter"/>
                <a:ea typeface="Inter"/>
                <a:cs typeface="Inter"/>
              </a:defRPr>
            </a:defPPr>
            <a:lvl1pPr>
              <a:defRPr sz="1800" b="0">
                <a:solidFill>
                  <a:srgbClr val="14221A"/>
                </a:solidFill>
                <a:latin typeface="Inter"/>
                <a:ea typeface="Inter"/>
                <a:cs typeface="Inter"/>
              </a:defRPr>
            </a:lvl1pPr>
            <a:lvl2pPr>
              <a:defRPr sz="1800" b="0">
                <a:solidFill>
                  <a:srgbClr val="14221A"/>
                </a:solidFill>
                <a:latin typeface="Inter"/>
                <a:ea typeface="Inter"/>
                <a:cs typeface="Inter"/>
              </a:defRPr>
            </a:lvl2pPr>
            <a:lvl3pPr>
              <a:defRPr sz="1800" b="0">
                <a:solidFill>
                  <a:srgbClr val="14221A"/>
                </a:solidFill>
                <a:latin typeface="Inter"/>
                <a:ea typeface="Inter"/>
                <a:cs typeface="Inter"/>
              </a:defRPr>
            </a:lvl3pPr>
            <a:lvl4pPr>
              <a:defRPr sz="1800" b="0">
                <a:solidFill>
                  <a:srgbClr val="14221A"/>
                </a:solidFill>
                <a:latin typeface="Inter"/>
                <a:ea typeface="Inter"/>
                <a:cs typeface="Inter"/>
              </a:defRPr>
            </a:lvl4pPr>
            <a:lvl5pPr>
              <a:defRPr sz="1800" b="0">
                <a:solidFill>
                  <a:srgbClr val="14221A"/>
                </a:solidFill>
                <a:latin typeface="Inter"/>
                <a:ea typeface="Inter"/>
                <a:cs typeface="Inter"/>
              </a:defRPr>
            </a:lvl5pPr>
            <a:lvl6pPr>
              <a:defRPr sz="1800" b="0">
                <a:solidFill>
                  <a:srgbClr val="14221A"/>
                </a:solidFill>
                <a:latin typeface="Inter"/>
                <a:ea typeface="Inter"/>
                <a:cs typeface="Inter"/>
              </a:defRPr>
            </a:lvl6pPr>
            <a:lvl7pPr>
              <a:defRPr sz="1800" b="0">
                <a:solidFill>
                  <a:srgbClr val="14221A"/>
                </a:solidFill>
                <a:latin typeface="Inter"/>
                <a:ea typeface="Inter"/>
                <a:cs typeface="Inter"/>
              </a:defRPr>
            </a:lvl7pPr>
            <a:lvl8pPr>
              <a:defRPr sz="1800" b="0">
                <a:solidFill>
                  <a:srgbClr val="14221A"/>
                </a:solidFill>
                <a:latin typeface="Inter"/>
                <a:ea typeface="Inter"/>
                <a:cs typeface="Inter"/>
              </a:defRPr>
            </a:lvl8pPr>
            <a:lvl9pPr>
              <a:defRPr sz="1800" b="0">
                <a:solidFill>
                  <a:srgbClr val="14221A"/>
                </a:solidFill>
                <a:latin typeface="Inter"/>
                <a:ea typeface="Inter"/>
                <a:cs typeface="Inter"/>
              </a:defRPr>
            </a:lvl9pPr>
          </a:lstStyle>
          <a:p xmlns:a="http://schemas.openxmlformats.org/drawingml/2006/main">
            <a:pPr>
              <a:defRPr sz="1800" b="0">
                <a:solidFill>
                  <a:srgbClr val="14221A"/>
                </a:solidFill>
                <a:latin typeface="Inter"/>
                <a:ea typeface="Inter"/>
                <a:cs typeface="Inter"/>
              </a:defRPr>
            </a:pPr>
            <a:r>
              <a:rPr sz="1800" b="0">
                <a:solidFill>
                  <a:srgbClr val="14221A"/>
                </a:solidFill>
                <a:latin typeface="Inter"/>
                <a:ea typeface="Inter"/>
                <a:cs typeface="Inter"/>
              </a:rPr>
              <a:t>Original H5AD + selection + manifest</a:t>
            </a:r>
          </a:p>
          <a:p xmlns:a="http://schemas.openxmlformats.org/drawingml/2006/main">
            <a:pPr>
              <a:defRPr sz="1800" b="0">
                <a:solidFill>
                  <a:srgbClr val="14221A"/>
                </a:solidFill>
                <a:latin typeface="Inter"/>
                <a:ea typeface="Inter"/>
                <a:cs typeface="Inter"/>
              </a:defRPr>
            </a:pPr>
            <a:r>
              <a:rPr sz="1800" b="0">
                <a:solidFill>
                  <a:srgbClr val="14221A"/>
                </a:solidFill>
                <a:latin typeface="Inter"/>
                <a:ea typeface="Inter"/>
                <a:cs typeface="Inter"/>
              </a:rPr>
              <a:t>Gene-major sparse counts, group aggregates and UMAP</a:t>
            </a:r>
          </a:p>
        </p:txBody>
      </p:sp>
    </p:spTree>
    <p:extLst>
      <p:ext uri="{BB962C8B-B14F-4D97-AF65-F5344CB8AC3E}">
        <p14:creationId xmlns:p14="http://schemas.microsoft.com/office/powerpoint/2010/main" val="149172238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text-118">
            <a:extLst xmlns:a="http://schemas.openxmlformats.org/drawingml/2006/main">
              <a:ext uri="{FF2B5EF4-FFF2-40B4-BE49-F238E27FC236}">
                <a16:creationId xmlns:a16="http://schemas.microsoft.com/office/drawing/2014/main" id="{27DC73AC-0491-4659-93BC-2865F95C87B2}"/>
              </a:ext>
            </a:extLst>
          </p:cNvPr>
          <p:cNvSpPr>
            <a:spLocks xmlns:a="http://schemas.openxmlformats.org/drawingml/2006/main" noGrp="1"/>
          </p:cNvSpPr>
          <p:nvPr/>
        </p:nvSpPr>
        <p:spPr>
          <a:xfrm xmlns:a="http://schemas.openxmlformats.org/drawingml/2006/main">
            <a:off x="533400" y="257175"/>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CELLORAS / ENGINEERING</a:t>
            </a:r>
          </a:p>
        </p:txBody>
      </p:sp>
      <p:sp>
        <p:nvSpPr>
          <p:cNvPr id="2" name="text-119">
            <a:extLst xmlns:a="http://schemas.openxmlformats.org/drawingml/2006/main">
              <a:ext uri="{FF2B5EF4-FFF2-40B4-BE49-F238E27FC236}">
                <a16:creationId xmlns:a16="http://schemas.microsoft.com/office/drawing/2014/main" id="{33B5BC6B-101A-4ECF-BCEF-7BBC6487E840}"/>
              </a:ext>
            </a:extLst>
          </p:cNvPr>
          <p:cNvSpPr>
            <a:spLocks xmlns:a="http://schemas.openxmlformats.org/drawingml/2006/main" noGrp="1"/>
          </p:cNvSpPr>
          <p:nvPr/>
        </p:nvSpPr>
        <p:spPr>
          <a:xfrm xmlns:a="http://schemas.openxmlformats.org/drawingml/2006/main">
            <a:off x="533400" y="666750"/>
            <a:ext cx="11125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21A"/>
                </a:solidFill>
                <a:latin typeface="Inter"/>
                <a:ea typeface="Inter"/>
                <a:cs typeface="Inter"/>
              </a:defRPr>
            </a:defPPr>
            <a:lvl1pPr>
              <a:defRPr sz="3225" b="1">
                <a:solidFill>
                  <a:srgbClr val="14221A"/>
                </a:solidFill>
                <a:latin typeface="Inter"/>
                <a:ea typeface="Inter"/>
                <a:cs typeface="Inter"/>
              </a:defRPr>
            </a:lvl1pPr>
            <a:lvl2pPr>
              <a:defRPr sz="3225" b="1">
                <a:solidFill>
                  <a:srgbClr val="14221A"/>
                </a:solidFill>
                <a:latin typeface="Inter"/>
                <a:ea typeface="Inter"/>
                <a:cs typeface="Inter"/>
              </a:defRPr>
            </a:lvl2pPr>
            <a:lvl3pPr>
              <a:defRPr sz="3225" b="1">
                <a:solidFill>
                  <a:srgbClr val="14221A"/>
                </a:solidFill>
                <a:latin typeface="Inter"/>
                <a:ea typeface="Inter"/>
                <a:cs typeface="Inter"/>
              </a:defRPr>
            </a:lvl3pPr>
            <a:lvl4pPr>
              <a:defRPr sz="3225" b="1">
                <a:solidFill>
                  <a:srgbClr val="14221A"/>
                </a:solidFill>
                <a:latin typeface="Inter"/>
                <a:ea typeface="Inter"/>
                <a:cs typeface="Inter"/>
              </a:defRPr>
            </a:lvl4pPr>
            <a:lvl5pPr>
              <a:defRPr sz="3225" b="1">
                <a:solidFill>
                  <a:srgbClr val="14221A"/>
                </a:solidFill>
                <a:latin typeface="Inter"/>
                <a:ea typeface="Inter"/>
                <a:cs typeface="Inter"/>
              </a:defRPr>
            </a:lvl5pPr>
            <a:lvl6pPr>
              <a:defRPr sz="3225" b="1">
                <a:solidFill>
                  <a:srgbClr val="14221A"/>
                </a:solidFill>
                <a:latin typeface="Inter"/>
                <a:ea typeface="Inter"/>
                <a:cs typeface="Inter"/>
              </a:defRPr>
            </a:lvl6pPr>
            <a:lvl7pPr>
              <a:defRPr sz="3225" b="1">
                <a:solidFill>
                  <a:srgbClr val="14221A"/>
                </a:solidFill>
                <a:latin typeface="Inter"/>
                <a:ea typeface="Inter"/>
                <a:cs typeface="Inter"/>
              </a:defRPr>
            </a:lvl7pPr>
            <a:lvl8pPr>
              <a:defRPr sz="3225" b="1">
                <a:solidFill>
                  <a:srgbClr val="14221A"/>
                </a:solidFill>
                <a:latin typeface="Inter"/>
                <a:ea typeface="Inter"/>
                <a:cs typeface="Inter"/>
              </a:defRPr>
            </a:lvl8pPr>
            <a:lvl9pPr>
              <a:defRPr sz="3225" b="1">
                <a:solidFill>
                  <a:srgbClr val="14221A"/>
                </a:solidFill>
                <a:latin typeface="Inter"/>
                <a:ea typeface="Inter"/>
                <a:cs typeface="Inter"/>
              </a:defRPr>
            </a:lvl9pPr>
          </a:lstStyle>
          <a:p xmlns:a="http://schemas.openxmlformats.org/drawingml/2006/main">
            <a:pPr>
              <a:defRPr sz="3225" b="1">
                <a:solidFill>
                  <a:srgbClr val="14221A"/>
                </a:solidFill>
                <a:latin typeface="Inter"/>
                <a:ea typeface="Inter"/>
                <a:cs typeface="Inter"/>
              </a:defRPr>
            </a:pPr>
            <a:r>
              <a:rPr sz="3225" b="1">
                <a:solidFill>
                  <a:srgbClr val="14221A"/>
                </a:solidFill>
                <a:latin typeface="Inter"/>
                <a:ea typeface="Inter"/>
                <a:cs typeface="Inter"/>
              </a:rPr>
              <a:t>Deterministic annotation pipeline</a:t>
            </a:r>
          </a:p>
        </p:txBody>
      </p:sp>
      <p:sp>
        <p:nvSpPr>
          <p:cNvPr id="3" name="text-120">
            <a:extLst xmlns:a="http://schemas.openxmlformats.org/drawingml/2006/main">
              <a:ext uri="{FF2B5EF4-FFF2-40B4-BE49-F238E27FC236}">
                <a16:creationId xmlns:a16="http://schemas.microsoft.com/office/drawing/2014/main" id="{A2BA8FC5-C3AA-4EE0-A4C0-E95CE5C1E346}"/>
              </a:ext>
            </a:extLst>
          </p:cNvPr>
          <p:cNvSpPr>
            <a:spLocks xmlns:a="http://schemas.openxmlformats.org/drawingml/2006/main" noGrp="1"/>
          </p:cNvSpPr>
          <p:nvPr/>
        </p:nvSpPr>
        <p:spPr>
          <a:xfrm xmlns:a="http://schemas.openxmlformats.org/drawingml/2006/main">
            <a:off x="533400" y="1381125"/>
            <a:ext cx="11125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657167"/>
                </a:solidFill>
                <a:latin typeface="Inter"/>
                <a:ea typeface="Inter"/>
                <a:cs typeface="Inter"/>
              </a:defRPr>
            </a:defPPr>
            <a:lvl1pPr>
              <a:defRPr sz="1800" b="0">
                <a:solidFill>
                  <a:srgbClr val="657167"/>
                </a:solidFill>
                <a:latin typeface="Inter"/>
                <a:ea typeface="Inter"/>
                <a:cs typeface="Inter"/>
              </a:defRPr>
            </a:lvl1pPr>
            <a:lvl2pPr>
              <a:defRPr sz="1800" b="0">
                <a:solidFill>
                  <a:srgbClr val="657167"/>
                </a:solidFill>
                <a:latin typeface="Inter"/>
                <a:ea typeface="Inter"/>
                <a:cs typeface="Inter"/>
              </a:defRPr>
            </a:lvl2pPr>
            <a:lvl3pPr>
              <a:defRPr sz="1800" b="0">
                <a:solidFill>
                  <a:srgbClr val="657167"/>
                </a:solidFill>
                <a:latin typeface="Inter"/>
                <a:ea typeface="Inter"/>
                <a:cs typeface="Inter"/>
              </a:defRPr>
            </a:lvl3pPr>
            <a:lvl4pPr>
              <a:defRPr sz="1800" b="0">
                <a:solidFill>
                  <a:srgbClr val="657167"/>
                </a:solidFill>
                <a:latin typeface="Inter"/>
                <a:ea typeface="Inter"/>
                <a:cs typeface="Inter"/>
              </a:defRPr>
            </a:lvl4pPr>
            <a:lvl5pPr>
              <a:defRPr sz="1800" b="0">
                <a:solidFill>
                  <a:srgbClr val="657167"/>
                </a:solidFill>
                <a:latin typeface="Inter"/>
                <a:ea typeface="Inter"/>
                <a:cs typeface="Inter"/>
              </a:defRPr>
            </a:lvl5pPr>
            <a:lvl6pPr>
              <a:defRPr sz="1800" b="0">
                <a:solidFill>
                  <a:srgbClr val="657167"/>
                </a:solidFill>
                <a:latin typeface="Inter"/>
                <a:ea typeface="Inter"/>
                <a:cs typeface="Inter"/>
              </a:defRPr>
            </a:lvl6pPr>
            <a:lvl7pPr>
              <a:defRPr sz="1800" b="0">
                <a:solidFill>
                  <a:srgbClr val="657167"/>
                </a:solidFill>
                <a:latin typeface="Inter"/>
                <a:ea typeface="Inter"/>
                <a:cs typeface="Inter"/>
              </a:defRPr>
            </a:lvl7pPr>
            <a:lvl8pPr>
              <a:defRPr sz="1800" b="0">
                <a:solidFill>
                  <a:srgbClr val="657167"/>
                </a:solidFill>
                <a:latin typeface="Inter"/>
                <a:ea typeface="Inter"/>
                <a:cs typeface="Inter"/>
              </a:defRPr>
            </a:lvl8pPr>
            <a:lvl9pPr>
              <a:defRPr sz="1800" b="0">
                <a:solidFill>
                  <a:srgbClr val="657167"/>
                </a:solidFill>
                <a:latin typeface="Inter"/>
                <a:ea typeface="Inter"/>
                <a:cs typeface="Inter"/>
              </a:defRPr>
            </a:lvl9pPr>
          </a:lstStyle>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The agent selects and interprets tools. The tool computes candidate evidence.</a:t>
            </a:r>
          </a:p>
        </p:txBody>
      </p:sp>
      <p:sp>
        <p:nvSpPr>
          <p:cNvPr id="4" name="text-121">
            <a:extLst xmlns:a="http://schemas.openxmlformats.org/drawingml/2006/main">
              <a:ext uri="{FF2B5EF4-FFF2-40B4-BE49-F238E27FC236}">
                <a16:creationId xmlns:a16="http://schemas.microsoft.com/office/drawing/2014/main" id="{48BF7FDC-1202-4E15-9D17-43BFE308D833}"/>
              </a:ext>
            </a:extLst>
          </p:cNvPr>
          <p:cNvSpPr>
            <a:spLocks xmlns:a="http://schemas.openxmlformats.org/drawingml/2006/main" noGrp="1"/>
          </p:cNvSpPr>
          <p:nvPr/>
        </p:nvSpPr>
        <p:spPr>
          <a:xfrm xmlns:a="http://schemas.openxmlformats.org/drawingml/2006/main">
            <a:off x="11258550" y="6486525"/>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06</a:t>
            </a:r>
          </a:p>
        </p:txBody>
      </p:sp>
      <p:sp>
        <p:nvSpPr>
          <p:cNvPr id="5" name="text-122">
            <a:extLst xmlns:a="http://schemas.openxmlformats.org/drawingml/2006/main">
              <a:ext uri="{FF2B5EF4-FFF2-40B4-BE49-F238E27FC236}">
                <a16:creationId xmlns:a16="http://schemas.microsoft.com/office/drawing/2014/main" id="{9ABDFD04-51F2-4D1F-A517-0BAB1E59412A}"/>
              </a:ext>
            </a:extLst>
          </p:cNvPr>
          <p:cNvSpPr>
            <a:spLocks xmlns:a="http://schemas.openxmlformats.org/drawingml/2006/main" noGrp="1"/>
          </p:cNvSpPr>
          <p:nvPr/>
        </p:nvSpPr>
        <p:spPr>
          <a:xfrm xmlns:a="http://schemas.openxmlformats.org/drawingml/2006/main">
            <a:off x="533400" y="2124075"/>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4221A"/>
                </a:solidFill>
                <a:latin typeface="Inter"/>
                <a:ea typeface="Inter"/>
                <a:cs typeface="Inter"/>
              </a:defRPr>
            </a:defPPr>
            <a:lvl1pPr>
              <a:defRPr sz="2025" b="1">
                <a:solidFill>
                  <a:srgbClr val="14221A"/>
                </a:solidFill>
                <a:latin typeface="Inter"/>
                <a:ea typeface="Inter"/>
                <a:cs typeface="Inter"/>
              </a:defRPr>
            </a:lvl1pPr>
            <a:lvl2pPr>
              <a:defRPr sz="2025" b="1">
                <a:solidFill>
                  <a:srgbClr val="14221A"/>
                </a:solidFill>
                <a:latin typeface="Inter"/>
                <a:ea typeface="Inter"/>
                <a:cs typeface="Inter"/>
              </a:defRPr>
            </a:lvl2pPr>
            <a:lvl3pPr>
              <a:defRPr sz="2025" b="1">
                <a:solidFill>
                  <a:srgbClr val="14221A"/>
                </a:solidFill>
                <a:latin typeface="Inter"/>
                <a:ea typeface="Inter"/>
                <a:cs typeface="Inter"/>
              </a:defRPr>
            </a:lvl3pPr>
            <a:lvl4pPr>
              <a:defRPr sz="2025" b="1">
                <a:solidFill>
                  <a:srgbClr val="14221A"/>
                </a:solidFill>
                <a:latin typeface="Inter"/>
                <a:ea typeface="Inter"/>
                <a:cs typeface="Inter"/>
              </a:defRPr>
            </a:lvl4pPr>
            <a:lvl5pPr>
              <a:defRPr sz="2025" b="1">
                <a:solidFill>
                  <a:srgbClr val="14221A"/>
                </a:solidFill>
                <a:latin typeface="Inter"/>
                <a:ea typeface="Inter"/>
                <a:cs typeface="Inter"/>
              </a:defRPr>
            </a:lvl5pPr>
            <a:lvl6pPr>
              <a:defRPr sz="2025" b="1">
                <a:solidFill>
                  <a:srgbClr val="14221A"/>
                </a:solidFill>
                <a:latin typeface="Inter"/>
                <a:ea typeface="Inter"/>
                <a:cs typeface="Inter"/>
              </a:defRPr>
            </a:lvl6pPr>
            <a:lvl7pPr>
              <a:defRPr sz="2025" b="1">
                <a:solidFill>
                  <a:srgbClr val="14221A"/>
                </a:solidFill>
                <a:latin typeface="Inter"/>
                <a:ea typeface="Inter"/>
                <a:cs typeface="Inter"/>
              </a:defRPr>
            </a:lvl7pPr>
            <a:lvl8pPr>
              <a:defRPr sz="2025" b="1">
                <a:solidFill>
                  <a:srgbClr val="14221A"/>
                </a:solidFill>
                <a:latin typeface="Inter"/>
                <a:ea typeface="Inter"/>
                <a:cs typeface="Inter"/>
              </a:defRPr>
            </a:lvl8pPr>
            <a:lvl9pPr>
              <a:defRPr sz="2025" b="1">
                <a:solidFill>
                  <a:srgbClr val="14221A"/>
                </a:solidFill>
                <a:latin typeface="Inter"/>
                <a:ea typeface="Inter"/>
                <a:cs typeface="Inter"/>
              </a:defRPr>
            </a:lvl9pPr>
          </a:lstStyle>
          <a:p xmlns:a="http://schemas.openxmlformats.org/drawingml/2006/main">
            <a:pPr>
              <a:defRPr sz="2025" b="1">
                <a:solidFill>
                  <a:srgbClr val="14221A"/>
                </a:solidFill>
                <a:latin typeface="Inter"/>
                <a:ea typeface="Inter"/>
                <a:cs typeface="Inter"/>
              </a:defRPr>
            </a:pPr>
            <a:r>
              <a:rPr sz="2025" b="1">
                <a:solidFill>
                  <a:srgbClr val="14221A"/>
                </a:solidFill>
                <a:latin typeface="Inter"/>
                <a:ea typeface="Inter"/>
                <a:cs typeface="Inter"/>
              </a:rPr>
              <a:t>1  Normalize per cell</a:t>
            </a:r>
          </a:p>
        </p:txBody>
      </p:sp>
      <p:sp>
        <p:nvSpPr>
          <p:cNvPr id="6" name="text-123">
            <a:extLst xmlns:a="http://schemas.openxmlformats.org/drawingml/2006/main">
              <a:ext uri="{FF2B5EF4-FFF2-40B4-BE49-F238E27FC236}">
                <a16:creationId xmlns:a16="http://schemas.microsoft.com/office/drawing/2014/main" id="{DE2D315F-9881-422B-8B05-C23DF92E0FAC}"/>
              </a:ext>
            </a:extLst>
          </p:cNvPr>
          <p:cNvSpPr>
            <a:spLocks xmlns:a="http://schemas.openxmlformats.org/drawingml/2006/main" noGrp="1"/>
          </p:cNvSpPr>
          <p:nvPr/>
        </p:nvSpPr>
        <p:spPr>
          <a:xfrm xmlns:a="http://schemas.openxmlformats.org/drawingml/2006/main">
            <a:off x="533400" y="2600325"/>
            <a:ext cx="1112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0">
                <a:solidFill>
                  <a:srgbClr val="1B5E20"/>
                </a:solidFill>
                <a:latin typeface="Inter"/>
                <a:ea typeface="Inter"/>
                <a:cs typeface="Inter"/>
              </a:defRPr>
            </a:defPPr>
            <a:lvl1pPr>
              <a:defRPr sz="2325" b="0">
                <a:solidFill>
                  <a:srgbClr val="1B5E20"/>
                </a:solidFill>
                <a:latin typeface="Inter"/>
                <a:ea typeface="Inter"/>
                <a:cs typeface="Inter"/>
              </a:defRPr>
            </a:lvl1pPr>
            <a:lvl2pPr>
              <a:defRPr sz="2325" b="0">
                <a:solidFill>
                  <a:srgbClr val="1B5E20"/>
                </a:solidFill>
                <a:latin typeface="Inter"/>
                <a:ea typeface="Inter"/>
                <a:cs typeface="Inter"/>
              </a:defRPr>
            </a:lvl2pPr>
            <a:lvl3pPr>
              <a:defRPr sz="2325" b="0">
                <a:solidFill>
                  <a:srgbClr val="1B5E20"/>
                </a:solidFill>
                <a:latin typeface="Inter"/>
                <a:ea typeface="Inter"/>
                <a:cs typeface="Inter"/>
              </a:defRPr>
            </a:lvl3pPr>
            <a:lvl4pPr>
              <a:defRPr sz="2325" b="0">
                <a:solidFill>
                  <a:srgbClr val="1B5E20"/>
                </a:solidFill>
                <a:latin typeface="Inter"/>
                <a:ea typeface="Inter"/>
                <a:cs typeface="Inter"/>
              </a:defRPr>
            </a:lvl4pPr>
            <a:lvl5pPr>
              <a:defRPr sz="2325" b="0">
                <a:solidFill>
                  <a:srgbClr val="1B5E20"/>
                </a:solidFill>
                <a:latin typeface="Inter"/>
                <a:ea typeface="Inter"/>
                <a:cs typeface="Inter"/>
              </a:defRPr>
            </a:lvl5pPr>
            <a:lvl6pPr>
              <a:defRPr sz="2325" b="0">
                <a:solidFill>
                  <a:srgbClr val="1B5E20"/>
                </a:solidFill>
                <a:latin typeface="Inter"/>
                <a:ea typeface="Inter"/>
                <a:cs typeface="Inter"/>
              </a:defRPr>
            </a:lvl6pPr>
            <a:lvl7pPr>
              <a:defRPr sz="2325" b="0">
                <a:solidFill>
                  <a:srgbClr val="1B5E20"/>
                </a:solidFill>
                <a:latin typeface="Inter"/>
                <a:ea typeface="Inter"/>
                <a:cs typeface="Inter"/>
              </a:defRPr>
            </a:lvl7pPr>
            <a:lvl8pPr>
              <a:defRPr sz="2325" b="0">
                <a:solidFill>
                  <a:srgbClr val="1B5E20"/>
                </a:solidFill>
                <a:latin typeface="Inter"/>
                <a:ea typeface="Inter"/>
                <a:cs typeface="Inter"/>
              </a:defRPr>
            </a:lvl8pPr>
            <a:lvl9pPr>
              <a:defRPr sz="2325" b="0">
                <a:solidFill>
                  <a:srgbClr val="1B5E20"/>
                </a:solidFill>
                <a:latin typeface="Inter"/>
                <a:ea typeface="Inter"/>
                <a:cs typeface="Inter"/>
              </a:defRPr>
            </a:lvl9pPr>
          </a:lstStyle>
          <a:p xmlns:a="http://schemas.openxmlformats.org/drawingml/2006/main">
            <a:pPr>
              <a:defRPr sz="2325" b="0">
                <a:solidFill>
                  <a:srgbClr val="1B5E20"/>
                </a:solidFill>
                <a:latin typeface="Inter"/>
                <a:ea typeface="Inter"/>
                <a:cs typeface="Inter"/>
              </a:defRPr>
            </a:pPr>
            <a:r>
              <a:rPr sz="2325" b="0">
                <a:solidFill>
                  <a:srgbClr val="1B5E20"/>
                </a:solidFill>
                <a:latin typeface="Inter"/>
                <a:ea typeface="Inter"/>
                <a:cs typeface="Inter"/>
              </a:rPr>
              <a:t>y = log1p(count / cell total × 10,000)</a:t>
            </a:r>
          </a:p>
        </p:txBody>
      </p:sp>
      <p:sp>
        <p:nvSpPr>
          <p:cNvPr id="7" name="text-124">
            <a:extLst xmlns:a="http://schemas.openxmlformats.org/drawingml/2006/main">
              <a:ext uri="{FF2B5EF4-FFF2-40B4-BE49-F238E27FC236}">
                <a16:creationId xmlns:a16="http://schemas.microsoft.com/office/drawing/2014/main" id="{C9129470-50DD-45C3-892C-D24E967632D6}"/>
              </a:ext>
            </a:extLst>
          </p:cNvPr>
          <p:cNvSpPr>
            <a:spLocks xmlns:a="http://schemas.openxmlformats.org/drawingml/2006/main" noGrp="1"/>
          </p:cNvSpPr>
          <p:nvPr/>
        </p:nvSpPr>
        <p:spPr>
          <a:xfrm xmlns:a="http://schemas.openxmlformats.org/drawingml/2006/main">
            <a:off x="533400" y="3286125"/>
            <a:ext cx="51816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4221A"/>
                </a:solidFill>
                <a:latin typeface="Inter"/>
                <a:ea typeface="Inter"/>
                <a:cs typeface="Inter"/>
              </a:defRPr>
            </a:defPPr>
            <a:lvl1pPr>
              <a:defRPr sz="2025" b="1">
                <a:solidFill>
                  <a:srgbClr val="14221A"/>
                </a:solidFill>
                <a:latin typeface="Inter"/>
                <a:ea typeface="Inter"/>
                <a:cs typeface="Inter"/>
              </a:defRPr>
            </a:lvl1pPr>
            <a:lvl2pPr>
              <a:defRPr sz="2025" b="1">
                <a:solidFill>
                  <a:srgbClr val="14221A"/>
                </a:solidFill>
                <a:latin typeface="Inter"/>
                <a:ea typeface="Inter"/>
                <a:cs typeface="Inter"/>
              </a:defRPr>
            </a:lvl2pPr>
            <a:lvl3pPr>
              <a:defRPr sz="2025" b="1">
                <a:solidFill>
                  <a:srgbClr val="14221A"/>
                </a:solidFill>
                <a:latin typeface="Inter"/>
                <a:ea typeface="Inter"/>
                <a:cs typeface="Inter"/>
              </a:defRPr>
            </a:lvl3pPr>
            <a:lvl4pPr>
              <a:defRPr sz="2025" b="1">
                <a:solidFill>
                  <a:srgbClr val="14221A"/>
                </a:solidFill>
                <a:latin typeface="Inter"/>
                <a:ea typeface="Inter"/>
                <a:cs typeface="Inter"/>
              </a:defRPr>
            </a:lvl4pPr>
            <a:lvl5pPr>
              <a:defRPr sz="2025" b="1">
                <a:solidFill>
                  <a:srgbClr val="14221A"/>
                </a:solidFill>
                <a:latin typeface="Inter"/>
                <a:ea typeface="Inter"/>
                <a:cs typeface="Inter"/>
              </a:defRPr>
            </a:lvl5pPr>
            <a:lvl6pPr>
              <a:defRPr sz="2025" b="1">
                <a:solidFill>
                  <a:srgbClr val="14221A"/>
                </a:solidFill>
                <a:latin typeface="Inter"/>
                <a:ea typeface="Inter"/>
                <a:cs typeface="Inter"/>
              </a:defRPr>
            </a:lvl6pPr>
            <a:lvl7pPr>
              <a:defRPr sz="2025" b="1">
                <a:solidFill>
                  <a:srgbClr val="14221A"/>
                </a:solidFill>
                <a:latin typeface="Inter"/>
                <a:ea typeface="Inter"/>
                <a:cs typeface="Inter"/>
              </a:defRPr>
            </a:lvl7pPr>
            <a:lvl8pPr>
              <a:defRPr sz="2025" b="1">
                <a:solidFill>
                  <a:srgbClr val="14221A"/>
                </a:solidFill>
                <a:latin typeface="Inter"/>
                <a:ea typeface="Inter"/>
                <a:cs typeface="Inter"/>
              </a:defRPr>
            </a:lvl8pPr>
            <a:lvl9pPr>
              <a:defRPr sz="2025" b="1">
                <a:solidFill>
                  <a:srgbClr val="14221A"/>
                </a:solidFill>
                <a:latin typeface="Inter"/>
                <a:ea typeface="Inter"/>
                <a:cs typeface="Inter"/>
              </a:defRPr>
            </a:lvl9pPr>
          </a:lstStyle>
          <a:p xmlns:a="http://schemas.openxmlformats.org/drawingml/2006/main">
            <a:pPr>
              <a:defRPr sz="2025" b="1">
                <a:solidFill>
                  <a:srgbClr val="14221A"/>
                </a:solidFill>
                <a:latin typeface="Inter"/>
                <a:ea typeface="Inter"/>
                <a:cs typeface="Inter"/>
              </a:defRPr>
            </a:pPr>
            <a:r>
              <a:rPr sz="2025" b="1">
                <a:solidFill>
                  <a:srgbClr val="14221A"/>
                </a:solidFill>
                <a:latin typeface="Inter"/>
                <a:ea typeface="Inter"/>
                <a:cs typeface="Inter"/>
              </a:rPr>
              <a:t>2  Aggregate by existing group</a:t>
            </a:r>
          </a:p>
        </p:txBody>
      </p:sp>
      <p:sp>
        <p:nvSpPr>
          <p:cNvPr id="8" name="text-125">
            <a:extLst xmlns:a="http://schemas.openxmlformats.org/drawingml/2006/main">
              <a:ext uri="{FF2B5EF4-FFF2-40B4-BE49-F238E27FC236}">
                <a16:creationId xmlns:a16="http://schemas.microsoft.com/office/drawing/2014/main" id="{1B5946BA-C027-4E37-9592-089676532D48}"/>
              </a:ext>
            </a:extLst>
          </p:cNvPr>
          <p:cNvSpPr>
            <a:spLocks xmlns:a="http://schemas.openxmlformats.org/drawingml/2006/main" noGrp="1"/>
          </p:cNvSpPr>
          <p:nvPr/>
        </p:nvSpPr>
        <p:spPr>
          <a:xfrm xmlns:a="http://schemas.openxmlformats.org/drawingml/2006/main">
            <a:off x="533400" y="3771900"/>
            <a:ext cx="51816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657167"/>
                </a:solidFill>
                <a:latin typeface="Inter"/>
                <a:ea typeface="Inter"/>
                <a:cs typeface="Inter"/>
              </a:defRPr>
            </a:defPPr>
            <a:lvl1pPr>
              <a:defRPr sz="1800" b="0">
                <a:solidFill>
                  <a:srgbClr val="657167"/>
                </a:solidFill>
                <a:latin typeface="Inter"/>
                <a:ea typeface="Inter"/>
                <a:cs typeface="Inter"/>
              </a:defRPr>
            </a:lvl1pPr>
            <a:lvl2pPr>
              <a:defRPr sz="1800" b="0">
                <a:solidFill>
                  <a:srgbClr val="657167"/>
                </a:solidFill>
                <a:latin typeface="Inter"/>
                <a:ea typeface="Inter"/>
                <a:cs typeface="Inter"/>
              </a:defRPr>
            </a:lvl2pPr>
            <a:lvl3pPr>
              <a:defRPr sz="1800" b="0">
                <a:solidFill>
                  <a:srgbClr val="657167"/>
                </a:solidFill>
                <a:latin typeface="Inter"/>
                <a:ea typeface="Inter"/>
                <a:cs typeface="Inter"/>
              </a:defRPr>
            </a:lvl3pPr>
            <a:lvl4pPr>
              <a:defRPr sz="1800" b="0">
                <a:solidFill>
                  <a:srgbClr val="657167"/>
                </a:solidFill>
                <a:latin typeface="Inter"/>
                <a:ea typeface="Inter"/>
                <a:cs typeface="Inter"/>
              </a:defRPr>
            </a:lvl4pPr>
            <a:lvl5pPr>
              <a:defRPr sz="1800" b="0">
                <a:solidFill>
                  <a:srgbClr val="657167"/>
                </a:solidFill>
                <a:latin typeface="Inter"/>
                <a:ea typeface="Inter"/>
                <a:cs typeface="Inter"/>
              </a:defRPr>
            </a:lvl5pPr>
            <a:lvl6pPr>
              <a:defRPr sz="1800" b="0">
                <a:solidFill>
                  <a:srgbClr val="657167"/>
                </a:solidFill>
                <a:latin typeface="Inter"/>
                <a:ea typeface="Inter"/>
                <a:cs typeface="Inter"/>
              </a:defRPr>
            </a:lvl6pPr>
            <a:lvl7pPr>
              <a:defRPr sz="1800" b="0">
                <a:solidFill>
                  <a:srgbClr val="657167"/>
                </a:solidFill>
                <a:latin typeface="Inter"/>
                <a:ea typeface="Inter"/>
                <a:cs typeface="Inter"/>
              </a:defRPr>
            </a:lvl7pPr>
            <a:lvl8pPr>
              <a:defRPr sz="1800" b="0">
                <a:solidFill>
                  <a:srgbClr val="657167"/>
                </a:solidFill>
                <a:latin typeface="Inter"/>
                <a:ea typeface="Inter"/>
                <a:cs typeface="Inter"/>
              </a:defRPr>
            </a:lvl8pPr>
            <a:lvl9pPr>
              <a:defRPr sz="1800" b="0">
                <a:solidFill>
                  <a:srgbClr val="657167"/>
                </a:solidFill>
                <a:latin typeface="Inter"/>
                <a:ea typeface="Inter"/>
                <a:cs typeface="Inter"/>
              </a:defRPr>
            </a:lvl9pPr>
          </a:lstStyle>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Means include zeros. Detection is the</a:t>
            </a:r>
          </a:p>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fraction of cells with nonzero counts.</a:t>
            </a:r>
          </a:p>
        </p:txBody>
      </p:sp>
      <p:sp>
        <p:nvSpPr>
          <p:cNvPr id="9" name="text-126">
            <a:extLst xmlns:a="http://schemas.openxmlformats.org/drawingml/2006/main">
              <a:ext uri="{FF2B5EF4-FFF2-40B4-BE49-F238E27FC236}">
                <a16:creationId xmlns:a16="http://schemas.microsoft.com/office/drawing/2014/main" id="{7BEB3E7E-9C08-405A-BB39-D55D5877D142}"/>
              </a:ext>
            </a:extLst>
          </p:cNvPr>
          <p:cNvSpPr>
            <a:spLocks xmlns:a="http://schemas.openxmlformats.org/drawingml/2006/main" noGrp="1"/>
          </p:cNvSpPr>
          <p:nvPr/>
        </p:nvSpPr>
        <p:spPr>
          <a:xfrm xmlns:a="http://schemas.openxmlformats.org/drawingml/2006/main">
            <a:off x="6324600" y="3286125"/>
            <a:ext cx="5334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4221A"/>
                </a:solidFill>
                <a:latin typeface="Inter"/>
                <a:ea typeface="Inter"/>
                <a:cs typeface="Inter"/>
              </a:defRPr>
            </a:defPPr>
            <a:lvl1pPr>
              <a:defRPr sz="2025" b="1">
                <a:solidFill>
                  <a:srgbClr val="14221A"/>
                </a:solidFill>
                <a:latin typeface="Inter"/>
                <a:ea typeface="Inter"/>
                <a:cs typeface="Inter"/>
              </a:defRPr>
            </a:lvl1pPr>
            <a:lvl2pPr>
              <a:defRPr sz="2025" b="1">
                <a:solidFill>
                  <a:srgbClr val="14221A"/>
                </a:solidFill>
                <a:latin typeface="Inter"/>
                <a:ea typeface="Inter"/>
                <a:cs typeface="Inter"/>
              </a:defRPr>
            </a:lvl2pPr>
            <a:lvl3pPr>
              <a:defRPr sz="2025" b="1">
                <a:solidFill>
                  <a:srgbClr val="14221A"/>
                </a:solidFill>
                <a:latin typeface="Inter"/>
                <a:ea typeface="Inter"/>
                <a:cs typeface="Inter"/>
              </a:defRPr>
            </a:lvl3pPr>
            <a:lvl4pPr>
              <a:defRPr sz="2025" b="1">
                <a:solidFill>
                  <a:srgbClr val="14221A"/>
                </a:solidFill>
                <a:latin typeface="Inter"/>
                <a:ea typeface="Inter"/>
                <a:cs typeface="Inter"/>
              </a:defRPr>
            </a:lvl4pPr>
            <a:lvl5pPr>
              <a:defRPr sz="2025" b="1">
                <a:solidFill>
                  <a:srgbClr val="14221A"/>
                </a:solidFill>
                <a:latin typeface="Inter"/>
                <a:ea typeface="Inter"/>
                <a:cs typeface="Inter"/>
              </a:defRPr>
            </a:lvl5pPr>
            <a:lvl6pPr>
              <a:defRPr sz="2025" b="1">
                <a:solidFill>
                  <a:srgbClr val="14221A"/>
                </a:solidFill>
                <a:latin typeface="Inter"/>
                <a:ea typeface="Inter"/>
                <a:cs typeface="Inter"/>
              </a:defRPr>
            </a:lvl6pPr>
            <a:lvl7pPr>
              <a:defRPr sz="2025" b="1">
                <a:solidFill>
                  <a:srgbClr val="14221A"/>
                </a:solidFill>
                <a:latin typeface="Inter"/>
                <a:ea typeface="Inter"/>
                <a:cs typeface="Inter"/>
              </a:defRPr>
            </a:lvl7pPr>
            <a:lvl8pPr>
              <a:defRPr sz="2025" b="1">
                <a:solidFill>
                  <a:srgbClr val="14221A"/>
                </a:solidFill>
                <a:latin typeface="Inter"/>
                <a:ea typeface="Inter"/>
                <a:cs typeface="Inter"/>
              </a:defRPr>
            </a:lvl8pPr>
            <a:lvl9pPr>
              <a:defRPr sz="2025" b="1">
                <a:solidFill>
                  <a:srgbClr val="14221A"/>
                </a:solidFill>
                <a:latin typeface="Inter"/>
                <a:ea typeface="Inter"/>
                <a:cs typeface="Inter"/>
              </a:defRPr>
            </a:lvl9pPr>
          </a:lstStyle>
          <a:p xmlns:a="http://schemas.openxmlformats.org/drawingml/2006/main">
            <a:pPr>
              <a:defRPr sz="2025" b="1">
                <a:solidFill>
                  <a:srgbClr val="14221A"/>
                </a:solidFill>
                <a:latin typeface="Inter"/>
                <a:ea typeface="Inter"/>
                <a:cs typeface="Inter"/>
              </a:defRPr>
            </a:pPr>
            <a:r>
              <a:rPr sz="2025" b="1">
                <a:solidFill>
                  <a:srgbClr val="14221A"/>
                </a:solidFill>
                <a:latin typeface="Inter"/>
                <a:ea typeface="Inter"/>
                <a:cs typeface="Inter"/>
              </a:rPr>
              <a:t>3  Score compatible reference genes</a:t>
            </a:r>
          </a:p>
        </p:txBody>
      </p:sp>
      <p:sp>
        <p:nvSpPr>
          <p:cNvPr id="10" name="text-127">
            <a:extLst xmlns:a="http://schemas.openxmlformats.org/drawingml/2006/main">
              <a:ext uri="{FF2B5EF4-FFF2-40B4-BE49-F238E27FC236}">
                <a16:creationId xmlns:a16="http://schemas.microsoft.com/office/drawing/2014/main" id="{6714930A-B510-4F1A-88BE-6A3A7D798E46}"/>
              </a:ext>
            </a:extLst>
          </p:cNvPr>
          <p:cNvSpPr>
            <a:spLocks xmlns:a="http://schemas.openxmlformats.org/drawingml/2006/main" noGrp="1"/>
          </p:cNvSpPr>
          <p:nvPr/>
        </p:nvSpPr>
        <p:spPr>
          <a:xfrm xmlns:a="http://schemas.openxmlformats.org/drawingml/2006/main">
            <a:off x="6324600" y="3771900"/>
            <a:ext cx="5334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657167"/>
                </a:solidFill>
                <a:latin typeface="Inter"/>
                <a:ea typeface="Inter"/>
                <a:cs typeface="Inter"/>
              </a:defRPr>
            </a:defPPr>
            <a:lvl1pPr>
              <a:defRPr sz="1800" b="0">
                <a:solidFill>
                  <a:srgbClr val="657167"/>
                </a:solidFill>
                <a:latin typeface="Inter"/>
                <a:ea typeface="Inter"/>
                <a:cs typeface="Inter"/>
              </a:defRPr>
            </a:lvl1pPr>
            <a:lvl2pPr>
              <a:defRPr sz="1800" b="0">
                <a:solidFill>
                  <a:srgbClr val="657167"/>
                </a:solidFill>
                <a:latin typeface="Inter"/>
                <a:ea typeface="Inter"/>
                <a:cs typeface="Inter"/>
              </a:defRPr>
            </a:lvl2pPr>
            <a:lvl3pPr>
              <a:defRPr sz="1800" b="0">
                <a:solidFill>
                  <a:srgbClr val="657167"/>
                </a:solidFill>
                <a:latin typeface="Inter"/>
                <a:ea typeface="Inter"/>
                <a:cs typeface="Inter"/>
              </a:defRPr>
            </a:lvl3pPr>
            <a:lvl4pPr>
              <a:defRPr sz="1800" b="0">
                <a:solidFill>
                  <a:srgbClr val="657167"/>
                </a:solidFill>
                <a:latin typeface="Inter"/>
                <a:ea typeface="Inter"/>
                <a:cs typeface="Inter"/>
              </a:defRPr>
            </a:lvl4pPr>
            <a:lvl5pPr>
              <a:defRPr sz="1800" b="0">
                <a:solidFill>
                  <a:srgbClr val="657167"/>
                </a:solidFill>
                <a:latin typeface="Inter"/>
                <a:ea typeface="Inter"/>
                <a:cs typeface="Inter"/>
              </a:defRPr>
            </a:lvl5pPr>
            <a:lvl6pPr>
              <a:defRPr sz="1800" b="0">
                <a:solidFill>
                  <a:srgbClr val="657167"/>
                </a:solidFill>
                <a:latin typeface="Inter"/>
                <a:ea typeface="Inter"/>
                <a:cs typeface="Inter"/>
              </a:defRPr>
            </a:lvl6pPr>
            <a:lvl7pPr>
              <a:defRPr sz="1800" b="0">
                <a:solidFill>
                  <a:srgbClr val="657167"/>
                </a:solidFill>
                <a:latin typeface="Inter"/>
                <a:ea typeface="Inter"/>
                <a:cs typeface="Inter"/>
              </a:defRPr>
            </a:lvl7pPr>
            <a:lvl8pPr>
              <a:defRPr sz="1800" b="0">
                <a:solidFill>
                  <a:srgbClr val="657167"/>
                </a:solidFill>
                <a:latin typeface="Inter"/>
                <a:ea typeface="Inter"/>
                <a:cs typeface="Inter"/>
              </a:defRPr>
            </a:lvl8pPr>
            <a:lvl9pPr>
              <a:defRPr sz="1800" b="0">
                <a:solidFill>
                  <a:srgbClr val="657167"/>
                </a:solidFill>
                <a:latin typeface="Inter"/>
                <a:ea typeface="Inter"/>
                <a:cs typeface="Inter"/>
              </a:defRPr>
            </a:lvl9pPr>
          </a:lstStyle>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Population z-score across group means.</a:t>
            </a:r>
          </a:p>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Sum z-scores / reference gene count.</a:t>
            </a:r>
          </a:p>
        </p:txBody>
      </p:sp>
      <p:sp>
        <p:nvSpPr>
          <p:cNvPr id="11" name="node-128">
            <a:extLst xmlns:a="http://schemas.openxmlformats.org/drawingml/2006/main">
              <a:ext uri="{FF2B5EF4-FFF2-40B4-BE49-F238E27FC236}">
                <a16:creationId xmlns:a16="http://schemas.microsoft.com/office/drawing/2014/main" id="{7B5FF37D-41DE-48B1-8D41-DD4A887BC7A1}"/>
              </a:ext>
            </a:extLst>
          </p:cNvPr>
          <p:cNvSpPr>
            <a:spLocks xmlns:a="http://schemas.openxmlformats.org/drawingml/2006/main" noGrp="1"/>
          </p:cNvSpPr>
          <p:nvPr/>
        </p:nvSpPr>
        <p:spPr>
          <a:xfrm xmlns:a="http://schemas.openxmlformats.org/drawingml/2006/main">
            <a:off x="533400" y="4686300"/>
            <a:ext cx="11125200" cy="9525"/>
          </a:xfrm>
          <a:prstGeom xmlns:a="http://schemas.openxmlformats.org/drawingml/2006/main" prst="rect">
            <a:avLst/>
          </a:prstGeom>
          <a:solidFill xmlns:a="http://schemas.openxmlformats.org/drawingml/2006/main">
            <a:srgbClr val="DAE2D8"/>
          </a:solidFill>
          <a:ln xmlns:a="http://schemas.openxmlformats.org/drawingml/2006/main" w="0">
            <a:noFill/>
          </a:ln>
        </p:spPr>
      </p:sp>
      <p:sp>
        <p:nvSpPr>
          <p:cNvPr id="12" name="text-129">
            <a:extLst xmlns:a="http://schemas.openxmlformats.org/drawingml/2006/main">
              <a:ext uri="{FF2B5EF4-FFF2-40B4-BE49-F238E27FC236}">
                <a16:creationId xmlns:a16="http://schemas.microsoft.com/office/drawing/2014/main" id="{7ECCD22D-3DF8-4ECE-9E14-19DF37A03229}"/>
              </a:ext>
            </a:extLst>
          </p:cNvPr>
          <p:cNvSpPr>
            <a:spLocks xmlns:a="http://schemas.openxmlformats.org/drawingml/2006/main" noGrp="1"/>
          </p:cNvSpPr>
          <p:nvPr/>
        </p:nvSpPr>
        <p:spPr>
          <a:xfrm xmlns:a="http://schemas.openxmlformats.org/drawingml/2006/main">
            <a:off x="533400" y="5010150"/>
            <a:ext cx="3429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1">
                <a:solidFill>
                  <a:srgbClr val="14221A"/>
                </a:solidFill>
                <a:latin typeface="Inter"/>
                <a:ea typeface="Inter"/>
                <a:cs typeface="Inter"/>
              </a:defRPr>
            </a:defPPr>
            <a:lvl1pPr>
              <a:defRPr sz="1950" b="1">
                <a:solidFill>
                  <a:srgbClr val="14221A"/>
                </a:solidFill>
                <a:latin typeface="Inter"/>
                <a:ea typeface="Inter"/>
                <a:cs typeface="Inter"/>
              </a:defRPr>
            </a:lvl1pPr>
            <a:lvl2pPr>
              <a:defRPr sz="1950" b="1">
                <a:solidFill>
                  <a:srgbClr val="14221A"/>
                </a:solidFill>
                <a:latin typeface="Inter"/>
                <a:ea typeface="Inter"/>
                <a:cs typeface="Inter"/>
              </a:defRPr>
            </a:lvl2pPr>
            <a:lvl3pPr>
              <a:defRPr sz="1950" b="1">
                <a:solidFill>
                  <a:srgbClr val="14221A"/>
                </a:solidFill>
                <a:latin typeface="Inter"/>
                <a:ea typeface="Inter"/>
                <a:cs typeface="Inter"/>
              </a:defRPr>
            </a:lvl3pPr>
            <a:lvl4pPr>
              <a:defRPr sz="1950" b="1">
                <a:solidFill>
                  <a:srgbClr val="14221A"/>
                </a:solidFill>
                <a:latin typeface="Inter"/>
                <a:ea typeface="Inter"/>
                <a:cs typeface="Inter"/>
              </a:defRPr>
            </a:lvl4pPr>
            <a:lvl5pPr>
              <a:defRPr sz="1950" b="1">
                <a:solidFill>
                  <a:srgbClr val="14221A"/>
                </a:solidFill>
                <a:latin typeface="Inter"/>
                <a:ea typeface="Inter"/>
                <a:cs typeface="Inter"/>
              </a:defRPr>
            </a:lvl5pPr>
            <a:lvl6pPr>
              <a:defRPr sz="1950" b="1">
                <a:solidFill>
                  <a:srgbClr val="14221A"/>
                </a:solidFill>
                <a:latin typeface="Inter"/>
                <a:ea typeface="Inter"/>
                <a:cs typeface="Inter"/>
              </a:defRPr>
            </a:lvl6pPr>
            <a:lvl7pPr>
              <a:defRPr sz="1950" b="1">
                <a:solidFill>
                  <a:srgbClr val="14221A"/>
                </a:solidFill>
                <a:latin typeface="Inter"/>
                <a:ea typeface="Inter"/>
                <a:cs typeface="Inter"/>
              </a:defRPr>
            </a:lvl7pPr>
            <a:lvl8pPr>
              <a:defRPr sz="1950" b="1">
                <a:solidFill>
                  <a:srgbClr val="14221A"/>
                </a:solidFill>
                <a:latin typeface="Inter"/>
                <a:ea typeface="Inter"/>
                <a:cs typeface="Inter"/>
              </a:defRPr>
            </a:lvl8pPr>
            <a:lvl9pPr>
              <a:defRPr sz="1950" b="1">
                <a:solidFill>
                  <a:srgbClr val="14221A"/>
                </a:solidFill>
                <a:latin typeface="Inter"/>
                <a:ea typeface="Inter"/>
                <a:cs typeface="Inter"/>
              </a:defRPr>
            </a:lvl9pPr>
          </a:lstStyle>
          <a:p xmlns:a="http://schemas.openxmlformats.org/drawingml/2006/main">
            <a:pPr>
              <a:defRPr sz="1950" b="1">
                <a:solidFill>
                  <a:srgbClr val="14221A"/>
                </a:solidFill>
                <a:latin typeface="Inter"/>
                <a:ea typeface="Inter"/>
                <a:cs typeface="Inter"/>
              </a:defRPr>
            </a:pPr>
            <a:r>
              <a:rPr sz="1950" b="1">
                <a:solidFill>
                  <a:srgbClr val="14221A"/>
                </a:solidFill>
                <a:latin typeface="Inter"/>
                <a:ea typeface="Inter"/>
                <a:cs typeface="Inter"/>
              </a:rPr>
              <a:t>Support gate</a:t>
            </a:r>
          </a:p>
        </p:txBody>
      </p:sp>
      <p:sp>
        <p:nvSpPr>
          <p:cNvPr id="13" name="text-130">
            <a:extLst xmlns:a="http://schemas.openxmlformats.org/drawingml/2006/main">
              <a:ext uri="{FF2B5EF4-FFF2-40B4-BE49-F238E27FC236}">
                <a16:creationId xmlns:a16="http://schemas.microsoft.com/office/drawing/2014/main" id="{CE4A34FE-3E3F-46DA-8BB3-6D3535E63BEE}"/>
              </a:ext>
            </a:extLst>
          </p:cNvPr>
          <p:cNvSpPr>
            <a:spLocks xmlns:a="http://schemas.openxmlformats.org/drawingml/2006/main" noGrp="1"/>
          </p:cNvSpPr>
          <p:nvPr/>
        </p:nvSpPr>
        <p:spPr>
          <a:xfrm xmlns:a="http://schemas.openxmlformats.org/drawingml/2006/main">
            <a:off x="533400" y="5467350"/>
            <a:ext cx="3429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657167"/>
                </a:solidFill>
                <a:latin typeface="Inter"/>
                <a:ea typeface="Inter"/>
                <a:cs typeface="Inter"/>
              </a:defRPr>
            </a:defPPr>
            <a:lvl1pPr>
              <a:defRPr sz="1800" b="0">
                <a:solidFill>
                  <a:srgbClr val="657167"/>
                </a:solidFill>
                <a:latin typeface="Inter"/>
                <a:ea typeface="Inter"/>
                <a:cs typeface="Inter"/>
              </a:defRPr>
            </a:lvl1pPr>
            <a:lvl2pPr>
              <a:defRPr sz="1800" b="0">
                <a:solidFill>
                  <a:srgbClr val="657167"/>
                </a:solidFill>
                <a:latin typeface="Inter"/>
                <a:ea typeface="Inter"/>
                <a:cs typeface="Inter"/>
              </a:defRPr>
            </a:lvl2pPr>
            <a:lvl3pPr>
              <a:defRPr sz="1800" b="0">
                <a:solidFill>
                  <a:srgbClr val="657167"/>
                </a:solidFill>
                <a:latin typeface="Inter"/>
                <a:ea typeface="Inter"/>
                <a:cs typeface="Inter"/>
              </a:defRPr>
            </a:lvl3pPr>
            <a:lvl4pPr>
              <a:defRPr sz="1800" b="0">
                <a:solidFill>
                  <a:srgbClr val="657167"/>
                </a:solidFill>
                <a:latin typeface="Inter"/>
                <a:ea typeface="Inter"/>
                <a:cs typeface="Inter"/>
              </a:defRPr>
            </a:lvl4pPr>
            <a:lvl5pPr>
              <a:defRPr sz="1800" b="0">
                <a:solidFill>
                  <a:srgbClr val="657167"/>
                </a:solidFill>
                <a:latin typeface="Inter"/>
                <a:ea typeface="Inter"/>
                <a:cs typeface="Inter"/>
              </a:defRPr>
            </a:lvl5pPr>
            <a:lvl6pPr>
              <a:defRPr sz="1800" b="0">
                <a:solidFill>
                  <a:srgbClr val="657167"/>
                </a:solidFill>
                <a:latin typeface="Inter"/>
                <a:ea typeface="Inter"/>
                <a:cs typeface="Inter"/>
              </a:defRPr>
            </a:lvl6pPr>
            <a:lvl7pPr>
              <a:defRPr sz="1800" b="0">
                <a:solidFill>
                  <a:srgbClr val="657167"/>
                </a:solidFill>
                <a:latin typeface="Inter"/>
                <a:ea typeface="Inter"/>
                <a:cs typeface="Inter"/>
              </a:defRPr>
            </a:lvl7pPr>
            <a:lvl8pPr>
              <a:defRPr sz="1800" b="0">
                <a:solidFill>
                  <a:srgbClr val="657167"/>
                </a:solidFill>
                <a:latin typeface="Inter"/>
                <a:ea typeface="Inter"/>
                <a:cs typeface="Inter"/>
              </a:defRPr>
            </a:lvl8pPr>
            <a:lvl9pPr>
              <a:defRPr sz="1800" b="0">
                <a:solidFill>
                  <a:srgbClr val="657167"/>
                </a:solidFill>
                <a:latin typeface="Inter"/>
                <a:ea typeface="Inter"/>
                <a:cs typeface="Inter"/>
              </a:defRPr>
            </a:lvl9pPr>
          </a:lstStyle>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Detection ≥ 10%</a:t>
            </a:r>
          </a:p>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Group–rest delta ≥ 0.1</a:t>
            </a:r>
          </a:p>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Gene z-score ≥ 0.5</a:t>
            </a:r>
          </a:p>
        </p:txBody>
      </p:sp>
      <p:sp>
        <p:nvSpPr>
          <p:cNvPr id="14" name="text-131">
            <a:extLst xmlns:a="http://schemas.openxmlformats.org/drawingml/2006/main">
              <a:ext uri="{FF2B5EF4-FFF2-40B4-BE49-F238E27FC236}">
                <a16:creationId xmlns:a16="http://schemas.microsoft.com/office/drawing/2014/main" id="{27CB22B2-4772-4F09-B775-6935D30C66CE}"/>
              </a:ext>
            </a:extLst>
          </p:cNvPr>
          <p:cNvSpPr>
            <a:spLocks xmlns:a="http://schemas.openxmlformats.org/drawingml/2006/main" noGrp="1"/>
          </p:cNvSpPr>
          <p:nvPr/>
        </p:nvSpPr>
        <p:spPr>
          <a:xfrm xmlns:a="http://schemas.openxmlformats.org/drawingml/2006/main">
            <a:off x="4343400" y="5010150"/>
            <a:ext cx="3429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1">
                <a:solidFill>
                  <a:srgbClr val="14221A"/>
                </a:solidFill>
                <a:latin typeface="Inter"/>
                <a:ea typeface="Inter"/>
                <a:cs typeface="Inter"/>
              </a:defRPr>
            </a:defPPr>
            <a:lvl1pPr>
              <a:defRPr sz="1950" b="1">
                <a:solidFill>
                  <a:srgbClr val="14221A"/>
                </a:solidFill>
                <a:latin typeface="Inter"/>
                <a:ea typeface="Inter"/>
                <a:cs typeface="Inter"/>
              </a:defRPr>
            </a:lvl1pPr>
            <a:lvl2pPr>
              <a:defRPr sz="1950" b="1">
                <a:solidFill>
                  <a:srgbClr val="14221A"/>
                </a:solidFill>
                <a:latin typeface="Inter"/>
                <a:ea typeface="Inter"/>
                <a:cs typeface="Inter"/>
              </a:defRPr>
            </a:lvl2pPr>
            <a:lvl3pPr>
              <a:defRPr sz="1950" b="1">
                <a:solidFill>
                  <a:srgbClr val="14221A"/>
                </a:solidFill>
                <a:latin typeface="Inter"/>
                <a:ea typeface="Inter"/>
                <a:cs typeface="Inter"/>
              </a:defRPr>
            </a:lvl3pPr>
            <a:lvl4pPr>
              <a:defRPr sz="1950" b="1">
                <a:solidFill>
                  <a:srgbClr val="14221A"/>
                </a:solidFill>
                <a:latin typeface="Inter"/>
                <a:ea typeface="Inter"/>
                <a:cs typeface="Inter"/>
              </a:defRPr>
            </a:lvl4pPr>
            <a:lvl5pPr>
              <a:defRPr sz="1950" b="1">
                <a:solidFill>
                  <a:srgbClr val="14221A"/>
                </a:solidFill>
                <a:latin typeface="Inter"/>
                <a:ea typeface="Inter"/>
                <a:cs typeface="Inter"/>
              </a:defRPr>
            </a:lvl5pPr>
            <a:lvl6pPr>
              <a:defRPr sz="1950" b="1">
                <a:solidFill>
                  <a:srgbClr val="14221A"/>
                </a:solidFill>
                <a:latin typeface="Inter"/>
                <a:ea typeface="Inter"/>
                <a:cs typeface="Inter"/>
              </a:defRPr>
            </a:lvl6pPr>
            <a:lvl7pPr>
              <a:defRPr sz="1950" b="1">
                <a:solidFill>
                  <a:srgbClr val="14221A"/>
                </a:solidFill>
                <a:latin typeface="Inter"/>
                <a:ea typeface="Inter"/>
                <a:cs typeface="Inter"/>
              </a:defRPr>
            </a:lvl7pPr>
            <a:lvl8pPr>
              <a:defRPr sz="1950" b="1">
                <a:solidFill>
                  <a:srgbClr val="14221A"/>
                </a:solidFill>
                <a:latin typeface="Inter"/>
                <a:ea typeface="Inter"/>
                <a:cs typeface="Inter"/>
              </a:defRPr>
            </a:lvl8pPr>
            <a:lvl9pPr>
              <a:defRPr sz="1950" b="1">
                <a:solidFill>
                  <a:srgbClr val="14221A"/>
                </a:solidFill>
                <a:latin typeface="Inter"/>
                <a:ea typeface="Inter"/>
                <a:cs typeface="Inter"/>
              </a:defRPr>
            </a:lvl9pPr>
          </a:lstStyle>
          <a:p xmlns:a="http://schemas.openxmlformats.org/drawingml/2006/main">
            <a:pPr>
              <a:defRPr sz="1950" b="1">
                <a:solidFill>
                  <a:srgbClr val="14221A"/>
                </a:solidFill>
                <a:latin typeface="Inter"/>
                <a:ea typeface="Inter"/>
                <a:cs typeface="Inter"/>
              </a:defRPr>
            </a:pPr>
            <a:r>
              <a:rPr sz="1950" b="1">
                <a:solidFill>
                  <a:srgbClr val="14221A"/>
                </a:solidFill>
                <a:latin typeface="Inter"/>
                <a:ea typeface="Inter"/>
                <a:cs typeface="Inter"/>
              </a:rPr>
              <a:t>Candidate gate</a:t>
            </a:r>
          </a:p>
        </p:txBody>
      </p:sp>
      <p:sp>
        <p:nvSpPr>
          <p:cNvPr id="15" name="text-132">
            <a:extLst xmlns:a="http://schemas.openxmlformats.org/drawingml/2006/main">
              <a:ext uri="{FF2B5EF4-FFF2-40B4-BE49-F238E27FC236}">
                <a16:creationId xmlns:a16="http://schemas.microsoft.com/office/drawing/2014/main" id="{8B70F70B-D92C-4EF5-BC0A-B6D4860FBFAA}"/>
              </a:ext>
            </a:extLst>
          </p:cNvPr>
          <p:cNvSpPr>
            <a:spLocks xmlns:a="http://schemas.openxmlformats.org/drawingml/2006/main" noGrp="1"/>
          </p:cNvSpPr>
          <p:nvPr/>
        </p:nvSpPr>
        <p:spPr>
          <a:xfrm xmlns:a="http://schemas.openxmlformats.org/drawingml/2006/main">
            <a:off x="4343400" y="5467350"/>
            <a:ext cx="3429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657167"/>
                </a:solidFill>
                <a:latin typeface="Inter"/>
                <a:ea typeface="Inter"/>
                <a:cs typeface="Inter"/>
              </a:defRPr>
            </a:defPPr>
            <a:lvl1pPr>
              <a:defRPr sz="1800" b="0">
                <a:solidFill>
                  <a:srgbClr val="657167"/>
                </a:solidFill>
                <a:latin typeface="Inter"/>
                <a:ea typeface="Inter"/>
                <a:cs typeface="Inter"/>
              </a:defRPr>
            </a:lvl1pPr>
            <a:lvl2pPr>
              <a:defRPr sz="1800" b="0">
                <a:solidFill>
                  <a:srgbClr val="657167"/>
                </a:solidFill>
                <a:latin typeface="Inter"/>
                <a:ea typeface="Inter"/>
                <a:cs typeface="Inter"/>
              </a:defRPr>
            </a:lvl2pPr>
            <a:lvl3pPr>
              <a:defRPr sz="1800" b="0">
                <a:solidFill>
                  <a:srgbClr val="657167"/>
                </a:solidFill>
                <a:latin typeface="Inter"/>
                <a:ea typeface="Inter"/>
                <a:cs typeface="Inter"/>
              </a:defRPr>
            </a:lvl3pPr>
            <a:lvl4pPr>
              <a:defRPr sz="1800" b="0">
                <a:solidFill>
                  <a:srgbClr val="657167"/>
                </a:solidFill>
                <a:latin typeface="Inter"/>
                <a:ea typeface="Inter"/>
                <a:cs typeface="Inter"/>
              </a:defRPr>
            </a:lvl4pPr>
            <a:lvl5pPr>
              <a:defRPr sz="1800" b="0">
                <a:solidFill>
                  <a:srgbClr val="657167"/>
                </a:solidFill>
                <a:latin typeface="Inter"/>
                <a:ea typeface="Inter"/>
                <a:cs typeface="Inter"/>
              </a:defRPr>
            </a:lvl5pPr>
            <a:lvl6pPr>
              <a:defRPr sz="1800" b="0">
                <a:solidFill>
                  <a:srgbClr val="657167"/>
                </a:solidFill>
                <a:latin typeface="Inter"/>
                <a:ea typeface="Inter"/>
                <a:cs typeface="Inter"/>
              </a:defRPr>
            </a:lvl6pPr>
            <a:lvl7pPr>
              <a:defRPr sz="1800" b="0">
                <a:solidFill>
                  <a:srgbClr val="657167"/>
                </a:solidFill>
                <a:latin typeface="Inter"/>
                <a:ea typeface="Inter"/>
                <a:cs typeface="Inter"/>
              </a:defRPr>
            </a:lvl7pPr>
            <a:lvl8pPr>
              <a:defRPr sz="1800" b="0">
                <a:solidFill>
                  <a:srgbClr val="657167"/>
                </a:solidFill>
                <a:latin typeface="Inter"/>
                <a:ea typeface="Inter"/>
                <a:cs typeface="Inter"/>
              </a:defRPr>
            </a:lvl8pPr>
            <a:lvl9pPr>
              <a:defRPr sz="1800" b="0">
                <a:solidFill>
                  <a:srgbClr val="657167"/>
                </a:solidFill>
                <a:latin typeface="Inter"/>
                <a:ea typeface="Inter"/>
                <a:cs typeface="Inter"/>
              </a:defRPr>
            </a:lvl9pPr>
          </a:lstStyle>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 2 supporting genes</a:t>
            </a:r>
          </a:p>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 50% reference coverage</a:t>
            </a:r>
          </a:p>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Mean score ≥ 0.5</a:t>
            </a:r>
          </a:p>
        </p:txBody>
      </p:sp>
      <p:sp>
        <p:nvSpPr>
          <p:cNvPr id="16" name="text-133">
            <a:extLst xmlns:a="http://schemas.openxmlformats.org/drawingml/2006/main">
              <a:ext uri="{FF2B5EF4-FFF2-40B4-BE49-F238E27FC236}">
                <a16:creationId xmlns:a16="http://schemas.microsoft.com/office/drawing/2014/main" id="{F6392248-D64F-41F4-B02D-86137AFA510A}"/>
              </a:ext>
            </a:extLst>
          </p:cNvPr>
          <p:cNvSpPr>
            <a:spLocks xmlns:a="http://schemas.openxmlformats.org/drawingml/2006/main" noGrp="1"/>
          </p:cNvSpPr>
          <p:nvPr/>
        </p:nvSpPr>
        <p:spPr>
          <a:xfrm xmlns:a="http://schemas.openxmlformats.org/drawingml/2006/main">
            <a:off x="8153400" y="5010150"/>
            <a:ext cx="3505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1">
                <a:solidFill>
                  <a:srgbClr val="14221A"/>
                </a:solidFill>
                <a:latin typeface="Inter"/>
                <a:ea typeface="Inter"/>
                <a:cs typeface="Inter"/>
              </a:defRPr>
            </a:defPPr>
            <a:lvl1pPr>
              <a:defRPr sz="1950" b="1">
                <a:solidFill>
                  <a:srgbClr val="14221A"/>
                </a:solidFill>
                <a:latin typeface="Inter"/>
                <a:ea typeface="Inter"/>
                <a:cs typeface="Inter"/>
              </a:defRPr>
            </a:lvl1pPr>
            <a:lvl2pPr>
              <a:defRPr sz="1950" b="1">
                <a:solidFill>
                  <a:srgbClr val="14221A"/>
                </a:solidFill>
                <a:latin typeface="Inter"/>
                <a:ea typeface="Inter"/>
                <a:cs typeface="Inter"/>
              </a:defRPr>
            </a:lvl2pPr>
            <a:lvl3pPr>
              <a:defRPr sz="1950" b="1">
                <a:solidFill>
                  <a:srgbClr val="14221A"/>
                </a:solidFill>
                <a:latin typeface="Inter"/>
                <a:ea typeface="Inter"/>
                <a:cs typeface="Inter"/>
              </a:defRPr>
            </a:lvl3pPr>
            <a:lvl4pPr>
              <a:defRPr sz="1950" b="1">
                <a:solidFill>
                  <a:srgbClr val="14221A"/>
                </a:solidFill>
                <a:latin typeface="Inter"/>
                <a:ea typeface="Inter"/>
                <a:cs typeface="Inter"/>
              </a:defRPr>
            </a:lvl4pPr>
            <a:lvl5pPr>
              <a:defRPr sz="1950" b="1">
                <a:solidFill>
                  <a:srgbClr val="14221A"/>
                </a:solidFill>
                <a:latin typeface="Inter"/>
                <a:ea typeface="Inter"/>
                <a:cs typeface="Inter"/>
              </a:defRPr>
            </a:lvl5pPr>
            <a:lvl6pPr>
              <a:defRPr sz="1950" b="1">
                <a:solidFill>
                  <a:srgbClr val="14221A"/>
                </a:solidFill>
                <a:latin typeface="Inter"/>
                <a:ea typeface="Inter"/>
                <a:cs typeface="Inter"/>
              </a:defRPr>
            </a:lvl6pPr>
            <a:lvl7pPr>
              <a:defRPr sz="1950" b="1">
                <a:solidFill>
                  <a:srgbClr val="14221A"/>
                </a:solidFill>
                <a:latin typeface="Inter"/>
                <a:ea typeface="Inter"/>
                <a:cs typeface="Inter"/>
              </a:defRPr>
            </a:lvl7pPr>
            <a:lvl8pPr>
              <a:defRPr sz="1950" b="1">
                <a:solidFill>
                  <a:srgbClr val="14221A"/>
                </a:solidFill>
                <a:latin typeface="Inter"/>
                <a:ea typeface="Inter"/>
                <a:cs typeface="Inter"/>
              </a:defRPr>
            </a:lvl8pPr>
            <a:lvl9pPr>
              <a:defRPr sz="1950" b="1">
                <a:solidFill>
                  <a:srgbClr val="14221A"/>
                </a:solidFill>
                <a:latin typeface="Inter"/>
                <a:ea typeface="Inter"/>
                <a:cs typeface="Inter"/>
              </a:defRPr>
            </a:lvl9pPr>
          </a:lstStyle>
          <a:p xmlns:a="http://schemas.openxmlformats.org/drawingml/2006/main">
            <a:pPr>
              <a:defRPr sz="1950" b="1">
                <a:solidFill>
                  <a:srgbClr val="14221A"/>
                </a:solidFill>
                <a:latin typeface="Inter"/>
                <a:ea typeface="Inter"/>
                <a:cs typeface="Inter"/>
              </a:defRPr>
            </a:pPr>
            <a:r>
              <a:rPr sz="1950" b="1">
                <a:solidFill>
                  <a:srgbClr val="14221A"/>
                </a:solidFill>
                <a:latin typeface="Inter"/>
                <a:ea typeface="Inter"/>
                <a:cs typeface="Inter"/>
              </a:rPr>
              <a:t>Decision</a:t>
            </a:r>
          </a:p>
        </p:txBody>
      </p:sp>
      <p:sp>
        <p:nvSpPr>
          <p:cNvPr id="17" name="text-134">
            <a:extLst xmlns:a="http://schemas.openxmlformats.org/drawingml/2006/main">
              <a:ext uri="{FF2B5EF4-FFF2-40B4-BE49-F238E27FC236}">
                <a16:creationId xmlns:a16="http://schemas.microsoft.com/office/drawing/2014/main" id="{C5BBFBDB-4733-4065-9A19-35A2055308D9}"/>
              </a:ext>
            </a:extLst>
          </p:cNvPr>
          <p:cNvSpPr>
            <a:spLocks xmlns:a="http://schemas.openxmlformats.org/drawingml/2006/main" noGrp="1"/>
          </p:cNvSpPr>
          <p:nvPr/>
        </p:nvSpPr>
        <p:spPr>
          <a:xfrm xmlns:a="http://schemas.openxmlformats.org/drawingml/2006/main">
            <a:off x="8153400" y="5467350"/>
            <a:ext cx="350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657167"/>
                </a:solidFill>
                <a:latin typeface="Inter"/>
                <a:ea typeface="Inter"/>
                <a:cs typeface="Inter"/>
              </a:defRPr>
            </a:defPPr>
            <a:lvl1pPr>
              <a:defRPr sz="1800" b="0">
                <a:solidFill>
                  <a:srgbClr val="657167"/>
                </a:solidFill>
                <a:latin typeface="Inter"/>
                <a:ea typeface="Inter"/>
                <a:cs typeface="Inter"/>
              </a:defRPr>
            </a:lvl1pPr>
            <a:lvl2pPr>
              <a:defRPr sz="1800" b="0">
                <a:solidFill>
                  <a:srgbClr val="657167"/>
                </a:solidFill>
                <a:latin typeface="Inter"/>
                <a:ea typeface="Inter"/>
                <a:cs typeface="Inter"/>
              </a:defRPr>
            </a:lvl2pPr>
            <a:lvl3pPr>
              <a:defRPr sz="1800" b="0">
                <a:solidFill>
                  <a:srgbClr val="657167"/>
                </a:solidFill>
                <a:latin typeface="Inter"/>
                <a:ea typeface="Inter"/>
                <a:cs typeface="Inter"/>
              </a:defRPr>
            </a:lvl3pPr>
            <a:lvl4pPr>
              <a:defRPr sz="1800" b="0">
                <a:solidFill>
                  <a:srgbClr val="657167"/>
                </a:solidFill>
                <a:latin typeface="Inter"/>
                <a:ea typeface="Inter"/>
                <a:cs typeface="Inter"/>
              </a:defRPr>
            </a:lvl4pPr>
            <a:lvl5pPr>
              <a:defRPr sz="1800" b="0">
                <a:solidFill>
                  <a:srgbClr val="657167"/>
                </a:solidFill>
                <a:latin typeface="Inter"/>
                <a:ea typeface="Inter"/>
                <a:cs typeface="Inter"/>
              </a:defRPr>
            </a:lvl5pPr>
            <a:lvl6pPr>
              <a:defRPr sz="1800" b="0">
                <a:solidFill>
                  <a:srgbClr val="657167"/>
                </a:solidFill>
                <a:latin typeface="Inter"/>
                <a:ea typeface="Inter"/>
                <a:cs typeface="Inter"/>
              </a:defRPr>
            </a:lvl6pPr>
            <a:lvl7pPr>
              <a:defRPr sz="1800" b="0">
                <a:solidFill>
                  <a:srgbClr val="657167"/>
                </a:solidFill>
                <a:latin typeface="Inter"/>
                <a:ea typeface="Inter"/>
                <a:cs typeface="Inter"/>
              </a:defRPr>
            </a:lvl7pPr>
            <a:lvl8pPr>
              <a:defRPr sz="1800" b="0">
                <a:solidFill>
                  <a:srgbClr val="657167"/>
                </a:solidFill>
                <a:latin typeface="Inter"/>
                <a:ea typeface="Inter"/>
                <a:cs typeface="Inter"/>
              </a:defRPr>
            </a:lvl8pPr>
            <a:lvl9pPr>
              <a:defRPr sz="1800" b="0">
                <a:solidFill>
                  <a:srgbClr val="657167"/>
                </a:solidFill>
                <a:latin typeface="Inter"/>
                <a:ea typeface="Inter"/>
                <a:cs typeface="Inter"/>
              </a:defRPr>
            </a:lvl9pPr>
          </a:lstStyle>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Suggested, ambiguous</a:t>
            </a:r>
          </a:p>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or unresolved. Scores</a:t>
            </a:r>
          </a:p>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are exploratory statistics.</a:t>
            </a:r>
          </a:p>
        </p:txBody>
      </p:sp>
    </p:spTree>
    <p:extLst>
      <p:ext uri="{BB962C8B-B14F-4D97-AF65-F5344CB8AC3E}">
        <p14:creationId xmlns:p14="http://schemas.microsoft.com/office/powerpoint/2010/main" val="153819720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ext-135">
            <a:extLst xmlns:a="http://schemas.openxmlformats.org/drawingml/2006/main">
              <a:ext uri="{FF2B5EF4-FFF2-40B4-BE49-F238E27FC236}">
                <a16:creationId xmlns:a16="http://schemas.microsoft.com/office/drawing/2014/main" id="{8519A32A-BA73-43A3-8427-5EC2C16F44AE}"/>
              </a:ext>
            </a:extLst>
          </p:cNvPr>
          <p:cNvSpPr>
            <a:spLocks xmlns:a="http://schemas.openxmlformats.org/drawingml/2006/main" noGrp="1"/>
          </p:cNvSpPr>
          <p:nvPr/>
        </p:nvSpPr>
        <p:spPr>
          <a:xfrm xmlns:a="http://schemas.openxmlformats.org/drawingml/2006/main">
            <a:off x="533400" y="257175"/>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CELLORAS / ENGINEERING</a:t>
            </a:r>
          </a:p>
        </p:txBody>
      </p:sp>
      <p:sp>
        <p:nvSpPr>
          <p:cNvPr id="2" name="text-136">
            <a:extLst xmlns:a="http://schemas.openxmlformats.org/drawingml/2006/main">
              <a:ext uri="{FF2B5EF4-FFF2-40B4-BE49-F238E27FC236}">
                <a16:creationId xmlns:a16="http://schemas.microsoft.com/office/drawing/2014/main" id="{BBA39DAB-3E98-4025-AA88-6968D6250C87}"/>
              </a:ext>
            </a:extLst>
          </p:cNvPr>
          <p:cNvSpPr>
            <a:spLocks xmlns:a="http://schemas.openxmlformats.org/drawingml/2006/main" noGrp="1"/>
          </p:cNvSpPr>
          <p:nvPr/>
        </p:nvSpPr>
        <p:spPr>
          <a:xfrm xmlns:a="http://schemas.openxmlformats.org/drawingml/2006/main">
            <a:off x="533400" y="666750"/>
            <a:ext cx="11125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21A"/>
                </a:solidFill>
                <a:latin typeface="Inter"/>
                <a:ea typeface="Inter"/>
                <a:cs typeface="Inter"/>
              </a:defRPr>
            </a:defPPr>
            <a:lvl1pPr>
              <a:defRPr sz="3225" b="1">
                <a:solidFill>
                  <a:srgbClr val="14221A"/>
                </a:solidFill>
                <a:latin typeface="Inter"/>
                <a:ea typeface="Inter"/>
                <a:cs typeface="Inter"/>
              </a:defRPr>
            </a:lvl1pPr>
            <a:lvl2pPr>
              <a:defRPr sz="3225" b="1">
                <a:solidFill>
                  <a:srgbClr val="14221A"/>
                </a:solidFill>
                <a:latin typeface="Inter"/>
                <a:ea typeface="Inter"/>
                <a:cs typeface="Inter"/>
              </a:defRPr>
            </a:lvl2pPr>
            <a:lvl3pPr>
              <a:defRPr sz="3225" b="1">
                <a:solidFill>
                  <a:srgbClr val="14221A"/>
                </a:solidFill>
                <a:latin typeface="Inter"/>
                <a:ea typeface="Inter"/>
                <a:cs typeface="Inter"/>
              </a:defRPr>
            </a:lvl3pPr>
            <a:lvl4pPr>
              <a:defRPr sz="3225" b="1">
                <a:solidFill>
                  <a:srgbClr val="14221A"/>
                </a:solidFill>
                <a:latin typeface="Inter"/>
                <a:ea typeface="Inter"/>
                <a:cs typeface="Inter"/>
              </a:defRPr>
            </a:lvl4pPr>
            <a:lvl5pPr>
              <a:defRPr sz="3225" b="1">
                <a:solidFill>
                  <a:srgbClr val="14221A"/>
                </a:solidFill>
                <a:latin typeface="Inter"/>
                <a:ea typeface="Inter"/>
                <a:cs typeface="Inter"/>
              </a:defRPr>
            </a:lvl5pPr>
            <a:lvl6pPr>
              <a:defRPr sz="3225" b="1">
                <a:solidFill>
                  <a:srgbClr val="14221A"/>
                </a:solidFill>
                <a:latin typeface="Inter"/>
                <a:ea typeface="Inter"/>
                <a:cs typeface="Inter"/>
              </a:defRPr>
            </a:lvl6pPr>
            <a:lvl7pPr>
              <a:defRPr sz="3225" b="1">
                <a:solidFill>
                  <a:srgbClr val="14221A"/>
                </a:solidFill>
                <a:latin typeface="Inter"/>
                <a:ea typeface="Inter"/>
                <a:cs typeface="Inter"/>
              </a:defRPr>
            </a:lvl7pPr>
            <a:lvl8pPr>
              <a:defRPr sz="3225" b="1">
                <a:solidFill>
                  <a:srgbClr val="14221A"/>
                </a:solidFill>
                <a:latin typeface="Inter"/>
                <a:ea typeface="Inter"/>
                <a:cs typeface="Inter"/>
              </a:defRPr>
            </a:lvl8pPr>
            <a:lvl9pPr>
              <a:defRPr sz="3225" b="1">
                <a:solidFill>
                  <a:srgbClr val="14221A"/>
                </a:solidFill>
                <a:latin typeface="Inter"/>
                <a:ea typeface="Inter"/>
                <a:cs typeface="Inter"/>
              </a:defRPr>
            </a:lvl9pPr>
          </a:lstStyle>
          <a:p xmlns:a="http://schemas.openxmlformats.org/drawingml/2006/main">
            <a:pPr>
              <a:defRPr sz="3225" b="1">
                <a:solidFill>
                  <a:srgbClr val="14221A"/>
                </a:solidFill>
                <a:latin typeface="Inter"/>
                <a:ea typeface="Inter"/>
                <a:cs typeface="Inter"/>
              </a:defRPr>
            </a:pPr>
            <a:r>
              <a:rPr sz="3225" b="1">
                <a:solidFill>
                  <a:srgbClr val="14221A"/>
                </a:solidFill>
                <a:latin typeface="Inter"/>
                <a:ea typeface="Inter"/>
                <a:cs typeface="Inter"/>
              </a:rPr>
              <a:t>Zetaris reference protocol</a:t>
            </a:r>
          </a:p>
        </p:txBody>
      </p:sp>
      <p:sp>
        <p:nvSpPr>
          <p:cNvPr id="3" name="text-137">
            <a:extLst xmlns:a="http://schemas.openxmlformats.org/drawingml/2006/main">
              <a:ext uri="{FF2B5EF4-FFF2-40B4-BE49-F238E27FC236}">
                <a16:creationId xmlns:a16="http://schemas.microsoft.com/office/drawing/2014/main" id="{1CD10D01-C4EA-47F0-AE06-2744E0B69ED5}"/>
              </a:ext>
            </a:extLst>
          </p:cNvPr>
          <p:cNvSpPr>
            <a:spLocks xmlns:a="http://schemas.openxmlformats.org/drawingml/2006/main" noGrp="1"/>
          </p:cNvSpPr>
          <p:nvPr/>
        </p:nvSpPr>
        <p:spPr>
          <a:xfrm xmlns:a="http://schemas.openxmlformats.org/drawingml/2006/main">
            <a:off x="533400" y="1381125"/>
            <a:ext cx="11125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657167"/>
                </a:solidFill>
                <a:latin typeface="Inter"/>
                <a:ea typeface="Inter"/>
                <a:cs typeface="Inter"/>
              </a:defRPr>
            </a:defPPr>
            <a:lvl1pPr>
              <a:defRPr sz="1800" b="0">
                <a:solidFill>
                  <a:srgbClr val="657167"/>
                </a:solidFill>
                <a:latin typeface="Inter"/>
                <a:ea typeface="Inter"/>
                <a:cs typeface="Inter"/>
              </a:defRPr>
            </a:lvl1pPr>
            <a:lvl2pPr>
              <a:defRPr sz="1800" b="0">
                <a:solidFill>
                  <a:srgbClr val="657167"/>
                </a:solidFill>
                <a:latin typeface="Inter"/>
                <a:ea typeface="Inter"/>
                <a:cs typeface="Inter"/>
              </a:defRPr>
            </a:lvl2pPr>
            <a:lvl3pPr>
              <a:defRPr sz="1800" b="0">
                <a:solidFill>
                  <a:srgbClr val="657167"/>
                </a:solidFill>
                <a:latin typeface="Inter"/>
                <a:ea typeface="Inter"/>
                <a:cs typeface="Inter"/>
              </a:defRPr>
            </a:lvl3pPr>
            <a:lvl4pPr>
              <a:defRPr sz="1800" b="0">
                <a:solidFill>
                  <a:srgbClr val="657167"/>
                </a:solidFill>
                <a:latin typeface="Inter"/>
                <a:ea typeface="Inter"/>
                <a:cs typeface="Inter"/>
              </a:defRPr>
            </a:lvl4pPr>
            <a:lvl5pPr>
              <a:defRPr sz="1800" b="0">
                <a:solidFill>
                  <a:srgbClr val="657167"/>
                </a:solidFill>
                <a:latin typeface="Inter"/>
                <a:ea typeface="Inter"/>
                <a:cs typeface="Inter"/>
              </a:defRPr>
            </a:lvl5pPr>
            <a:lvl6pPr>
              <a:defRPr sz="1800" b="0">
                <a:solidFill>
                  <a:srgbClr val="657167"/>
                </a:solidFill>
                <a:latin typeface="Inter"/>
                <a:ea typeface="Inter"/>
                <a:cs typeface="Inter"/>
              </a:defRPr>
            </a:lvl6pPr>
            <a:lvl7pPr>
              <a:defRPr sz="1800" b="0">
                <a:solidFill>
                  <a:srgbClr val="657167"/>
                </a:solidFill>
                <a:latin typeface="Inter"/>
                <a:ea typeface="Inter"/>
                <a:cs typeface="Inter"/>
              </a:defRPr>
            </a:lvl7pPr>
            <a:lvl8pPr>
              <a:defRPr sz="1800" b="0">
                <a:solidFill>
                  <a:srgbClr val="657167"/>
                </a:solidFill>
                <a:latin typeface="Inter"/>
                <a:ea typeface="Inter"/>
                <a:cs typeface="Inter"/>
              </a:defRPr>
            </a:lvl8pPr>
            <a:lvl9pPr>
              <a:defRPr sz="1800" b="0">
                <a:solidFill>
                  <a:srgbClr val="657167"/>
                </a:solidFill>
                <a:latin typeface="Inter"/>
                <a:ea typeface="Inter"/>
                <a:cs typeface="Inter"/>
              </a:defRPr>
            </a:lvl9pPr>
          </a:lstStyle>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A fixed SQL query supplies the versioned marker panel used by annotation</a:t>
            </a:r>
          </a:p>
        </p:txBody>
      </p:sp>
      <p:sp>
        <p:nvSpPr>
          <p:cNvPr id="4" name="text-138">
            <a:extLst xmlns:a="http://schemas.openxmlformats.org/drawingml/2006/main">
              <a:ext uri="{FF2B5EF4-FFF2-40B4-BE49-F238E27FC236}">
                <a16:creationId xmlns:a16="http://schemas.microsoft.com/office/drawing/2014/main" id="{BF39B77F-2549-401B-A4F1-A6353882CBCA}"/>
              </a:ext>
            </a:extLst>
          </p:cNvPr>
          <p:cNvSpPr>
            <a:spLocks xmlns:a="http://schemas.openxmlformats.org/drawingml/2006/main" noGrp="1"/>
          </p:cNvSpPr>
          <p:nvPr/>
        </p:nvSpPr>
        <p:spPr>
          <a:xfrm xmlns:a="http://schemas.openxmlformats.org/drawingml/2006/main">
            <a:off x="11258550" y="6486525"/>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07</a:t>
            </a:r>
          </a:p>
        </p:txBody>
      </p:sp>
      <p:sp>
        <p:nvSpPr>
          <p:cNvPr id="5" name="node-139">
            <a:extLst xmlns:a="http://schemas.openxmlformats.org/drawingml/2006/main">
              <a:ext uri="{FF2B5EF4-FFF2-40B4-BE49-F238E27FC236}">
                <a16:creationId xmlns:a16="http://schemas.microsoft.com/office/drawing/2014/main" id="{77801CA7-74F3-487D-AC6C-CEED79E9ACC9}"/>
              </a:ext>
            </a:extLst>
          </p:cNvPr>
          <p:cNvSpPr>
            <a:spLocks xmlns:a="http://schemas.openxmlformats.org/drawingml/2006/main" noGrp="1"/>
          </p:cNvSpPr>
          <p:nvPr/>
        </p:nvSpPr>
        <p:spPr>
          <a:xfrm xmlns:a="http://schemas.openxmlformats.org/drawingml/2006/main">
            <a:off x="533400" y="2114550"/>
            <a:ext cx="6896100" cy="1866900"/>
          </a:xfrm>
          <a:prstGeom xmlns:a="http://schemas.openxmlformats.org/drawingml/2006/main" prst="rect">
            <a:avLst/>
          </a:prstGeom>
          <a:solidFill xmlns:a="http://schemas.openxmlformats.org/drawingml/2006/main">
            <a:srgbClr val="14221A"/>
          </a:solidFill>
          <a:ln xmlns:a="http://schemas.openxmlformats.org/drawingml/2006/main" w="0">
            <a:noFill/>
          </a:ln>
        </p:spPr>
      </p:sp>
      <p:sp>
        <p:nvSpPr>
          <p:cNvPr id="6" name="text-140">
            <a:extLst xmlns:a="http://schemas.openxmlformats.org/drawingml/2006/main">
              <a:ext uri="{FF2B5EF4-FFF2-40B4-BE49-F238E27FC236}">
                <a16:creationId xmlns:a16="http://schemas.microsoft.com/office/drawing/2014/main" id="{9FC2D9A6-307F-4A2F-BD23-B22D48C35C83}"/>
              </a:ext>
            </a:extLst>
          </p:cNvPr>
          <p:cNvSpPr>
            <a:spLocks xmlns:a="http://schemas.openxmlformats.org/drawingml/2006/main" noGrp="1"/>
          </p:cNvSpPr>
          <p:nvPr/>
        </p:nvSpPr>
        <p:spPr>
          <a:xfrm xmlns:a="http://schemas.openxmlformats.org/drawingml/2006/main">
            <a:off x="723900" y="2381250"/>
            <a:ext cx="6515100" cy="1323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E7F1E1"/>
                </a:solidFill>
                <a:latin typeface="Inter"/>
                <a:ea typeface="Inter"/>
                <a:cs typeface="Inter"/>
              </a:defRPr>
            </a:defPPr>
            <a:lvl1pPr>
              <a:defRPr sz="1800" b="0">
                <a:solidFill>
                  <a:srgbClr val="E7F1E1"/>
                </a:solidFill>
                <a:latin typeface="Inter"/>
                <a:ea typeface="Inter"/>
                <a:cs typeface="Inter"/>
              </a:defRPr>
            </a:lvl1pPr>
            <a:lvl2pPr>
              <a:defRPr sz="1800" b="0">
                <a:solidFill>
                  <a:srgbClr val="E7F1E1"/>
                </a:solidFill>
                <a:latin typeface="Inter"/>
                <a:ea typeface="Inter"/>
                <a:cs typeface="Inter"/>
              </a:defRPr>
            </a:lvl2pPr>
            <a:lvl3pPr>
              <a:defRPr sz="1800" b="0">
                <a:solidFill>
                  <a:srgbClr val="E7F1E1"/>
                </a:solidFill>
                <a:latin typeface="Inter"/>
                <a:ea typeface="Inter"/>
                <a:cs typeface="Inter"/>
              </a:defRPr>
            </a:lvl3pPr>
            <a:lvl4pPr>
              <a:defRPr sz="1800" b="0">
                <a:solidFill>
                  <a:srgbClr val="E7F1E1"/>
                </a:solidFill>
                <a:latin typeface="Inter"/>
                <a:ea typeface="Inter"/>
                <a:cs typeface="Inter"/>
              </a:defRPr>
            </a:lvl4pPr>
            <a:lvl5pPr>
              <a:defRPr sz="1800" b="0">
                <a:solidFill>
                  <a:srgbClr val="E7F1E1"/>
                </a:solidFill>
                <a:latin typeface="Inter"/>
                <a:ea typeface="Inter"/>
                <a:cs typeface="Inter"/>
              </a:defRPr>
            </a:lvl5pPr>
            <a:lvl6pPr>
              <a:defRPr sz="1800" b="0">
                <a:solidFill>
                  <a:srgbClr val="E7F1E1"/>
                </a:solidFill>
                <a:latin typeface="Inter"/>
                <a:ea typeface="Inter"/>
                <a:cs typeface="Inter"/>
              </a:defRPr>
            </a:lvl6pPr>
            <a:lvl7pPr>
              <a:defRPr sz="1800" b="0">
                <a:solidFill>
                  <a:srgbClr val="E7F1E1"/>
                </a:solidFill>
                <a:latin typeface="Inter"/>
                <a:ea typeface="Inter"/>
                <a:cs typeface="Inter"/>
              </a:defRPr>
            </a:lvl7pPr>
            <a:lvl8pPr>
              <a:defRPr sz="1800" b="0">
                <a:solidFill>
                  <a:srgbClr val="E7F1E1"/>
                </a:solidFill>
                <a:latin typeface="Inter"/>
                <a:ea typeface="Inter"/>
                <a:cs typeface="Inter"/>
              </a:defRPr>
            </a:lvl8pPr>
            <a:lvl9pPr>
              <a:defRPr sz="1800" b="0">
                <a:solidFill>
                  <a:srgbClr val="E7F1E1"/>
                </a:solidFill>
                <a:latin typeface="Inter"/>
                <a:ea typeface="Inter"/>
                <a:cs typeface="Inter"/>
              </a:defRPr>
            </a:lvl9pPr>
          </a:lstStyle>
          <a:p xmlns:a="http://schemas.openxmlformats.org/drawingml/2006/main">
            <a:pPr>
              <a:defRPr sz="1800" b="0">
                <a:solidFill>
                  <a:srgbClr val="E7F1E1"/>
                </a:solidFill>
                <a:latin typeface="Inter"/>
                <a:ea typeface="Inter"/>
                <a:cs typeface="Inter"/>
              </a:defRPr>
            </a:pPr>
            <a:r>
              <a:rPr sz="1800" b="0">
                <a:solidFill>
                  <a:srgbClr val="E7F1E1"/>
                </a:solidFill>
                <a:latin typeface="Inter"/>
                <a:ea typeface="Inter"/>
                <a:cs typeface="Inter"/>
              </a:rPr>
              <a:t>SELECT record_index, record_json, content_sha256</a:t>
            </a:r>
          </a:p>
          <a:p xmlns:a="http://schemas.openxmlformats.org/drawingml/2006/main">
            <a:pPr>
              <a:defRPr sz="1800" b="0">
                <a:solidFill>
                  <a:srgbClr val="E7F1E1"/>
                </a:solidFill>
                <a:latin typeface="Inter"/>
                <a:ea typeface="Inter"/>
                <a:cs typeface="Inter"/>
              </a:defRPr>
            </a:pPr>
            <a:r>
              <a:rPr sz="1800" b="0">
                <a:solidFill>
                  <a:srgbClr val="E7F1E1"/>
                </a:solidFill>
                <a:latin typeface="Inter"/>
                <a:ea typeface="Inter"/>
                <a:cs typeface="Inter"/>
              </a:rPr>
              <a:t>FROM CELLORAS.marker_reference_v1</a:t>
            </a:r>
          </a:p>
          <a:p xmlns:a="http://schemas.openxmlformats.org/drawingml/2006/main">
            <a:pPr>
              <a:defRPr sz="1800" b="0">
                <a:solidFill>
                  <a:srgbClr val="E7F1E1"/>
                </a:solidFill>
                <a:latin typeface="Inter"/>
                <a:ea typeface="Inter"/>
                <a:cs typeface="Inter"/>
              </a:defRPr>
            </a:pPr>
            <a:r>
              <a:rPr sz="1800" b="0">
                <a:solidFill>
                  <a:srgbClr val="E7F1E1"/>
                </a:solidFill>
                <a:latin typeface="Inter"/>
                <a:ea typeface="Inter"/>
                <a:cs typeface="Inter"/>
              </a:rPr>
              <a:t>WHERE reference_id = &lt;pinned reference&gt;</a:t>
            </a:r>
          </a:p>
          <a:p xmlns:a="http://schemas.openxmlformats.org/drawingml/2006/main">
            <a:pPr>
              <a:defRPr sz="1800" b="0">
                <a:solidFill>
                  <a:srgbClr val="E7F1E1"/>
                </a:solidFill>
                <a:latin typeface="Inter"/>
                <a:ea typeface="Inter"/>
                <a:cs typeface="Inter"/>
              </a:defRPr>
            </a:pPr>
            <a:r>
              <a:rPr sz="1800" b="0">
                <a:solidFill>
                  <a:srgbClr val="E7F1E1"/>
                </a:solidFill>
                <a:latin typeface="Inter"/>
                <a:ea typeface="Inter"/>
                <a:cs typeface="Inter"/>
              </a:rPr>
              <a:t>ORDER BY record_index</a:t>
            </a:r>
          </a:p>
        </p:txBody>
      </p:sp>
      <p:sp>
        <p:nvSpPr>
          <p:cNvPr id="7" name="text-141">
            <a:extLst xmlns:a="http://schemas.openxmlformats.org/drawingml/2006/main">
              <a:ext uri="{FF2B5EF4-FFF2-40B4-BE49-F238E27FC236}">
                <a16:creationId xmlns:a16="http://schemas.microsoft.com/office/drawing/2014/main" id="{2DB3643B-82B9-4833-90BE-FECCB35060EB}"/>
              </a:ext>
            </a:extLst>
          </p:cNvPr>
          <p:cNvSpPr>
            <a:spLocks xmlns:a="http://schemas.openxmlformats.org/drawingml/2006/main" noGrp="1"/>
          </p:cNvSpPr>
          <p:nvPr/>
        </p:nvSpPr>
        <p:spPr>
          <a:xfrm xmlns:a="http://schemas.openxmlformats.org/drawingml/2006/main">
            <a:off x="7886700" y="2171700"/>
            <a:ext cx="3771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1">
                <a:solidFill>
                  <a:srgbClr val="1B5E20"/>
                </a:solidFill>
                <a:latin typeface="Inter"/>
                <a:ea typeface="Inter"/>
                <a:cs typeface="Inter"/>
              </a:defRPr>
            </a:defPPr>
            <a:lvl1pPr>
              <a:defRPr sz="1950" b="1">
                <a:solidFill>
                  <a:srgbClr val="1B5E20"/>
                </a:solidFill>
                <a:latin typeface="Inter"/>
                <a:ea typeface="Inter"/>
                <a:cs typeface="Inter"/>
              </a:defRPr>
            </a:lvl1pPr>
            <a:lvl2pPr>
              <a:defRPr sz="1950" b="1">
                <a:solidFill>
                  <a:srgbClr val="1B5E20"/>
                </a:solidFill>
                <a:latin typeface="Inter"/>
                <a:ea typeface="Inter"/>
                <a:cs typeface="Inter"/>
              </a:defRPr>
            </a:lvl2pPr>
            <a:lvl3pPr>
              <a:defRPr sz="1950" b="1">
                <a:solidFill>
                  <a:srgbClr val="1B5E20"/>
                </a:solidFill>
                <a:latin typeface="Inter"/>
                <a:ea typeface="Inter"/>
                <a:cs typeface="Inter"/>
              </a:defRPr>
            </a:lvl3pPr>
            <a:lvl4pPr>
              <a:defRPr sz="1950" b="1">
                <a:solidFill>
                  <a:srgbClr val="1B5E20"/>
                </a:solidFill>
                <a:latin typeface="Inter"/>
                <a:ea typeface="Inter"/>
                <a:cs typeface="Inter"/>
              </a:defRPr>
            </a:lvl4pPr>
            <a:lvl5pPr>
              <a:defRPr sz="1950" b="1">
                <a:solidFill>
                  <a:srgbClr val="1B5E20"/>
                </a:solidFill>
                <a:latin typeface="Inter"/>
                <a:ea typeface="Inter"/>
                <a:cs typeface="Inter"/>
              </a:defRPr>
            </a:lvl5pPr>
            <a:lvl6pPr>
              <a:defRPr sz="1950" b="1">
                <a:solidFill>
                  <a:srgbClr val="1B5E20"/>
                </a:solidFill>
                <a:latin typeface="Inter"/>
                <a:ea typeface="Inter"/>
                <a:cs typeface="Inter"/>
              </a:defRPr>
            </a:lvl6pPr>
            <a:lvl7pPr>
              <a:defRPr sz="1950" b="1">
                <a:solidFill>
                  <a:srgbClr val="1B5E20"/>
                </a:solidFill>
                <a:latin typeface="Inter"/>
                <a:ea typeface="Inter"/>
                <a:cs typeface="Inter"/>
              </a:defRPr>
            </a:lvl7pPr>
            <a:lvl8pPr>
              <a:defRPr sz="1950" b="1">
                <a:solidFill>
                  <a:srgbClr val="1B5E20"/>
                </a:solidFill>
                <a:latin typeface="Inter"/>
                <a:ea typeface="Inter"/>
                <a:cs typeface="Inter"/>
              </a:defRPr>
            </a:lvl8pPr>
            <a:lvl9pPr>
              <a:defRPr sz="1950" b="1">
                <a:solidFill>
                  <a:srgbClr val="1B5E20"/>
                </a:solidFill>
                <a:latin typeface="Inter"/>
                <a:ea typeface="Inter"/>
                <a:cs typeface="Inter"/>
              </a:defRPr>
            </a:lvl9pPr>
          </a:lstStyle>
          <a:p xmlns:a="http://schemas.openxmlformats.org/drawingml/2006/main">
            <a:pPr>
              <a:defRPr sz="1950" b="1">
                <a:solidFill>
                  <a:srgbClr val="1B5E20"/>
                </a:solidFill>
                <a:latin typeface="Inter"/>
                <a:ea typeface="Inter"/>
                <a:cs typeface="Inter"/>
              </a:defRPr>
            </a:pPr>
            <a:r>
              <a:rPr sz="1950" b="1">
                <a:solidFill>
                  <a:srgbClr val="1B5E20"/>
                </a:solidFill>
                <a:latin typeface="Inter"/>
                <a:ea typeface="Inter"/>
                <a:cs typeface="Inter"/>
              </a:rPr>
              <a:t>POST /query/sql/start</a:t>
            </a:r>
          </a:p>
        </p:txBody>
      </p:sp>
      <p:sp>
        <p:nvSpPr>
          <p:cNvPr id="8" name="text-142">
            <a:extLst xmlns:a="http://schemas.openxmlformats.org/drawingml/2006/main">
              <a:ext uri="{FF2B5EF4-FFF2-40B4-BE49-F238E27FC236}">
                <a16:creationId xmlns:a16="http://schemas.microsoft.com/office/drawing/2014/main" id="{E056316E-D866-470C-BC11-952196359DFC}"/>
              </a:ext>
            </a:extLst>
          </p:cNvPr>
          <p:cNvSpPr>
            <a:spLocks xmlns:a="http://schemas.openxmlformats.org/drawingml/2006/main" noGrp="1"/>
          </p:cNvSpPr>
          <p:nvPr/>
        </p:nvSpPr>
        <p:spPr>
          <a:xfrm xmlns:a="http://schemas.openxmlformats.org/drawingml/2006/main">
            <a:off x="7886700" y="2667000"/>
            <a:ext cx="37719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657167"/>
                </a:solidFill>
                <a:latin typeface="Inter"/>
                <a:ea typeface="Inter"/>
                <a:cs typeface="Inter"/>
              </a:defRPr>
            </a:defPPr>
            <a:lvl1pPr>
              <a:defRPr sz="1725" b="0">
                <a:solidFill>
                  <a:srgbClr val="657167"/>
                </a:solidFill>
                <a:latin typeface="Inter"/>
                <a:ea typeface="Inter"/>
                <a:cs typeface="Inter"/>
              </a:defRPr>
            </a:lvl1pPr>
            <a:lvl2pPr>
              <a:defRPr sz="1725" b="0">
                <a:solidFill>
                  <a:srgbClr val="657167"/>
                </a:solidFill>
                <a:latin typeface="Inter"/>
                <a:ea typeface="Inter"/>
                <a:cs typeface="Inter"/>
              </a:defRPr>
            </a:lvl2pPr>
            <a:lvl3pPr>
              <a:defRPr sz="1725" b="0">
                <a:solidFill>
                  <a:srgbClr val="657167"/>
                </a:solidFill>
                <a:latin typeface="Inter"/>
                <a:ea typeface="Inter"/>
                <a:cs typeface="Inter"/>
              </a:defRPr>
            </a:lvl3pPr>
            <a:lvl4pPr>
              <a:defRPr sz="1725" b="0">
                <a:solidFill>
                  <a:srgbClr val="657167"/>
                </a:solidFill>
                <a:latin typeface="Inter"/>
                <a:ea typeface="Inter"/>
                <a:cs typeface="Inter"/>
              </a:defRPr>
            </a:lvl4pPr>
            <a:lvl5pPr>
              <a:defRPr sz="1725" b="0">
                <a:solidFill>
                  <a:srgbClr val="657167"/>
                </a:solidFill>
                <a:latin typeface="Inter"/>
                <a:ea typeface="Inter"/>
                <a:cs typeface="Inter"/>
              </a:defRPr>
            </a:lvl5pPr>
            <a:lvl6pPr>
              <a:defRPr sz="1725" b="0">
                <a:solidFill>
                  <a:srgbClr val="657167"/>
                </a:solidFill>
                <a:latin typeface="Inter"/>
                <a:ea typeface="Inter"/>
                <a:cs typeface="Inter"/>
              </a:defRPr>
            </a:lvl6pPr>
            <a:lvl7pPr>
              <a:defRPr sz="1725" b="0">
                <a:solidFill>
                  <a:srgbClr val="657167"/>
                </a:solidFill>
                <a:latin typeface="Inter"/>
                <a:ea typeface="Inter"/>
                <a:cs typeface="Inter"/>
              </a:defRPr>
            </a:lvl7pPr>
            <a:lvl8pPr>
              <a:defRPr sz="1725" b="0">
                <a:solidFill>
                  <a:srgbClr val="657167"/>
                </a:solidFill>
                <a:latin typeface="Inter"/>
                <a:ea typeface="Inter"/>
                <a:cs typeface="Inter"/>
              </a:defRPr>
            </a:lvl8pPr>
            <a:lvl9pPr>
              <a:defRPr sz="1725" b="0">
                <a:solidFill>
                  <a:srgbClr val="657167"/>
                </a:solidFill>
                <a:latin typeface="Inter"/>
                <a:ea typeface="Inter"/>
                <a:cs typeface="Inter"/>
              </a:defRPr>
            </a:lvl9pPr>
          </a:lstStyle>
          <a:p xmlns:a="http://schemas.openxmlformats.org/drawingml/2006/main">
            <a:pPr>
              <a:defRPr sz="1725" b="0">
                <a:solidFill>
                  <a:srgbClr val="657167"/>
                </a:solidFill>
                <a:latin typeface="Inter"/>
                <a:ea typeface="Inter"/>
                <a:cs typeface="Inter"/>
              </a:defRPr>
            </a:pPr>
            <a:r>
              <a:rPr sz="1725" b="0">
                <a:solidFill>
                  <a:srgbClr val="657167"/>
                </a:solidFill>
                <a:latin typeface="Inter"/>
                <a:ea typeface="Inter"/>
                <a:cs typeface="Inter"/>
              </a:rPr>
              <a:t>Read-only application account</a:t>
            </a:r>
          </a:p>
          <a:p xmlns:a="http://schemas.openxmlformats.org/drawingml/2006/main">
            <a:pPr>
              <a:defRPr sz="1725" b="0">
                <a:solidFill>
                  <a:srgbClr val="657167"/>
                </a:solidFill>
                <a:latin typeface="Inter"/>
                <a:ea typeface="Inter"/>
                <a:cs typeface="Inter"/>
              </a:defRPr>
            </a:pPr>
            <a:r>
              <a:rPr sz="1725" b="0">
                <a:solidFill>
                  <a:srgbClr val="657167"/>
                </a:solidFill>
                <a:latin typeface="Inter"/>
                <a:ea typeface="Inter"/>
                <a:cs typeface="Inter"/>
              </a:rPr>
              <a:t>pageLimit: 100</a:t>
            </a:r>
          </a:p>
          <a:p xmlns:a="http://schemas.openxmlformats.org/drawingml/2006/main">
            <a:pPr>
              <a:defRPr sz="1725" b="0">
                <a:solidFill>
                  <a:srgbClr val="657167"/>
                </a:solidFill>
                <a:latin typeface="Inter"/>
                <a:ea typeface="Inter"/>
                <a:cs typeface="Inter"/>
              </a:defRPr>
            </a:pPr>
            <a:r>
              <a:rPr sz="1725" b="0">
                <a:solidFill>
                  <a:srgbClr val="657167"/>
                </a:solidFill>
                <a:latin typeface="Inter"/>
                <a:ea typeface="Inter"/>
                <a:cs typeface="Inter"/>
              </a:rPr>
              <a:t>15 s timeout / 1 MiB limit</a:t>
            </a:r>
          </a:p>
        </p:txBody>
      </p:sp>
      <p:sp>
        <p:nvSpPr>
          <p:cNvPr id="9" name="text-143">
            <a:extLst xmlns:a="http://schemas.openxmlformats.org/drawingml/2006/main">
              <a:ext uri="{FF2B5EF4-FFF2-40B4-BE49-F238E27FC236}">
                <a16:creationId xmlns:a16="http://schemas.microsoft.com/office/drawing/2014/main" id="{A0330838-5CB9-4173-993F-561A000E30D9}"/>
              </a:ext>
            </a:extLst>
          </p:cNvPr>
          <p:cNvSpPr>
            <a:spLocks xmlns:a="http://schemas.openxmlformats.org/drawingml/2006/main" noGrp="1"/>
          </p:cNvSpPr>
          <p:nvPr/>
        </p:nvSpPr>
        <p:spPr>
          <a:xfrm xmlns:a="http://schemas.openxmlformats.org/drawingml/2006/main">
            <a:off x="533400" y="4476750"/>
            <a:ext cx="3286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14221A"/>
                </a:solidFill>
                <a:latin typeface="Inter"/>
                <a:ea typeface="Inter"/>
                <a:cs typeface="Inter"/>
              </a:defRPr>
            </a:defPPr>
            <a:lvl1pPr>
              <a:defRPr sz="2100" b="1">
                <a:solidFill>
                  <a:srgbClr val="14221A"/>
                </a:solidFill>
                <a:latin typeface="Inter"/>
                <a:ea typeface="Inter"/>
                <a:cs typeface="Inter"/>
              </a:defRPr>
            </a:lvl1pPr>
            <a:lvl2pPr>
              <a:defRPr sz="2100" b="1">
                <a:solidFill>
                  <a:srgbClr val="14221A"/>
                </a:solidFill>
                <a:latin typeface="Inter"/>
                <a:ea typeface="Inter"/>
                <a:cs typeface="Inter"/>
              </a:defRPr>
            </a:lvl2pPr>
            <a:lvl3pPr>
              <a:defRPr sz="2100" b="1">
                <a:solidFill>
                  <a:srgbClr val="14221A"/>
                </a:solidFill>
                <a:latin typeface="Inter"/>
                <a:ea typeface="Inter"/>
                <a:cs typeface="Inter"/>
              </a:defRPr>
            </a:lvl3pPr>
            <a:lvl4pPr>
              <a:defRPr sz="2100" b="1">
                <a:solidFill>
                  <a:srgbClr val="14221A"/>
                </a:solidFill>
                <a:latin typeface="Inter"/>
                <a:ea typeface="Inter"/>
                <a:cs typeface="Inter"/>
              </a:defRPr>
            </a:lvl4pPr>
            <a:lvl5pPr>
              <a:defRPr sz="2100" b="1">
                <a:solidFill>
                  <a:srgbClr val="14221A"/>
                </a:solidFill>
                <a:latin typeface="Inter"/>
                <a:ea typeface="Inter"/>
                <a:cs typeface="Inter"/>
              </a:defRPr>
            </a:lvl5pPr>
            <a:lvl6pPr>
              <a:defRPr sz="2100" b="1">
                <a:solidFill>
                  <a:srgbClr val="14221A"/>
                </a:solidFill>
                <a:latin typeface="Inter"/>
                <a:ea typeface="Inter"/>
                <a:cs typeface="Inter"/>
              </a:defRPr>
            </a:lvl6pPr>
            <a:lvl7pPr>
              <a:defRPr sz="2100" b="1">
                <a:solidFill>
                  <a:srgbClr val="14221A"/>
                </a:solidFill>
                <a:latin typeface="Inter"/>
                <a:ea typeface="Inter"/>
                <a:cs typeface="Inter"/>
              </a:defRPr>
            </a:lvl7pPr>
            <a:lvl8pPr>
              <a:defRPr sz="2100" b="1">
                <a:solidFill>
                  <a:srgbClr val="14221A"/>
                </a:solidFill>
                <a:latin typeface="Inter"/>
                <a:ea typeface="Inter"/>
                <a:cs typeface="Inter"/>
              </a:defRPr>
            </a:lvl8pPr>
            <a:lvl9pPr>
              <a:defRPr sz="2100" b="1">
                <a:solidFill>
                  <a:srgbClr val="14221A"/>
                </a:solidFill>
                <a:latin typeface="Inter"/>
                <a:ea typeface="Inter"/>
                <a:cs typeface="Inter"/>
              </a:defRPr>
            </a:lvl9pPr>
          </a:lstStyle>
          <a:p xmlns:a="http://schemas.openxmlformats.org/drawingml/2006/main">
            <a:pPr>
              <a:defRPr sz="2100" b="1">
                <a:solidFill>
                  <a:srgbClr val="14221A"/>
                </a:solidFill>
                <a:latin typeface="Inter"/>
                <a:ea typeface="Inter"/>
                <a:cs typeface="Inter"/>
              </a:defRPr>
            </a:pPr>
            <a:r>
              <a:rPr sz="2100" b="1">
                <a:solidFill>
                  <a:srgbClr val="14221A"/>
                </a:solidFill>
                <a:latin typeface="Inter"/>
                <a:ea typeface="Inter"/>
                <a:cs typeface="Inter"/>
              </a:rPr>
              <a:t>Validate</a:t>
            </a:r>
          </a:p>
        </p:txBody>
      </p:sp>
      <p:sp>
        <p:nvSpPr>
          <p:cNvPr id="10" name="text-144">
            <a:extLst xmlns:a="http://schemas.openxmlformats.org/drawingml/2006/main">
              <a:ext uri="{FF2B5EF4-FFF2-40B4-BE49-F238E27FC236}">
                <a16:creationId xmlns:a16="http://schemas.microsoft.com/office/drawing/2014/main" id="{2DBDD4BC-57E1-48A7-BE6C-E781B869AE54}"/>
              </a:ext>
            </a:extLst>
          </p:cNvPr>
          <p:cNvSpPr>
            <a:spLocks xmlns:a="http://schemas.openxmlformats.org/drawingml/2006/main" noGrp="1"/>
          </p:cNvSpPr>
          <p:nvPr/>
        </p:nvSpPr>
        <p:spPr>
          <a:xfrm xmlns:a="http://schemas.openxmlformats.org/drawingml/2006/main">
            <a:off x="533400" y="5000625"/>
            <a:ext cx="328612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657167"/>
                </a:solidFill>
                <a:latin typeface="Inter"/>
                <a:ea typeface="Inter"/>
                <a:cs typeface="Inter"/>
              </a:defRPr>
            </a:defPPr>
            <a:lvl1pPr>
              <a:defRPr sz="1800" b="0">
                <a:solidFill>
                  <a:srgbClr val="657167"/>
                </a:solidFill>
                <a:latin typeface="Inter"/>
                <a:ea typeface="Inter"/>
                <a:cs typeface="Inter"/>
              </a:defRPr>
            </a:lvl1pPr>
            <a:lvl2pPr>
              <a:defRPr sz="1800" b="0">
                <a:solidFill>
                  <a:srgbClr val="657167"/>
                </a:solidFill>
                <a:latin typeface="Inter"/>
                <a:ea typeface="Inter"/>
                <a:cs typeface="Inter"/>
              </a:defRPr>
            </a:lvl2pPr>
            <a:lvl3pPr>
              <a:defRPr sz="1800" b="0">
                <a:solidFill>
                  <a:srgbClr val="657167"/>
                </a:solidFill>
                <a:latin typeface="Inter"/>
                <a:ea typeface="Inter"/>
                <a:cs typeface="Inter"/>
              </a:defRPr>
            </a:lvl3pPr>
            <a:lvl4pPr>
              <a:defRPr sz="1800" b="0">
                <a:solidFill>
                  <a:srgbClr val="657167"/>
                </a:solidFill>
                <a:latin typeface="Inter"/>
                <a:ea typeface="Inter"/>
                <a:cs typeface="Inter"/>
              </a:defRPr>
            </a:lvl4pPr>
            <a:lvl5pPr>
              <a:defRPr sz="1800" b="0">
                <a:solidFill>
                  <a:srgbClr val="657167"/>
                </a:solidFill>
                <a:latin typeface="Inter"/>
                <a:ea typeface="Inter"/>
                <a:cs typeface="Inter"/>
              </a:defRPr>
            </a:lvl5pPr>
            <a:lvl6pPr>
              <a:defRPr sz="1800" b="0">
                <a:solidFill>
                  <a:srgbClr val="657167"/>
                </a:solidFill>
                <a:latin typeface="Inter"/>
                <a:ea typeface="Inter"/>
                <a:cs typeface="Inter"/>
              </a:defRPr>
            </a:lvl6pPr>
            <a:lvl7pPr>
              <a:defRPr sz="1800" b="0">
                <a:solidFill>
                  <a:srgbClr val="657167"/>
                </a:solidFill>
                <a:latin typeface="Inter"/>
                <a:ea typeface="Inter"/>
                <a:cs typeface="Inter"/>
              </a:defRPr>
            </a:lvl7pPr>
            <a:lvl8pPr>
              <a:defRPr sz="1800" b="0">
                <a:solidFill>
                  <a:srgbClr val="657167"/>
                </a:solidFill>
                <a:latin typeface="Inter"/>
                <a:ea typeface="Inter"/>
                <a:cs typeface="Inter"/>
              </a:defRPr>
            </a:lvl8pPr>
            <a:lvl9pPr>
              <a:defRPr sz="1800" b="0">
                <a:solidFill>
                  <a:srgbClr val="657167"/>
                </a:solidFill>
                <a:latin typeface="Inter"/>
                <a:ea typeface="Inter"/>
                <a:cs typeface="Inter"/>
              </a:defRPr>
            </a:lvl9pPr>
          </a:lstStyle>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42 records in one page.</a:t>
            </a:r>
          </a:p>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Contiguous row indexes.</a:t>
            </a:r>
          </a:p>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Reconstructed document SHA.</a:t>
            </a:r>
          </a:p>
        </p:txBody>
      </p:sp>
      <p:sp>
        <p:nvSpPr>
          <p:cNvPr id="11" name="text-145">
            <a:extLst xmlns:a="http://schemas.openxmlformats.org/drawingml/2006/main">
              <a:ext uri="{FF2B5EF4-FFF2-40B4-BE49-F238E27FC236}">
                <a16:creationId xmlns:a16="http://schemas.microsoft.com/office/drawing/2014/main" id="{CABBF046-1B9B-4A6C-97CB-46C3C17F7F4A}"/>
              </a:ext>
            </a:extLst>
          </p:cNvPr>
          <p:cNvSpPr>
            <a:spLocks xmlns:a="http://schemas.openxmlformats.org/drawingml/2006/main" noGrp="1"/>
          </p:cNvSpPr>
          <p:nvPr/>
        </p:nvSpPr>
        <p:spPr>
          <a:xfrm xmlns:a="http://schemas.openxmlformats.org/drawingml/2006/main">
            <a:off x="4343400" y="4476750"/>
            <a:ext cx="3286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14221A"/>
                </a:solidFill>
                <a:latin typeface="Inter"/>
                <a:ea typeface="Inter"/>
                <a:cs typeface="Inter"/>
              </a:defRPr>
            </a:defPPr>
            <a:lvl1pPr>
              <a:defRPr sz="2100" b="1">
                <a:solidFill>
                  <a:srgbClr val="14221A"/>
                </a:solidFill>
                <a:latin typeface="Inter"/>
                <a:ea typeface="Inter"/>
                <a:cs typeface="Inter"/>
              </a:defRPr>
            </a:lvl1pPr>
            <a:lvl2pPr>
              <a:defRPr sz="2100" b="1">
                <a:solidFill>
                  <a:srgbClr val="14221A"/>
                </a:solidFill>
                <a:latin typeface="Inter"/>
                <a:ea typeface="Inter"/>
                <a:cs typeface="Inter"/>
              </a:defRPr>
            </a:lvl2pPr>
            <a:lvl3pPr>
              <a:defRPr sz="2100" b="1">
                <a:solidFill>
                  <a:srgbClr val="14221A"/>
                </a:solidFill>
                <a:latin typeface="Inter"/>
                <a:ea typeface="Inter"/>
                <a:cs typeface="Inter"/>
              </a:defRPr>
            </a:lvl3pPr>
            <a:lvl4pPr>
              <a:defRPr sz="2100" b="1">
                <a:solidFill>
                  <a:srgbClr val="14221A"/>
                </a:solidFill>
                <a:latin typeface="Inter"/>
                <a:ea typeface="Inter"/>
                <a:cs typeface="Inter"/>
              </a:defRPr>
            </a:lvl4pPr>
            <a:lvl5pPr>
              <a:defRPr sz="2100" b="1">
                <a:solidFill>
                  <a:srgbClr val="14221A"/>
                </a:solidFill>
                <a:latin typeface="Inter"/>
                <a:ea typeface="Inter"/>
                <a:cs typeface="Inter"/>
              </a:defRPr>
            </a:lvl5pPr>
            <a:lvl6pPr>
              <a:defRPr sz="2100" b="1">
                <a:solidFill>
                  <a:srgbClr val="14221A"/>
                </a:solidFill>
                <a:latin typeface="Inter"/>
                <a:ea typeface="Inter"/>
                <a:cs typeface="Inter"/>
              </a:defRPr>
            </a:lvl6pPr>
            <a:lvl7pPr>
              <a:defRPr sz="2100" b="1">
                <a:solidFill>
                  <a:srgbClr val="14221A"/>
                </a:solidFill>
                <a:latin typeface="Inter"/>
                <a:ea typeface="Inter"/>
                <a:cs typeface="Inter"/>
              </a:defRPr>
            </a:lvl7pPr>
            <a:lvl8pPr>
              <a:defRPr sz="2100" b="1">
                <a:solidFill>
                  <a:srgbClr val="14221A"/>
                </a:solidFill>
                <a:latin typeface="Inter"/>
                <a:ea typeface="Inter"/>
                <a:cs typeface="Inter"/>
              </a:defRPr>
            </a:lvl8pPr>
            <a:lvl9pPr>
              <a:defRPr sz="2100" b="1">
                <a:solidFill>
                  <a:srgbClr val="14221A"/>
                </a:solidFill>
                <a:latin typeface="Inter"/>
                <a:ea typeface="Inter"/>
                <a:cs typeface="Inter"/>
              </a:defRPr>
            </a:lvl9pPr>
          </a:lstStyle>
          <a:p xmlns:a="http://schemas.openxmlformats.org/drawingml/2006/main">
            <a:pPr>
              <a:defRPr sz="2100" b="1">
                <a:solidFill>
                  <a:srgbClr val="14221A"/>
                </a:solidFill>
                <a:latin typeface="Inter"/>
                <a:ea typeface="Inter"/>
                <a:cs typeface="Inter"/>
              </a:defRPr>
            </a:pPr>
            <a:r>
              <a:rPr sz="2100" b="1">
                <a:solidFill>
                  <a:srgbClr val="14221A"/>
                </a:solidFill>
                <a:latin typeface="Inter"/>
                <a:ea typeface="Inter"/>
                <a:cs typeface="Inter"/>
              </a:rPr>
              <a:t>Close</a:t>
            </a:r>
          </a:p>
        </p:txBody>
      </p:sp>
      <p:sp>
        <p:nvSpPr>
          <p:cNvPr id="12" name="text-146">
            <a:extLst xmlns:a="http://schemas.openxmlformats.org/drawingml/2006/main">
              <a:ext uri="{FF2B5EF4-FFF2-40B4-BE49-F238E27FC236}">
                <a16:creationId xmlns:a16="http://schemas.microsoft.com/office/drawing/2014/main" id="{5E88B5D2-CE92-453F-A580-3E49DF8BEB19}"/>
              </a:ext>
            </a:extLst>
          </p:cNvPr>
          <p:cNvSpPr>
            <a:spLocks xmlns:a="http://schemas.openxmlformats.org/drawingml/2006/main" noGrp="1"/>
          </p:cNvSpPr>
          <p:nvPr/>
        </p:nvSpPr>
        <p:spPr>
          <a:xfrm xmlns:a="http://schemas.openxmlformats.org/drawingml/2006/main">
            <a:off x="4343400" y="5000625"/>
            <a:ext cx="328612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657167"/>
                </a:solidFill>
                <a:latin typeface="Inter"/>
                <a:ea typeface="Inter"/>
                <a:cs typeface="Inter"/>
              </a:defRPr>
            </a:defPPr>
            <a:lvl1pPr>
              <a:defRPr sz="1800" b="0">
                <a:solidFill>
                  <a:srgbClr val="657167"/>
                </a:solidFill>
                <a:latin typeface="Inter"/>
                <a:ea typeface="Inter"/>
                <a:cs typeface="Inter"/>
              </a:defRPr>
            </a:lvl1pPr>
            <a:lvl2pPr>
              <a:defRPr sz="1800" b="0">
                <a:solidFill>
                  <a:srgbClr val="657167"/>
                </a:solidFill>
                <a:latin typeface="Inter"/>
                <a:ea typeface="Inter"/>
                <a:cs typeface="Inter"/>
              </a:defRPr>
            </a:lvl2pPr>
            <a:lvl3pPr>
              <a:defRPr sz="1800" b="0">
                <a:solidFill>
                  <a:srgbClr val="657167"/>
                </a:solidFill>
                <a:latin typeface="Inter"/>
                <a:ea typeface="Inter"/>
                <a:cs typeface="Inter"/>
              </a:defRPr>
            </a:lvl3pPr>
            <a:lvl4pPr>
              <a:defRPr sz="1800" b="0">
                <a:solidFill>
                  <a:srgbClr val="657167"/>
                </a:solidFill>
                <a:latin typeface="Inter"/>
                <a:ea typeface="Inter"/>
                <a:cs typeface="Inter"/>
              </a:defRPr>
            </a:lvl4pPr>
            <a:lvl5pPr>
              <a:defRPr sz="1800" b="0">
                <a:solidFill>
                  <a:srgbClr val="657167"/>
                </a:solidFill>
                <a:latin typeface="Inter"/>
                <a:ea typeface="Inter"/>
                <a:cs typeface="Inter"/>
              </a:defRPr>
            </a:lvl5pPr>
            <a:lvl6pPr>
              <a:defRPr sz="1800" b="0">
                <a:solidFill>
                  <a:srgbClr val="657167"/>
                </a:solidFill>
                <a:latin typeface="Inter"/>
                <a:ea typeface="Inter"/>
                <a:cs typeface="Inter"/>
              </a:defRPr>
            </a:lvl6pPr>
            <a:lvl7pPr>
              <a:defRPr sz="1800" b="0">
                <a:solidFill>
                  <a:srgbClr val="657167"/>
                </a:solidFill>
                <a:latin typeface="Inter"/>
                <a:ea typeface="Inter"/>
                <a:cs typeface="Inter"/>
              </a:defRPr>
            </a:lvl7pPr>
            <a:lvl8pPr>
              <a:defRPr sz="1800" b="0">
                <a:solidFill>
                  <a:srgbClr val="657167"/>
                </a:solidFill>
                <a:latin typeface="Inter"/>
                <a:ea typeface="Inter"/>
                <a:cs typeface="Inter"/>
              </a:defRPr>
            </a:lvl8pPr>
            <a:lvl9pPr>
              <a:defRPr sz="1800" b="0">
                <a:solidFill>
                  <a:srgbClr val="657167"/>
                </a:solidFill>
                <a:latin typeface="Inter"/>
                <a:ea typeface="Inter"/>
                <a:cs typeface="Inter"/>
              </a:defRPr>
            </a:lvl9pPr>
          </a:lstStyle>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DELETE the query token</a:t>
            </a:r>
          </a:p>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in finally. Cleanup failure</a:t>
            </a:r>
          </a:p>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rejects the operation.</a:t>
            </a:r>
          </a:p>
        </p:txBody>
      </p:sp>
      <p:sp>
        <p:nvSpPr>
          <p:cNvPr id="13" name="text-147">
            <a:extLst xmlns:a="http://schemas.openxmlformats.org/drawingml/2006/main">
              <a:ext uri="{FF2B5EF4-FFF2-40B4-BE49-F238E27FC236}">
                <a16:creationId xmlns:a16="http://schemas.microsoft.com/office/drawing/2014/main" id="{8615C5B0-30FD-40BD-80D4-189D03A922B9}"/>
              </a:ext>
            </a:extLst>
          </p:cNvPr>
          <p:cNvSpPr>
            <a:spLocks xmlns:a="http://schemas.openxmlformats.org/drawingml/2006/main" noGrp="1"/>
          </p:cNvSpPr>
          <p:nvPr/>
        </p:nvSpPr>
        <p:spPr>
          <a:xfrm xmlns:a="http://schemas.openxmlformats.org/drawingml/2006/main">
            <a:off x="8153400" y="4476750"/>
            <a:ext cx="3505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14221A"/>
                </a:solidFill>
                <a:latin typeface="Inter"/>
                <a:ea typeface="Inter"/>
                <a:cs typeface="Inter"/>
              </a:defRPr>
            </a:defPPr>
            <a:lvl1pPr>
              <a:defRPr sz="2100" b="1">
                <a:solidFill>
                  <a:srgbClr val="14221A"/>
                </a:solidFill>
                <a:latin typeface="Inter"/>
                <a:ea typeface="Inter"/>
                <a:cs typeface="Inter"/>
              </a:defRPr>
            </a:lvl1pPr>
            <a:lvl2pPr>
              <a:defRPr sz="2100" b="1">
                <a:solidFill>
                  <a:srgbClr val="14221A"/>
                </a:solidFill>
                <a:latin typeface="Inter"/>
                <a:ea typeface="Inter"/>
                <a:cs typeface="Inter"/>
              </a:defRPr>
            </a:lvl2pPr>
            <a:lvl3pPr>
              <a:defRPr sz="2100" b="1">
                <a:solidFill>
                  <a:srgbClr val="14221A"/>
                </a:solidFill>
                <a:latin typeface="Inter"/>
                <a:ea typeface="Inter"/>
                <a:cs typeface="Inter"/>
              </a:defRPr>
            </a:lvl3pPr>
            <a:lvl4pPr>
              <a:defRPr sz="2100" b="1">
                <a:solidFill>
                  <a:srgbClr val="14221A"/>
                </a:solidFill>
                <a:latin typeface="Inter"/>
                <a:ea typeface="Inter"/>
                <a:cs typeface="Inter"/>
              </a:defRPr>
            </a:lvl4pPr>
            <a:lvl5pPr>
              <a:defRPr sz="2100" b="1">
                <a:solidFill>
                  <a:srgbClr val="14221A"/>
                </a:solidFill>
                <a:latin typeface="Inter"/>
                <a:ea typeface="Inter"/>
                <a:cs typeface="Inter"/>
              </a:defRPr>
            </a:lvl5pPr>
            <a:lvl6pPr>
              <a:defRPr sz="2100" b="1">
                <a:solidFill>
                  <a:srgbClr val="14221A"/>
                </a:solidFill>
                <a:latin typeface="Inter"/>
                <a:ea typeface="Inter"/>
                <a:cs typeface="Inter"/>
              </a:defRPr>
            </a:lvl6pPr>
            <a:lvl7pPr>
              <a:defRPr sz="2100" b="1">
                <a:solidFill>
                  <a:srgbClr val="14221A"/>
                </a:solidFill>
                <a:latin typeface="Inter"/>
                <a:ea typeface="Inter"/>
                <a:cs typeface="Inter"/>
              </a:defRPr>
            </a:lvl7pPr>
            <a:lvl8pPr>
              <a:defRPr sz="2100" b="1">
                <a:solidFill>
                  <a:srgbClr val="14221A"/>
                </a:solidFill>
                <a:latin typeface="Inter"/>
                <a:ea typeface="Inter"/>
                <a:cs typeface="Inter"/>
              </a:defRPr>
            </a:lvl8pPr>
            <a:lvl9pPr>
              <a:defRPr sz="2100" b="1">
                <a:solidFill>
                  <a:srgbClr val="14221A"/>
                </a:solidFill>
                <a:latin typeface="Inter"/>
                <a:ea typeface="Inter"/>
                <a:cs typeface="Inter"/>
              </a:defRPr>
            </a:lvl9pPr>
          </a:lstStyle>
          <a:p xmlns:a="http://schemas.openxmlformats.org/drawingml/2006/main">
            <a:pPr>
              <a:defRPr sz="2100" b="1">
                <a:solidFill>
                  <a:srgbClr val="14221A"/>
                </a:solidFill>
                <a:latin typeface="Inter"/>
                <a:ea typeface="Inter"/>
                <a:cs typeface="Inter"/>
              </a:defRPr>
            </a:pPr>
            <a:r>
              <a:rPr sz="2100" b="1">
                <a:solidFill>
                  <a:srgbClr val="14221A"/>
                </a:solidFill>
                <a:latin typeface="Inter"/>
                <a:ea typeface="Inter"/>
                <a:cs typeface="Inter"/>
              </a:rPr>
              <a:t>Persist</a:t>
            </a:r>
          </a:p>
        </p:txBody>
      </p:sp>
      <p:sp>
        <p:nvSpPr>
          <p:cNvPr id="14" name="text-148">
            <a:extLst xmlns:a="http://schemas.openxmlformats.org/drawingml/2006/main">
              <a:ext uri="{FF2B5EF4-FFF2-40B4-BE49-F238E27FC236}">
                <a16:creationId xmlns:a16="http://schemas.microsoft.com/office/drawing/2014/main" id="{0F325ABB-1651-4935-8DB4-160A7B889BAB}"/>
              </a:ext>
            </a:extLst>
          </p:cNvPr>
          <p:cNvSpPr>
            <a:spLocks xmlns:a="http://schemas.openxmlformats.org/drawingml/2006/main" noGrp="1"/>
          </p:cNvSpPr>
          <p:nvPr/>
        </p:nvSpPr>
        <p:spPr>
          <a:xfrm xmlns:a="http://schemas.openxmlformats.org/drawingml/2006/main">
            <a:off x="8153400" y="5000625"/>
            <a:ext cx="35052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657167"/>
                </a:solidFill>
                <a:latin typeface="Inter"/>
                <a:ea typeface="Inter"/>
                <a:cs typeface="Inter"/>
              </a:defRPr>
            </a:defPPr>
            <a:lvl1pPr>
              <a:defRPr sz="1800" b="0">
                <a:solidFill>
                  <a:srgbClr val="657167"/>
                </a:solidFill>
                <a:latin typeface="Inter"/>
                <a:ea typeface="Inter"/>
                <a:cs typeface="Inter"/>
              </a:defRPr>
            </a:lvl1pPr>
            <a:lvl2pPr>
              <a:defRPr sz="1800" b="0">
                <a:solidFill>
                  <a:srgbClr val="657167"/>
                </a:solidFill>
                <a:latin typeface="Inter"/>
                <a:ea typeface="Inter"/>
                <a:cs typeface="Inter"/>
              </a:defRPr>
            </a:lvl2pPr>
            <a:lvl3pPr>
              <a:defRPr sz="1800" b="0">
                <a:solidFill>
                  <a:srgbClr val="657167"/>
                </a:solidFill>
                <a:latin typeface="Inter"/>
                <a:ea typeface="Inter"/>
                <a:cs typeface="Inter"/>
              </a:defRPr>
            </a:lvl3pPr>
            <a:lvl4pPr>
              <a:defRPr sz="1800" b="0">
                <a:solidFill>
                  <a:srgbClr val="657167"/>
                </a:solidFill>
                <a:latin typeface="Inter"/>
                <a:ea typeface="Inter"/>
                <a:cs typeface="Inter"/>
              </a:defRPr>
            </a:lvl4pPr>
            <a:lvl5pPr>
              <a:defRPr sz="1800" b="0">
                <a:solidFill>
                  <a:srgbClr val="657167"/>
                </a:solidFill>
                <a:latin typeface="Inter"/>
                <a:ea typeface="Inter"/>
                <a:cs typeface="Inter"/>
              </a:defRPr>
            </a:lvl5pPr>
            <a:lvl6pPr>
              <a:defRPr sz="1800" b="0">
                <a:solidFill>
                  <a:srgbClr val="657167"/>
                </a:solidFill>
                <a:latin typeface="Inter"/>
                <a:ea typeface="Inter"/>
                <a:cs typeface="Inter"/>
              </a:defRPr>
            </a:lvl6pPr>
            <a:lvl7pPr>
              <a:defRPr sz="1800" b="0">
                <a:solidFill>
                  <a:srgbClr val="657167"/>
                </a:solidFill>
                <a:latin typeface="Inter"/>
                <a:ea typeface="Inter"/>
                <a:cs typeface="Inter"/>
              </a:defRPr>
            </a:lvl7pPr>
            <a:lvl8pPr>
              <a:defRPr sz="1800" b="0">
                <a:solidFill>
                  <a:srgbClr val="657167"/>
                </a:solidFill>
                <a:latin typeface="Inter"/>
                <a:ea typeface="Inter"/>
                <a:cs typeface="Inter"/>
              </a:defRPr>
            </a:lvl8pPr>
            <a:lvl9pPr>
              <a:defRPr sz="1800" b="0">
                <a:solidFill>
                  <a:srgbClr val="657167"/>
                </a:solidFill>
                <a:latin typeface="Inter"/>
                <a:ea typeface="Inter"/>
                <a:cs typeface="Inter"/>
              </a:defRPr>
            </a:lvl9pPr>
          </a:lstStyle>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Request ID, retrievedAt,</a:t>
            </a:r>
          </a:p>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record count and SHA</a:t>
            </a:r>
          </a:p>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travel with analysis_runs.</a:t>
            </a:r>
          </a:p>
        </p:txBody>
      </p:sp>
    </p:spTree>
    <p:extLst>
      <p:ext uri="{BB962C8B-B14F-4D97-AF65-F5344CB8AC3E}">
        <p14:creationId xmlns:p14="http://schemas.microsoft.com/office/powerpoint/2010/main" val="25003727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9" name="">
            <a:extLst xmlns:a="http://schemas.openxmlformats.org/drawingml/2006/main">
              <a:ext uri="{FF2B5EF4-FFF2-40B4-BE49-F238E27FC236}">
                <a16:creationId xmlns:a16="http://schemas.microsoft.com/office/drawing/2014/main" id="{D8034D70-6E89-4B32-A253-023E22AAA1A4}"/>
              </a:ext>
            </a:extLst>
          </p:cNvPr>
          <p:cNvCxnSpPr>
            <a:stCxn xmlns:a="http://schemas.openxmlformats.org/drawingml/2006/main" id="11" idx="3"/>
            <a:endCxn xmlns:a="http://schemas.openxmlformats.org/drawingml/2006/main" id="14" idx="1"/>
          </p:cNvCxnSpPr>
          <p:nvPr/>
        </p:nvCxnSpPr>
        <p:spPr>
          <a:xfrm xmlns:a="http://schemas.openxmlformats.org/drawingml/2006/main">
            <a:off x="8801100" y="2781300"/>
            <a:ext cx="419100" cy="0"/>
          </a:xfrm>
          <a:prstGeom xmlns:a="http://schemas.openxmlformats.org/drawingml/2006/main" prst="straightConnector1">
            <a:avLst/>
          </a:prstGeom>
          <a:ln xmlns:a="http://schemas.openxmlformats.org/drawingml/2006/main" w="19050">
            <a:solidFill>
              <a:srgbClr val="1B5E20"/>
            </a:solidFill>
            <a:tailEnd type="triangle" w="med" len="med"/>
          </a:ln>
        </p:spPr>
      </p:cxnSp>
      <p:cxnSp>
        <p:nvCxnSpPr>
          <p:cNvPr id="18" name="">
            <a:extLst xmlns:a="http://schemas.openxmlformats.org/drawingml/2006/main">
              <a:ext uri="{FF2B5EF4-FFF2-40B4-BE49-F238E27FC236}">
                <a16:creationId xmlns:a16="http://schemas.microsoft.com/office/drawing/2014/main" id="{B8FF6D3B-5786-42C9-8363-4BD52B79AE74}"/>
              </a:ext>
            </a:extLst>
          </p:cNvPr>
          <p:cNvCxnSpPr>
            <a:stCxn xmlns:a="http://schemas.openxmlformats.org/drawingml/2006/main" id="8" idx="3"/>
            <a:endCxn xmlns:a="http://schemas.openxmlformats.org/drawingml/2006/main" id="11" idx="1"/>
          </p:cNvCxnSpPr>
          <p:nvPr/>
        </p:nvCxnSpPr>
        <p:spPr>
          <a:xfrm xmlns:a="http://schemas.openxmlformats.org/drawingml/2006/main">
            <a:off x="5905500" y="2781300"/>
            <a:ext cx="419100" cy="0"/>
          </a:xfrm>
          <a:prstGeom xmlns:a="http://schemas.openxmlformats.org/drawingml/2006/main" prst="straightConnector1">
            <a:avLst/>
          </a:prstGeom>
          <a:ln xmlns:a="http://schemas.openxmlformats.org/drawingml/2006/main" w="19050">
            <a:solidFill>
              <a:srgbClr val="1B5E20"/>
            </a:solidFill>
            <a:tailEnd type="triangle" w="med" len="med"/>
          </a:ln>
        </p:spPr>
      </p:cxnSp>
      <p:cxnSp>
        <p:nvCxnSpPr>
          <p:cNvPr id="17" name="">
            <a:extLst xmlns:a="http://schemas.openxmlformats.org/drawingml/2006/main">
              <a:ext uri="{FF2B5EF4-FFF2-40B4-BE49-F238E27FC236}">
                <a16:creationId xmlns:a16="http://schemas.microsoft.com/office/drawing/2014/main" id="{342EAE71-F3DE-4EEB-9622-4699B7E5E899}"/>
              </a:ext>
            </a:extLst>
          </p:cNvPr>
          <p:cNvCxnSpPr>
            <a:stCxn xmlns:a="http://schemas.openxmlformats.org/drawingml/2006/main" id="5" idx="3"/>
            <a:endCxn xmlns:a="http://schemas.openxmlformats.org/drawingml/2006/main" id="8" idx="1"/>
          </p:cNvCxnSpPr>
          <p:nvPr/>
        </p:nvCxnSpPr>
        <p:spPr>
          <a:xfrm xmlns:a="http://schemas.openxmlformats.org/drawingml/2006/main">
            <a:off x="3009900" y="2781300"/>
            <a:ext cx="419100" cy="0"/>
          </a:xfrm>
          <a:prstGeom xmlns:a="http://schemas.openxmlformats.org/drawingml/2006/main" prst="straightConnector1">
            <a:avLst/>
          </a:prstGeom>
          <a:ln xmlns:a="http://schemas.openxmlformats.org/drawingml/2006/main" w="19050">
            <a:solidFill>
              <a:srgbClr val="1B5E20"/>
            </a:solidFill>
            <a:tailEnd type="triangle" w="med" len="med"/>
          </a:ln>
        </p:spPr>
      </p:cxnSp>
      <p:sp>
        <p:nvSpPr>
          <p:cNvPr id="22" name="text-149">
            <a:extLst xmlns:a="http://schemas.openxmlformats.org/drawingml/2006/main">
              <a:ext uri="{FF2B5EF4-FFF2-40B4-BE49-F238E27FC236}">
                <a16:creationId xmlns:a16="http://schemas.microsoft.com/office/drawing/2014/main" id="{4A4994F2-4849-4F39-A1CC-29C36ED76994}"/>
              </a:ext>
            </a:extLst>
          </p:cNvPr>
          <p:cNvSpPr>
            <a:spLocks xmlns:a="http://schemas.openxmlformats.org/drawingml/2006/main" noGrp="1"/>
          </p:cNvSpPr>
          <p:nvPr/>
        </p:nvSpPr>
        <p:spPr>
          <a:xfrm xmlns:a="http://schemas.openxmlformats.org/drawingml/2006/main">
            <a:off x="533400" y="257175"/>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CELLORAS / ENGINEERING</a:t>
            </a:r>
          </a:p>
        </p:txBody>
      </p:sp>
      <p:sp>
        <p:nvSpPr>
          <p:cNvPr id="2" name="text-150">
            <a:extLst xmlns:a="http://schemas.openxmlformats.org/drawingml/2006/main">
              <a:ext uri="{FF2B5EF4-FFF2-40B4-BE49-F238E27FC236}">
                <a16:creationId xmlns:a16="http://schemas.microsoft.com/office/drawing/2014/main" id="{5972C33B-2CA4-4D71-B58F-374BD7D8A692}"/>
              </a:ext>
            </a:extLst>
          </p:cNvPr>
          <p:cNvSpPr>
            <a:spLocks xmlns:a="http://schemas.openxmlformats.org/drawingml/2006/main" noGrp="1"/>
          </p:cNvSpPr>
          <p:nvPr/>
        </p:nvSpPr>
        <p:spPr>
          <a:xfrm xmlns:a="http://schemas.openxmlformats.org/drawingml/2006/main">
            <a:off x="533400" y="666750"/>
            <a:ext cx="11125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21A"/>
                </a:solidFill>
                <a:latin typeface="Inter"/>
                <a:ea typeface="Inter"/>
                <a:cs typeface="Inter"/>
              </a:defRPr>
            </a:defPPr>
            <a:lvl1pPr>
              <a:defRPr sz="3225" b="1">
                <a:solidFill>
                  <a:srgbClr val="14221A"/>
                </a:solidFill>
                <a:latin typeface="Inter"/>
                <a:ea typeface="Inter"/>
                <a:cs typeface="Inter"/>
              </a:defRPr>
            </a:lvl1pPr>
            <a:lvl2pPr>
              <a:defRPr sz="3225" b="1">
                <a:solidFill>
                  <a:srgbClr val="14221A"/>
                </a:solidFill>
                <a:latin typeface="Inter"/>
                <a:ea typeface="Inter"/>
                <a:cs typeface="Inter"/>
              </a:defRPr>
            </a:lvl2pPr>
            <a:lvl3pPr>
              <a:defRPr sz="3225" b="1">
                <a:solidFill>
                  <a:srgbClr val="14221A"/>
                </a:solidFill>
                <a:latin typeface="Inter"/>
                <a:ea typeface="Inter"/>
                <a:cs typeface="Inter"/>
              </a:defRPr>
            </a:lvl3pPr>
            <a:lvl4pPr>
              <a:defRPr sz="3225" b="1">
                <a:solidFill>
                  <a:srgbClr val="14221A"/>
                </a:solidFill>
                <a:latin typeface="Inter"/>
                <a:ea typeface="Inter"/>
                <a:cs typeface="Inter"/>
              </a:defRPr>
            </a:lvl4pPr>
            <a:lvl5pPr>
              <a:defRPr sz="3225" b="1">
                <a:solidFill>
                  <a:srgbClr val="14221A"/>
                </a:solidFill>
                <a:latin typeface="Inter"/>
                <a:ea typeface="Inter"/>
                <a:cs typeface="Inter"/>
              </a:defRPr>
            </a:lvl5pPr>
            <a:lvl6pPr>
              <a:defRPr sz="3225" b="1">
                <a:solidFill>
                  <a:srgbClr val="14221A"/>
                </a:solidFill>
                <a:latin typeface="Inter"/>
                <a:ea typeface="Inter"/>
                <a:cs typeface="Inter"/>
              </a:defRPr>
            </a:lvl6pPr>
            <a:lvl7pPr>
              <a:defRPr sz="3225" b="1">
                <a:solidFill>
                  <a:srgbClr val="14221A"/>
                </a:solidFill>
                <a:latin typeface="Inter"/>
                <a:ea typeface="Inter"/>
                <a:cs typeface="Inter"/>
              </a:defRPr>
            </a:lvl7pPr>
            <a:lvl8pPr>
              <a:defRPr sz="3225" b="1">
                <a:solidFill>
                  <a:srgbClr val="14221A"/>
                </a:solidFill>
                <a:latin typeface="Inter"/>
                <a:ea typeface="Inter"/>
                <a:cs typeface="Inter"/>
              </a:defRPr>
            </a:lvl8pPr>
            <a:lvl9pPr>
              <a:defRPr sz="3225" b="1">
                <a:solidFill>
                  <a:srgbClr val="14221A"/>
                </a:solidFill>
                <a:latin typeface="Inter"/>
                <a:ea typeface="Inter"/>
                <a:cs typeface="Inter"/>
              </a:defRPr>
            </a:lvl9pPr>
          </a:lstStyle>
          <a:p xmlns:a="http://schemas.openxmlformats.org/drawingml/2006/main">
            <a:pPr>
              <a:defRPr sz="3225" b="1">
                <a:solidFill>
                  <a:srgbClr val="14221A"/>
                </a:solidFill>
                <a:latin typeface="Inter"/>
                <a:ea typeface="Inter"/>
                <a:cs typeface="Inter"/>
              </a:defRPr>
            </a:pPr>
            <a:r>
              <a:rPr sz="3225" b="1">
                <a:solidFill>
                  <a:srgbClr val="14221A"/>
                </a:solidFill>
                <a:latin typeface="Inter"/>
                <a:ea typeface="Inter"/>
                <a:cs typeface="Inter"/>
              </a:rPr>
              <a:t>Meterless H-MEM state and retrieval</a:t>
            </a:r>
          </a:p>
        </p:txBody>
      </p:sp>
      <p:sp>
        <p:nvSpPr>
          <p:cNvPr id="3" name="text-151">
            <a:extLst xmlns:a="http://schemas.openxmlformats.org/drawingml/2006/main">
              <a:ext uri="{FF2B5EF4-FFF2-40B4-BE49-F238E27FC236}">
                <a16:creationId xmlns:a16="http://schemas.microsoft.com/office/drawing/2014/main" id="{8ACF28F0-CCB5-44AB-BDF2-2A5A49D87366}"/>
              </a:ext>
            </a:extLst>
          </p:cNvPr>
          <p:cNvSpPr>
            <a:spLocks xmlns:a="http://schemas.openxmlformats.org/drawingml/2006/main" noGrp="1"/>
          </p:cNvSpPr>
          <p:nvPr/>
        </p:nvSpPr>
        <p:spPr>
          <a:xfrm xmlns:a="http://schemas.openxmlformats.org/drawingml/2006/main">
            <a:off x="533400" y="1381125"/>
            <a:ext cx="11125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657167"/>
                </a:solidFill>
                <a:latin typeface="Inter"/>
                <a:ea typeface="Inter"/>
                <a:cs typeface="Inter"/>
              </a:defRPr>
            </a:defPPr>
            <a:lvl1pPr>
              <a:defRPr sz="1800" b="0">
                <a:solidFill>
                  <a:srgbClr val="657167"/>
                </a:solidFill>
                <a:latin typeface="Inter"/>
                <a:ea typeface="Inter"/>
                <a:cs typeface="Inter"/>
              </a:defRPr>
            </a:lvl1pPr>
            <a:lvl2pPr>
              <a:defRPr sz="1800" b="0">
                <a:solidFill>
                  <a:srgbClr val="657167"/>
                </a:solidFill>
                <a:latin typeface="Inter"/>
                <a:ea typeface="Inter"/>
                <a:cs typeface="Inter"/>
              </a:defRPr>
            </a:lvl2pPr>
            <a:lvl3pPr>
              <a:defRPr sz="1800" b="0">
                <a:solidFill>
                  <a:srgbClr val="657167"/>
                </a:solidFill>
                <a:latin typeface="Inter"/>
                <a:ea typeface="Inter"/>
                <a:cs typeface="Inter"/>
              </a:defRPr>
            </a:lvl3pPr>
            <a:lvl4pPr>
              <a:defRPr sz="1800" b="0">
                <a:solidFill>
                  <a:srgbClr val="657167"/>
                </a:solidFill>
                <a:latin typeface="Inter"/>
                <a:ea typeface="Inter"/>
                <a:cs typeface="Inter"/>
              </a:defRPr>
            </a:lvl4pPr>
            <a:lvl5pPr>
              <a:defRPr sz="1800" b="0">
                <a:solidFill>
                  <a:srgbClr val="657167"/>
                </a:solidFill>
                <a:latin typeface="Inter"/>
                <a:ea typeface="Inter"/>
                <a:cs typeface="Inter"/>
              </a:defRPr>
            </a:lvl5pPr>
            <a:lvl6pPr>
              <a:defRPr sz="1800" b="0">
                <a:solidFill>
                  <a:srgbClr val="657167"/>
                </a:solidFill>
                <a:latin typeface="Inter"/>
                <a:ea typeface="Inter"/>
                <a:cs typeface="Inter"/>
              </a:defRPr>
            </a:lvl6pPr>
            <a:lvl7pPr>
              <a:defRPr sz="1800" b="0">
                <a:solidFill>
                  <a:srgbClr val="657167"/>
                </a:solidFill>
                <a:latin typeface="Inter"/>
                <a:ea typeface="Inter"/>
                <a:cs typeface="Inter"/>
              </a:defRPr>
            </a:lvl7pPr>
            <a:lvl8pPr>
              <a:defRPr sz="1800" b="0">
                <a:solidFill>
                  <a:srgbClr val="657167"/>
                </a:solidFill>
                <a:latin typeface="Inter"/>
                <a:ea typeface="Inter"/>
                <a:cs typeface="Inter"/>
              </a:defRPr>
            </a:lvl8pPr>
            <a:lvl9pPr>
              <a:defRPr sz="1800" b="0">
                <a:solidFill>
                  <a:srgbClr val="657167"/>
                </a:solidFill>
                <a:latin typeface="Inter"/>
                <a:ea typeface="Inter"/>
                <a:cs typeface="Inter"/>
              </a:defRPr>
            </a:lvl9pPr>
          </a:lstStyle>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The worker imports the pinned engine directly and persists its state in PostgreSQL</a:t>
            </a:r>
          </a:p>
        </p:txBody>
      </p:sp>
      <p:sp>
        <p:nvSpPr>
          <p:cNvPr id="4" name="text-152">
            <a:extLst xmlns:a="http://schemas.openxmlformats.org/drawingml/2006/main">
              <a:ext uri="{FF2B5EF4-FFF2-40B4-BE49-F238E27FC236}">
                <a16:creationId xmlns:a16="http://schemas.microsoft.com/office/drawing/2014/main" id="{7359BF5B-155F-4D32-BE02-F989667153E3}"/>
              </a:ext>
            </a:extLst>
          </p:cNvPr>
          <p:cNvSpPr>
            <a:spLocks xmlns:a="http://schemas.openxmlformats.org/drawingml/2006/main" noGrp="1"/>
          </p:cNvSpPr>
          <p:nvPr/>
        </p:nvSpPr>
        <p:spPr>
          <a:xfrm xmlns:a="http://schemas.openxmlformats.org/drawingml/2006/main">
            <a:off x="11258550" y="6486525"/>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08</a:t>
            </a:r>
          </a:p>
        </p:txBody>
      </p:sp>
      <p:sp>
        <p:nvSpPr>
          <p:cNvPr id="5" name="node-153">
            <a:extLst xmlns:a="http://schemas.openxmlformats.org/drawingml/2006/main">
              <a:ext uri="{FF2B5EF4-FFF2-40B4-BE49-F238E27FC236}">
                <a16:creationId xmlns:a16="http://schemas.microsoft.com/office/drawing/2014/main" id="{B4D1B833-4C54-4961-9C42-5CCBA0596A94}"/>
              </a:ext>
            </a:extLst>
          </p:cNvPr>
          <p:cNvSpPr>
            <a:spLocks xmlns:a="http://schemas.openxmlformats.org/drawingml/2006/main" noGrp="1"/>
          </p:cNvSpPr>
          <p:nvPr/>
        </p:nvSpPr>
        <p:spPr>
          <a:xfrm xmlns:a="http://schemas.openxmlformats.org/drawingml/2006/main">
            <a:off x="533400" y="2133600"/>
            <a:ext cx="2476500" cy="1295400"/>
          </a:xfrm>
          <a:prstGeom xmlns:a="http://schemas.openxmlformats.org/drawingml/2006/main" prst="rect">
            <a:avLst/>
          </a:prstGeom>
          <a:solidFill xmlns:a="http://schemas.openxmlformats.org/drawingml/2006/main">
            <a:srgbClr val="F0F5ED"/>
          </a:solidFill>
          <a:ln xmlns:a="http://schemas.openxmlformats.org/drawingml/2006/main" w="9525">
            <a:solidFill>
              <a:srgbClr val="DAE2D8"/>
            </a:solidFill>
          </a:ln>
        </p:spPr>
      </p:sp>
      <p:sp>
        <p:nvSpPr>
          <p:cNvPr id="6" name="text-154">
            <a:extLst xmlns:a="http://schemas.openxmlformats.org/drawingml/2006/main">
              <a:ext uri="{FF2B5EF4-FFF2-40B4-BE49-F238E27FC236}">
                <a16:creationId xmlns:a16="http://schemas.microsoft.com/office/drawing/2014/main" id="{7BFA3662-2075-4821-8108-4186D1377ED0}"/>
              </a:ext>
            </a:extLst>
          </p:cNvPr>
          <p:cNvSpPr>
            <a:spLocks xmlns:a="http://schemas.openxmlformats.org/drawingml/2006/main" noGrp="1"/>
          </p:cNvSpPr>
          <p:nvPr/>
        </p:nvSpPr>
        <p:spPr>
          <a:xfrm xmlns:a="http://schemas.openxmlformats.org/drawingml/2006/main">
            <a:off x="695325" y="2276475"/>
            <a:ext cx="2152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14221A"/>
                </a:solidFill>
                <a:latin typeface="Inter"/>
                <a:ea typeface="Inter"/>
                <a:cs typeface="Inter"/>
              </a:defRPr>
            </a:defPPr>
            <a:lvl1pPr>
              <a:defRPr sz="1725" b="1">
                <a:solidFill>
                  <a:srgbClr val="14221A"/>
                </a:solidFill>
                <a:latin typeface="Inter"/>
                <a:ea typeface="Inter"/>
                <a:cs typeface="Inter"/>
              </a:defRPr>
            </a:lvl1pPr>
            <a:lvl2pPr>
              <a:defRPr sz="1725" b="1">
                <a:solidFill>
                  <a:srgbClr val="14221A"/>
                </a:solidFill>
                <a:latin typeface="Inter"/>
                <a:ea typeface="Inter"/>
                <a:cs typeface="Inter"/>
              </a:defRPr>
            </a:lvl2pPr>
            <a:lvl3pPr>
              <a:defRPr sz="1725" b="1">
                <a:solidFill>
                  <a:srgbClr val="14221A"/>
                </a:solidFill>
                <a:latin typeface="Inter"/>
                <a:ea typeface="Inter"/>
                <a:cs typeface="Inter"/>
              </a:defRPr>
            </a:lvl3pPr>
            <a:lvl4pPr>
              <a:defRPr sz="1725" b="1">
                <a:solidFill>
                  <a:srgbClr val="14221A"/>
                </a:solidFill>
                <a:latin typeface="Inter"/>
                <a:ea typeface="Inter"/>
                <a:cs typeface="Inter"/>
              </a:defRPr>
            </a:lvl4pPr>
            <a:lvl5pPr>
              <a:defRPr sz="1725" b="1">
                <a:solidFill>
                  <a:srgbClr val="14221A"/>
                </a:solidFill>
                <a:latin typeface="Inter"/>
                <a:ea typeface="Inter"/>
                <a:cs typeface="Inter"/>
              </a:defRPr>
            </a:lvl5pPr>
            <a:lvl6pPr>
              <a:defRPr sz="1725" b="1">
                <a:solidFill>
                  <a:srgbClr val="14221A"/>
                </a:solidFill>
                <a:latin typeface="Inter"/>
                <a:ea typeface="Inter"/>
                <a:cs typeface="Inter"/>
              </a:defRPr>
            </a:lvl6pPr>
            <a:lvl7pPr>
              <a:defRPr sz="1725" b="1">
                <a:solidFill>
                  <a:srgbClr val="14221A"/>
                </a:solidFill>
                <a:latin typeface="Inter"/>
                <a:ea typeface="Inter"/>
                <a:cs typeface="Inter"/>
              </a:defRPr>
            </a:lvl7pPr>
            <a:lvl8pPr>
              <a:defRPr sz="1725" b="1">
                <a:solidFill>
                  <a:srgbClr val="14221A"/>
                </a:solidFill>
                <a:latin typeface="Inter"/>
                <a:ea typeface="Inter"/>
                <a:cs typeface="Inter"/>
              </a:defRPr>
            </a:lvl8pPr>
            <a:lvl9pPr>
              <a:defRPr sz="1725" b="1">
                <a:solidFill>
                  <a:srgbClr val="14221A"/>
                </a:solidFill>
                <a:latin typeface="Inter"/>
                <a:ea typeface="Inter"/>
                <a:cs typeface="Inter"/>
              </a:defRPr>
            </a:lvl9pPr>
          </a:lstStyle>
          <a:p xmlns:a="http://schemas.openxmlformats.org/drawingml/2006/main">
            <a:pPr>
              <a:defRPr sz="1725" b="1">
                <a:solidFill>
                  <a:srgbClr val="14221A"/>
                </a:solidFill>
                <a:latin typeface="Inter"/>
                <a:ea typeface="Inter"/>
                <a:cs typeface="Inter"/>
              </a:defRPr>
            </a:pPr>
            <a:r>
              <a:rPr sz="1725" b="1">
                <a:solidFill>
                  <a:srgbClr val="14221A"/>
                </a:solidFill>
                <a:latin typeface="Inter"/>
                <a:ea typeface="Inter"/>
                <a:cs typeface="Inter"/>
              </a:rPr>
              <a:t>Canonical reviews</a:t>
            </a:r>
          </a:p>
        </p:txBody>
      </p:sp>
      <p:sp>
        <p:nvSpPr>
          <p:cNvPr id="7" name="text-155">
            <a:extLst xmlns:a="http://schemas.openxmlformats.org/drawingml/2006/main">
              <a:ext uri="{FF2B5EF4-FFF2-40B4-BE49-F238E27FC236}">
                <a16:creationId xmlns:a16="http://schemas.microsoft.com/office/drawing/2014/main" id="{4C13CECC-7093-45ED-8954-8A8763B2100A}"/>
              </a:ext>
            </a:extLst>
          </p:cNvPr>
          <p:cNvSpPr>
            <a:spLocks xmlns:a="http://schemas.openxmlformats.org/drawingml/2006/main" noGrp="1"/>
          </p:cNvSpPr>
          <p:nvPr/>
        </p:nvSpPr>
        <p:spPr>
          <a:xfrm xmlns:a="http://schemas.openxmlformats.org/drawingml/2006/main">
            <a:off x="695325" y="2676525"/>
            <a:ext cx="2152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657167"/>
                </a:solidFill>
                <a:latin typeface="Inter"/>
                <a:ea typeface="Inter"/>
                <a:cs typeface="Inter"/>
              </a:defRPr>
            </a:defPPr>
            <a:lvl1pPr>
              <a:defRPr sz="1575" b="0">
                <a:solidFill>
                  <a:srgbClr val="657167"/>
                </a:solidFill>
                <a:latin typeface="Inter"/>
                <a:ea typeface="Inter"/>
                <a:cs typeface="Inter"/>
              </a:defRPr>
            </a:lvl1pPr>
            <a:lvl2pPr>
              <a:defRPr sz="1575" b="0">
                <a:solidFill>
                  <a:srgbClr val="657167"/>
                </a:solidFill>
                <a:latin typeface="Inter"/>
                <a:ea typeface="Inter"/>
                <a:cs typeface="Inter"/>
              </a:defRPr>
            </a:lvl2pPr>
            <a:lvl3pPr>
              <a:defRPr sz="1575" b="0">
                <a:solidFill>
                  <a:srgbClr val="657167"/>
                </a:solidFill>
                <a:latin typeface="Inter"/>
                <a:ea typeface="Inter"/>
                <a:cs typeface="Inter"/>
              </a:defRPr>
            </a:lvl3pPr>
            <a:lvl4pPr>
              <a:defRPr sz="1575" b="0">
                <a:solidFill>
                  <a:srgbClr val="657167"/>
                </a:solidFill>
                <a:latin typeface="Inter"/>
                <a:ea typeface="Inter"/>
                <a:cs typeface="Inter"/>
              </a:defRPr>
            </a:lvl4pPr>
            <a:lvl5pPr>
              <a:defRPr sz="1575" b="0">
                <a:solidFill>
                  <a:srgbClr val="657167"/>
                </a:solidFill>
                <a:latin typeface="Inter"/>
                <a:ea typeface="Inter"/>
                <a:cs typeface="Inter"/>
              </a:defRPr>
            </a:lvl5pPr>
            <a:lvl6pPr>
              <a:defRPr sz="1575" b="0">
                <a:solidFill>
                  <a:srgbClr val="657167"/>
                </a:solidFill>
                <a:latin typeface="Inter"/>
                <a:ea typeface="Inter"/>
                <a:cs typeface="Inter"/>
              </a:defRPr>
            </a:lvl6pPr>
            <a:lvl7pPr>
              <a:defRPr sz="1575" b="0">
                <a:solidFill>
                  <a:srgbClr val="657167"/>
                </a:solidFill>
                <a:latin typeface="Inter"/>
                <a:ea typeface="Inter"/>
                <a:cs typeface="Inter"/>
              </a:defRPr>
            </a:lvl7pPr>
            <a:lvl8pPr>
              <a:defRPr sz="1575" b="0">
                <a:solidFill>
                  <a:srgbClr val="657167"/>
                </a:solidFill>
                <a:latin typeface="Inter"/>
                <a:ea typeface="Inter"/>
                <a:cs typeface="Inter"/>
              </a:defRPr>
            </a:lvl8pPr>
            <a:lvl9pPr>
              <a:defRPr sz="1575" b="0">
                <a:solidFill>
                  <a:srgbClr val="657167"/>
                </a:solidFill>
                <a:latin typeface="Inter"/>
                <a:ea typeface="Inter"/>
                <a:cs typeface="Inter"/>
              </a:defRPr>
            </a:lvl9pPr>
          </a:lstStyle>
          <a:p xmlns:a="http://schemas.openxmlformats.org/drawingml/2006/main">
            <a:pPr>
              <a:defRPr sz="1575" b="0">
                <a:solidFill>
                  <a:srgbClr val="657167"/>
                </a:solidFill>
                <a:latin typeface="Inter"/>
                <a:ea typeface="Inter"/>
                <a:cs typeface="Inter"/>
              </a:defRPr>
            </a:pPr>
            <a:r>
              <a:rPr sz="1575" b="0">
                <a:solidFill>
                  <a:srgbClr val="657167"/>
                </a:solidFill>
                <a:latin typeface="Inter"/>
                <a:ea typeface="Inter"/>
                <a:cs typeface="Inter"/>
              </a:rPr>
              <a:t>annotation_reviews</a:t>
            </a:r>
          </a:p>
          <a:p xmlns:a="http://schemas.openxmlformats.org/drawingml/2006/main">
            <a:pPr>
              <a:defRPr sz="1575" b="0">
                <a:solidFill>
                  <a:srgbClr val="657167"/>
                </a:solidFill>
                <a:latin typeface="Inter"/>
                <a:ea typeface="Inter"/>
                <a:cs typeface="Inter"/>
              </a:defRPr>
            </a:pPr>
            <a:r>
              <a:rPr sz="1575" b="0">
                <a:solidFill>
                  <a:srgbClr val="657167"/>
                </a:solidFill>
                <a:latin typeface="Inter"/>
                <a:ea typeface="Inter"/>
                <a:cs typeface="Inter"/>
              </a:rPr>
              <a:t>research_entries</a:t>
            </a:r>
          </a:p>
        </p:txBody>
      </p:sp>
      <p:sp>
        <p:nvSpPr>
          <p:cNvPr id="8" name="node-156">
            <a:extLst xmlns:a="http://schemas.openxmlformats.org/drawingml/2006/main">
              <a:ext uri="{FF2B5EF4-FFF2-40B4-BE49-F238E27FC236}">
                <a16:creationId xmlns:a16="http://schemas.microsoft.com/office/drawing/2014/main" id="{D62331C1-B6B2-4477-8066-106A5B0DDF76}"/>
              </a:ext>
            </a:extLst>
          </p:cNvPr>
          <p:cNvSpPr>
            <a:spLocks xmlns:a="http://schemas.openxmlformats.org/drawingml/2006/main" noGrp="1"/>
          </p:cNvSpPr>
          <p:nvPr/>
        </p:nvSpPr>
        <p:spPr>
          <a:xfrm xmlns:a="http://schemas.openxmlformats.org/drawingml/2006/main">
            <a:off x="3429000" y="2133600"/>
            <a:ext cx="2476500" cy="1295400"/>
          </a:xfrm>
          <a:prstGeom xmlns:a="http://schemas.openxmlformats.org/drawingml/2006/main" prst="rect">
            <a:avLst/>
          </a:prstGeom>
          <a:solidFill xmlns:a="http://schemas.openxmlformats.org/drawingml/2006/main">
            <a:srgbClr val="F0F5ED"/>
          </a:solidFill>
          <a:ln xmlns:a="http://schemas.openxmlformats.org/drawingml/2006/main" w="9525">
            <a:solidFill>
              <a:srgbClr val="DAE2D8"/>
            </a:solidFill>
          </a:ln>
        </p:spPr>
      </p:sp>
      <p:sp>
        <p:nvSpPr>
          <p:cNvPr id="9" name="text-157">
            <a:extLst xmlns:a="http://schemas.openxmlformats.org/drawingml/2006/main">
              <a:ext uri="{FF2B5EF4-FFF2-40B4-BE49-F238E27FC236}">
                <a16:creationId xmlns:a16="http://schemas.microsoft.com/office/drawing/2014/main" id="{2B2BD9C9-FC9C-416C-AB5F-0929C3E3C377}"/>
              </a:ext>
            </a:extLst>
          </p:cNvPr>
          <p:cNvSpPr>
            <a:spLocks xmlns:a="http://schemas.openxmlformats.org/drawingml/2006/main" noGrp="1"/>
          </p:cNvSpPr>
          <p:nvPr/>
        </p:nvSpPr>
        <p:spPr>
          <a:xfrm xmlns:a="http://schemas.openxmlformats.org/drawingml/2006/main">
            <a:off x="3590925" y="2276475"/>
            <a:ext cx="2152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4221A"/>
                </a:solidFill>
                <a:latin typeface="Inter"/>
                <a:ea typeface="Inter"/>
                <a:cs typeface="Inter"/>
              </a:defRPr>
            </a:defPPr>
            <a:lvl1pPr>
              <a:defRPr sz="1875" b="1">
                <a:solidFill>
                  <a:srgbClr val="14221A"/>
                </a:solidFill>
                <a:latin typeface="Inter"/>
                <a:ea typeface="Inter"/>
                <a:cs typeface="Inter"/>
              </a:defRPr>
            </a:lvl1pPr>
            <a:lvl2pPr>
              <a:defRPr sz="1875" b="1">
                <a:solidFill>
                  <a:srgbClr val="14221A"/>
                </a:solidFill>
                <a:latin typeface="Inter"/>
                <a:ea typeface="Inter"/>
                <a:cs typeface="Inter"/>
              </a:defRPr>
            </a:lvl2pPr>
            <a:lvl3pPr>
              <a:defRPr sz="1875" b="1">
                <a:solidFill>
                  <a:srgbClr val="14221A"/>
                </a:solidFill>
                <a:latin typeface="Inter"/>
                <a:ea typeface="Inter"/>
                <a:cs typeface="Inter"/>
              </a:defRPr>
            </a:lvl3pPr>
            <a:lvl4pPr>
              <a:defRPr sz="1875" b="1">
                <a:solidFill>
                  <a:srgbClr val="14221A"/>
                </a:solidFill>
                <a:latin typeface="Inter"/>
                <a:ea typeface="Inter"/>
                <a:cs typeface="Inter"/>
              </a:defRPr>
            </a:lvl4pPr>
            <a:lvl5pPr>
              <a:defRPr sz="1875" b="1">
                <a:solidFill>
                  <a:srgbClr val="14221A"/>
                </a:solidFill>
                <a:latin typeface="Inter"/>
                <a:ea typeface="Inter"/>
                <a:cs typeface="Inter"/>
              </a:defRPr>
            </a:lvl5pPr>
            <a:lvl6pPr>
              <a:defRPr sz="1875" b="1">
                <a:solidFill>
                  <a:srgbClr val="14221A"/>
                </a:solidFill>
                <a:latin typeface="Inter"/>
                <a:ea typeface="Inter"/>
                <a:cs typeface="Inter"/>
              </a:defRPr>
            </a:lvl6pPr>
            <a:lvl7pPr>
              <a:defRPr sz="1875" b="1">
                <a:solidFill>
                  <a:srgbClr val="14221A"/>
                </a:solidFill>
                <a:latin typeface="Inter"/>
                <a:ea typeface="Inter"/>
                <a:cs typeface="Inter"/>
              </a:defRPr>
            </a:lvl7pPr>
            <a:lvl8pPr>
              <a:defRPr sz="1875" b="1">
                <a:solidFill>
                  <a:srgbClr val="14221A"/>
                </a:solidFill>
                <a:latin typeface="Inter"/>
                <a:ea typeface="Inter"/>
                <a:cs typeface="Inter"/>
              </a:defRPr>
            </a:lvl8pPr>
            <a:lvl9pPr>
              <a:defRPr sz="1875" b="1">
                <a:solidFill>
                  <a:srgbClr val="14221A"/>
                </a:solidFill>
                <a:latin typeface="Inter"/>
                <a:ea typeface="Inter"/>
                <a:cs typeface="Inter"/>
              </a:defRPr>
            </a:lvl9pPr>
          </a:lstStyle>
          <a:p xmlns:a="http://schemas.openxmlformats.org/drawingml/2006/main">
            <a:pPr>
              <a:defRPr sz="1875" b="1">
                <a:solidFill>
                  <a:srgbClr val="14221A"/>
                </a:solidFill>
                <a:latin typeface="Inter"/>
                <a:ea typeface="Inter"/>
                <a:cs typeface="Inter"/>
              </a:defRPr>
            </a:pPr>
            <a:r>
              <a:rPr sz="1875" b="1">
                <a:solidFill>
                  <a:srgbClr val="14221A"/>
                </a:solidFill>
                <a:latin typeface="Inter"/>
                <a:ea typeface="Inter"/>
                <a:cs typeface="Inter"/>
              </a:rPr>
              <a:t>Sync reviews</a:t>
            </a:r>
          </a:p>
        </p:txBody>
      </p:sp>
      <p:sp>
        <p:nvSpPr>
          <p:cNvPr id="10" name="text-158">
            <a:extLst xmlns:a="http://schemas.openxmlformats.org/drawingml/2006/main">
              <a:ext uri="{FF2B5EF4-FFF2-40B4-BE49-F238E27FC236}">
                <a16:creationId xmlns:a16="http://schemas.microsoft.com/office/drawing/2014/main" id="{1ABE97F9-4C76-4617-A65C-D9821123B45C}"/>
              </a:ext>
            </a:extLst>
          </p:cNvPr>
          <p:cNvSpPr>
            <a:spLocks xmlns:a="http://schemas.openxmlformats.org/drawingml/2006/main" noGrp="1"/>
          </p:cNvSpPr>
          <p:nvPr/>
        </p:nvSpPr>
        <p:spPr>
          <a:xfrm xmlns:a="http://schemas.openxmlformats.org/drawingml/2006/main">
            <a:off x="3590925" y="2676525"/>
            <a:ext cx="2152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657167"/>
                </a:solidFill>
                <a:latin typeface="Inter"/>
                <a:ea typeface="Inter"/>
                <a:cs typeface="Inter"/>
              </a:defRPr>
            </a:defPPr>
            <a:lvl1pPr>
              <a:defRPr sz="1575" b="0">
                <a:solidFill>
                  <a:srgbClr val="657167"/>
                </a:solidFill>
                <a:latin typeface="Inter"/>
                <a:ea typeface="Inter"/>
                <a:cs typeface="Inter"/>
              </a:defRPr>
            </a:lvl1pPr>
            <a:lvl2pPr>
              <a:defRPr sz="1575" b="0">
                <a:solidFill>
                  <a:srgbClr val="657167"/>
                </a:solidFill>
                <a:latin typeface="Inter"/>
                <a:ea typeface="Inter"/>
                <a:cs typeface="Inter"/>
              </a:defRPr>
            </a:lvl2pPr>
            <a:lvl3pPr>
              <a:defRPr sz="1575" b="0">
                <a:solidFill>
                  <a:srgbClr val="657167"/>
                </a:solidFill>
                <a:latin typeface="Inter"/>
                <a:ea typeface="Inter"/>
                <a:cs typeface="Inter"/>
              </a:defRPr>
            </a:lvl3pPr>
            <a:lvl4pPr>
              <a:defRPr sz="1575" b="0">
                <a:solidFill>
                  <a:srgbClr val="657167"/>
                </a:solidFill>
                <a:latin typeface="Inter"/>
                <a:ea typeface="Inter"/>
                <a:cs typeface="Inter"/>
              </a:defRPr>
            </a:lvl4pPr>
            <a:lvl5pPr>
              <a:defRPr sz="1575" b="0">
                <a:solidFill>
                  <a:srgbClr val="657167"/>
                </a:solidFill>
                <a:latin typeface="Inter"/>
                <a:ea typeface="Inter"/>
                <a:cs typeface="Inter"/>
              </a:defRPr>
            </a:lvl5pPr>
            <a:lvl6pPr>
              <a:defRPr sz="1575" b="0">
                <a:solidFill>
                  <a:srgbClr val="657167"/>
                </a:solidFill>
                <a:latin typeface="Inter"/>
                <a:ea typeface="Inter"/>
                <a:cs typeface="Inter"/>
              </a:defRPr>
            </a:lvl6pPr>
            <a:lvl7pPr>
              <a:defRPr sz="1575" b="0">
                <a:solidFill>
                  <a:srgbClr val="657167"/>
                </a:solidFill>
                <a:latin typeface="Inter"/>
                <a:ea typeface="Inter"/>
                <a:cs typeface="Inter"/>
              </a:defRPr>
            </a:lvl7pPr>
            <a:lvl8pPr>
              <a:defRPr sz="1575" b="0">
                <a:solidFill>
                  <a:srgbClr val="657167"/>
                </a:solidFill>
                <a:latin typeface="Inter"/>
                <a:ea typeface="Inter"/>
                <a:cs typeface="Inter"/>
              </a:defRPr>
            </a:lvl8pPr>
            <a:lvl9pPr>
              <a:defRPr sz="1575" b="0">
                <a:solidFill>
                  <a:srgbClr val="657167"/>
                </a:solidFill>
                <a:latin typeface="Inter"/>
                <a:ea typeface="Inter"/>
                <a:cs typeface="Inter"/>
              </a:defRPr>
            </a:lvl9pPr>
          </a:lstStyle>
          <a:p xmlns:a="http://schemas.openxmlformats.org/drawingml/2006/main">
            <a:pPr>
              <a:defRPr sz="1575" b="0">
                <a:solidFill>
                  <a:srgbClr val="657167"/>
                </a:solidFill>
                <a:latin typeface="Inter"/>
                <a:ea typeface="Inter"/>
                <a:cs typeface="Inter"/>
              </a:defRPr>
            </a:pPr>
            <a:r>
              <a:rPr sz="1575" b="0">
                <a:solidFill>
                  <a:srgbClr val="657167"/>
                </a:solidFill>
                <a:latin typeface="Inter"/>
                <a:ea typeface="Inter"/>
                <a:cs typeface="Inter"/>
              </a:rPr>
              <a:t>Latest run + group</a:t>
            </a:r>
          </a:p>
          <a:p xmlns:a="http://schemas.openxmlformats.org/drawingml/2006/main">
            <a:pPr>
              <a:defRPr sz="1575" b="0">
                <a:solidFill>
                  <a:srgbClr val="657167"/>
                </a:solidFill>
                <a:latin typeface="Inter"/>
                <a:ea typeface="Inter"/>
                <a:cs typeface="Inter"/>
              </a:defRPr>
            </a:pPr>
            <a:r>
              <a:rPr sz="1575" b="0">
                <a:solidFill>
                  <a:srgbClr val="657167"/>
                </a:solidFill>
                <a:latin typeface="Inter"/>
                <a:ea typeface="Inter"/>
                <a:cs typeface="Inter"/>
              </a:rPr>
              <a:t>or marker-entry ID</a:t>
            </a:r>
          </a:p>
        </p:txBody>
      </p:sp>
      <p:sp>
        <p:nvSpPr>
          <p:cNvPr id="11" name="node-159">
            <a:extLst xmlns:a="http://schemas.openxmlformats.org/drawingml/2006/main">
              <a:ext uri="{FF2B5EF4-FFF2-40B4-BE49-F238E27FC236}">
                <a16:creationId xmlns:a16="http://schemas.microsoft.com/office/drawing/2014/main" id="{B176CDAC-5834-4438-A41B-B44AD2046765}"/>
              </a:ext>
            </a:extLst>
          </p:cNvPr>
          <p:cNvSpPr>
            <a:spLocks xmlns:a="http://schemas.openxmlformats.org/drawingml/2006/main" noGrp="1"/>
          </p:cNvSpPr>
          <p:nvPr/>
        </p:nvSpPr>
        <p:spPr>
          <a:xfrm xmlns:a="http://schemas.openxmlformats.org/drawingml/2006/main">
            <a:off x="6324600" y="2133600"/>
            <a:ext cx="2476500" cy="1295400"/>
          </a:xfrm>
          <a:prstGeom xmlns:a="http://schemas.openxmlformats.org/drawingml/2006/main" prst="rect">
            <a:avLst/>
          </a:prstGeom>
          <a:solidFill xmlns:a="http://schemas.openxmlformats.org/drawingml/2006/main">
            <a:srgbClr val="14221A"/>
          </a:solidFill>
          <a:ln xmlns:a="http://schemas.openxmlformats.org/drawingml/2006/main" w="9525">
            <a:solidFill>
              <a:srgbClr val="DAE2D8"/>
            </a:solidFill>
          </a:ln>
        </p:spPr>
      </p:sp>
      <p:sp>
        <p:nvSpPr>
          <p:cNvPr id="12" name="text-160">
            <a:extLst xmlns:a="http://schemas.openxmlformats.org/drawingml/2006/main">
              <a:ext uri="{FF2B5EF4-FFF2-40B4-BE49-F238E27FC236}">
                <a16:creationId xmlns:a16="http://schemas.microsoft.com/office/drawing/2014/main" id="{C8145810-4159-4C48-8A13-6E46F6573316}"/>
              </a:ext>
            </a:extLst>
          </p:cNvPr>
          <p:cNvSpPr>
            <a:spLocks xmlns:a="http://schemas.openxmlformats.org/drawingml/2006/main" noGrp="1"/>
          </p:cNvSpPr>
          <p:nvPr/>
        </p:nvSpPr>
        <p:spPr>
          <a:xfrm xmlns:a="http://schemas.openxmlformats.org/drawingml/2006/main">
            <a:off x="6486525" y="2276475"/>
            <a:ext cx="2152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FFFFFF"/>
                </a:solidFill>
                <a:latin typeface="Inter"/>
                <a:ea typeface="Inter"/>
                <a:cs typeface="Inter"/>
              </a:defRPr>
            </a:defPPr>
            <a:lvl1pPr>
              <a:defRPr sz="1875" b="1">
                <a:solidFill>
                  <a:srgbClr val="FFFFFF"/>
                </a:solidFill>
                <a:latin typeface="Inter"/>
                <a:ea typeface="Inter"/>
                <a:cs typeface="Inter"/>
              </a:defRPr>
            </a:lvl1pPr>
            <a:lvl2pPr>
              <a:defRPr sz="1875" b="1">
                <a:solidFill>
                  <a:srgbClr val="FFFFFF"/>
                </a:solidFill>
                <a:latin typeface="Inter"/>
                <a:ea typeface="Inter"/>
                <a:cs typeface="Inter"/>
              </a:defRPr>
            </a:lvl2pPr>
            <a:lvl3pPr>
              <a:defRPr sz="1875" b="1">
                <a:solidFill>
                  <a:srgbClr val="FFFFFF"/>
                </a:solidFill>
                <a:latin typeface="Inter"/>
                <a:ea typeface="Inter"/>
                <a:cs typeface="Inter"/>
              </a:defRPr>
            </a:lvl3pPr>
            <a:lvl4pPr>
              <a:defRPr sz="1875" b="1">
                <a:solidFill>
                  <a:srgbClr val="FFFFFF"/>
                </a:solidFill>
                <a:latin typeface="Inter"/>
                <a:ea typeface="Inter"/>
                <a:cs typeface="Inter"/>
              </a:defRPr>
            </a:lvl4pPr>
            <a:lvl5pPr>
              <a:defRPr sz="1875" b="1">
                <a:solidFill>
                  <a:srgbClr val="FFFFFF"/>
                </a:solidFill>
                <a:latin typeface="Inter"/>
                <a:ea typeface="Inter"/>
                <a:cs typeface="Inter"/>
              </a:defRPr>
            </a:lvl5pPr>
            <a:lvl6pPr>
              <a:defRPr sz="1875" b="1">
                <a:solidFill>
                  <a:srgbClr val="FFFFFF"/>
                </a:solidFill>
                <a:latin typeface="Inter"/>
                <a:ea typeface="Inter"/>
                <a:cs typeface="Inter"/>
              </a:defRPr>
            </a:lvl6pPr>
            <a:lvl7pPr>
              <a:defRPr sz="1875" b="1">
                <a:solidFill>
                  <a:srgbClr val="FFFFFF"/>
                </a:solidFill>
                <a:latin typeface="Inter"/>
                <a:ea typeface="Inter"/>
                <a:cs typeface="Inter"/>
              </a:defRPr>
            </a:lvl7pPr>
            <a:lvl8pPr>
              <a:defRPr sz="1875" b="1">
                <a:solidFill>
                  <a:srgbClr val="FFFFFF"/>
                </a:solidFill>
                <a:latin typeface="Inter"/>
                <a:ea typeface="Inter"/>
                <a:cs typeface="Inter"/>
              </a:defRPr>
            </a:lvl8pPr>
            <a:lvl9pPr>
              <a:defRPr sz="1875" b="1">
                <a:solidFill>
                  <a:srgbClr val="FFFFFF"/>
                </a:solidFill>
                <a:latin typeface="Inter"/>
                <a:ea typeface="Inter"/>
                <a:cs typeface="Inter"/>
              </a:defRPr>
            </a:lvl9pPr>
          </a:lstStyle>
          <a:p xmlns:a="http://schemas.openxmlformats.org/drawingml/2006/main">
            <a:pPr>
              <a:defRPr sz="1875" b="1">
                <a:solidFill>
                  <a:srgbClr val="FFFFFF"/>
                </a:solidFill>
                <a:latin typeface="Inter"/>
                <a:ea typeface="Inter"/>
                <a:cs typeface="Inter"/>
              </a:defRPr>
            </a:pPr>
            <a:r>
              <a:rPr sz="1875" b="1">
                <a:solidFill>
                  <a:srgbClr val="FFFFFF"/>
                </a:solidFill>
                <a:latin typeface="Inter"/>
                <a:ea typeface="Inter"/>
                <a:cs typeface="Inter"/>
              </a:rPr>
              <a:t>H-MEM runtime</a:t>
            </a:r>
          </a:p>
        </p:txBody>
      </p:sp>
      <p:sp>
        <p:nvSpPr>
          <p:cNvPr id="13" name="text-161">
            <a:extLst xmlns:a="http://schemas.openxmlformats.org/drawingml/2006/main">
              <a:ext uri="{FF2B5EF4-FFF2-40B4-BE49-F238E27FC236}">
                <a16:creationId xmlns:a16="http://schemas.microsoft.com/office/drawing/2014/main" id="{03F70C45-C75B-41BB-84D5-FCF3BB8C6925}"/>
              </a:ext>
            </a:extLst>
          </p:cNvPr>
          <p:cNvSpPr>
            <a:spLocks xmlns:a="http://schemas.openxmlformats.org/drawingml/2006/main" noGrp="1"/>
          </p:cNvSpPr>
          <p:nvPr/>
        </p:nvSpPr>
        <p:spPr>
          <a:xfrm xmlns:a="http://schemas.openxmlformats.org/drawingml/2006/main">
            <a:off x="6486525" y="2676525"/>
            <a:ext cx="2152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DFEADC"/>
                </a:solidFill>
                <a:latin typeface="Inter"/>
                <a:ea typeface="Inter"/>
                <a:cs typeface="Inter"/>
              </a:defRPr>
            </a:defPPr>
            <a:lvl1pPr>
              <a:defRPr sz="1575" b="0">
                <a:solidFill>
                  <a:srgbClr val="DFEADC"/>
                </a:solidFill>
                <a:latin typeface="Inter"/>
                <a:ea typeface="Inter"/>
                <a:cs typeface="Inter"/>
              </a:defRPr>
            </a:lvl1pPr>
            <a:lvl2pPr>
              <a:defRPr sz="1575" b="0">
                <a:solidFill>
                  <a:srgbClr val="DFEADC"/>
                </a:solidFill>
                <a:latin typeface="Inter"/>
                <a:ea typeface="Inter"/>
                <a:cs typeface="Inter"/>
              </a:defRPr>
            </a:lvl2pPr>
            <a:lvl3pPr>
              <a:defRPr sz="1575" b="0">
                <a:solidFill>
                  <a:srgbClr val="DFEADC"/>
                </a:solidFill>
                <a:latin typeface="Inter"/>
                <a:ea typeface="Inter"/>
                <a:cs typeface="Inter"/>
              </a:defRPr>
            </a:lvl3pPr>
            <a:lvl4pPr>
              <a:defRPr sz="1575" b="0">
                <a:solidFill>
                  <a:srgbClr val="DFEADC"/>
                </a:solidFill>
                <a:latin typeface="Inter"/>
                <a:ea typeface="Inter"/>
                <a:cs typeface="Inter"/>
              </a:defRPr>
            </a:lvl4pPr>
            <a:lvl5pPr>
              <a:defRPr sz="1575" b="0">
                <a:solidFill>
                  <a:srgbClr val="DFEADC"/>
                </a:solidFill>
                <a:latin typeface="Inter"/>
                <a:ea typeface="Inter"/>
                <a:cs typeface="Inter"/>
              </a:defRPr>
            </a:lvl5pPr>
            <a:lvl6pPr>
              <a:defRPr sz="1575" b="0">
                <a:solidFill>
                  <a:srgbClr val="DFEADC"/>
                </a:solidFill>
                <a:latin typeface="Inter"/>
                <a:ea typeface="Inter"/>
                <a:cs typeface="Inter"/>
              </a:defRPr>
            </a:lvl6pPr>
            <a:lvl7pPr>
              <a:defRPr sz="1575" b="0">
                <a:solidFill>
                  <a:srgbClr val="DFEADC"/>
                </a:solidFill>
                <a:latin typeface="Inter"/>
                <a:ea typeface="Inter"/>
                <a:cs typeface="Inter"/>
              </a:defRPr>
            </a:lvl7pPr>
            <a:lvl8pPr>
              <a:defRPr sz="1575" b="0">
                <a:solidFill>
                  <a:srgbClr val="DFEADC"/>
                </a:solidFill>
                <a:latin typeface="Inter"/>
                <a:ea typeface="Inter"/>
                <a:cs typeface="Inter"/>
              </a:defRPr>
            </a:lvl8pPr>
            <a:lvl9pPr>
              <a:defRPr sz="1575" b="0">
                <a:solidFill>
                  <a:srgbClr val="DFEADC"/>
                </a:solidFill>
                <a:latin typeface="Inter"/>
                <a:ea typeface="Inter"/>
                <a:cs typeface="Inter"/>
              </a:defRPr>
            </a:lvl9pPr>
          </a:lstStyle>
          <a:p xmlns:a="http://schemas.openxmlformats.org/drawingml/2006/main">
            <a:pPr>
              <a:defRPr sz="1575" b="0">
                <a:solidFill>
                  <a:srgbClr val="DFEADC"/>
                </a:solidFill>
                <a:latin typeface="Inter"/>
                <a:ea typeface="Inter"/>
                <a:cs typeface="Inter"/>
              </a:defRPr>
            </a:pPr>
            <a:r>
              <a:rPr sz="1575" b="0">
                <a:solidFill>
                  <a:srgbClr val="DFEADC"/>
                </a:solidFill>
                <a:latin typeface="Inter"/>
                <a:ea typeface="Inter"/>
                <a:cs typeface="Inter"/>
              </a:rPr>
              <a:t>64-d token hashing</a:t>
            </a:r>
          </a:p>
          <a:p xmlns:a="http://schemas.openxmlformats.org/drawingml/2006/main">
            <a:pPr>
              <a:defRPr sz="1575" b="0">
                <a:solidFill>
                  <a:srgbClr val="DFEADC"/>
                </a:solidFill>
                <a:latin typeface="Inter"/>
                <a:ea typeface="Inter"/>
                <a:cs typeface="Inter"/>
              </a:defRPr>
            </a:pPr>
            <a:r>
              <a:rPr sz="1575" b="0">
                <a:solidFill>
                  <a:srgbClr val="DFEADC"/>
                </a:solidFill>
                <a:latin typeface="Inter"/>
                <a:ea typeface="Inter"/>
                <a:cs typeface="Inter"/>
              </a:rPr>
              <a:t>Hybrid ranking</a:t>
            </a:r>
          </a:p>
        </p:txBody>
      </p:sp>
      <p:sp>
        <p:nvSpPr>
          <p:cNvPr id="14" name="node-162">
            <a:extLst xmlns:a="http://schemas.openxmlformats.org/drawingml/2006/main">
              <a:ext uri="{FF2B5EF4-FFF2-40B4-BE49-F238E27FC236}">
                <a16:creationId xmlns:a16="http://schemas.microsoft.com/office/drawing/2014/main" id="{C4A7E548-2D43-4872-8007-D82C708D65F7}"/>
              </a:ext>
            </a:extLst>
          </p:cNvPr>
          <p:cNvSpPr>
            <a:spLocks xmlns:a="http://schemas.openxmlformats.org/drawingml/2006/main" noGrp="1"/>
          </p:cNvSpPr>
          <p:nvPr/>
        </p:nvSpPr>
        <p:spPr>
          <a:xfrm xmlns:a="http://schemas.openxmlformats.org/drawingml/2006/main">
            <a:off x="9220200" y="2133600"/>
            <a:ext cx="2438400" cy="1295400"/>
          </a:xfrm>
          <a:prstGeom xmlns:a="http://schemas.openxmlformats.org/drawingml/2006/main" prst="rect">
            <a:avLst/>
          </a:prstGeom>
          <a:solidFill xmlns:a="http://schemas.openxmlformats.org/drawingml/2006/main">
            <a:srgbClr val="F0F5ED"/>
          </a:solidFill>
          <a:ln xmlns:a="http://schemas.openxmlformats.org/drawingml/2006/main" w="9525">
            <a:solidFill>
              <a:srgbClr val="DAE2D8"/>
            </a:solidFill>
          </a:ln>
        </p:spPr>
      </p:sp>
      <p:sp>
        <p:nvSpPr>
          <p:cNvPr id="15" name="text-163">
            <a:extLst xmlns:a="http://schemas.openxmlformats.org/drawingml/2006/main">
              <a:ext uri="{FF2B5EF4-FFF2-40B4-BE49-F238E27FC236}">
                <a16:creationId xmlns:a16="http://schemas.microsoft.com/office/drawing/2014/main" id="{77A5F5EB-86D1-45A8-9A98-058E7F91148D}"/>
              </a:ext>
            </a:extLst>
          </p:cNvPr>
          <p:cNvSpPr>
            <a:spLocks xmlns:a="http://schemas.openxmlformats.org/drawingml/2006/main" noGrp="1"/>
          </p:cNvSpPr>
          <p:nvPr/>
        </p:nvSpPr>
        <p:spPr>
          <a:xfrm xmlns:a="http://schemas.openxmlformats.org/drawingml/2006/main">
            <a:off x="9382125" y="2276475"/>
            <a:ext cx="21145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4221A"/>
                </a:solidFill>
                <a:latin typeface="Inter"/>
                <a:ea typeface="Inter"/>
                <a:cs typeface="Inter"/>
              </a:defRPr>
            </a:defPPr>
            <a:lvl1pPr>
              <a:defRPr sz="1875" b="1">
                <a:solidFill>
                  <a:srgbClr val="14221A"/>
                </a:solidFill>
                <a:latin typeface="Inter"/>
                <a:ea typeface="Inter"/>
                <a:cs typeface="Inter"/>
              </a:defRPr>
            </a:lvl1pPr>
            <a:lvl2pPr>
              <a:defRPr sz="1875" b="1">
                <a:solidFill>
                  <a:srgbClr val="14221A"/>
                </a:solidFill>
                <a:latin typeface="Inter"/>
                <a:ea typeface="Inter"/>
                <a:cs typeface="Inter"/>
              </a:defRPr>
            </a:lvl2pPr>
            <a:lvl3pPr>
              <a:defRPr sz="1875" b="1">
                <a:solidFill>
                  <a:srgbClr val="14221A"/>
                </a:solidFill>
                <a:latin typeface="Inter"/>
                <a:ea typeface="Inter"/>
                <a:cs typeface="Inter"/>
              </a:defRPr>
            </a:lvl3pPr>
            <a:lvl4pPr>
              <a:defRPr sz="1875" b="1">
                <a:solidFill>
                  <a:srgbClr val="14221A"/>
                </a:solidFill>
                <a:latin typeface="Inter"/>
                <a:ea typeface="Inter"/>
                <a:cs typeface="Inter"/>
              </a:defRPr>
            </a:lvl4pPr>
            <a:lvl5pPr>
              <a:defRPr sz="1875" b="1">
                <a:solidFill>
                  <a:srgbClr val="14221A"/>
                </a:solidFill>
                <a:latin typeface="Inter"/>
                <a:ea typeface="Inter"/>
                <a:cs typeface="Inter"/>
              </a:defRPr>
            </a:lvl5pPr>
            <a:lvl6pPr>
              <a:defRPr sz="1875" b="1">
                <a:solidFill>
                  <a:srgbClr val="14221A"/>
                </a:solidFill>
                <a:latin typeface="Inter"/>
                <a:ea typeface="Inter"/>
                <a:cs typeface="Inter"/>
              </a:defRPr>
            </a:lvl6pPr>
            <a:lvl7pPr>
              <a:defRPr sz="1875" b="1">
                <a:solidFill>
                  <a:srgbClr val="14221A"/>
                </a:solidFill>
                <a:latin typeface="Inter"/>
                <a:ea typeface="Inter"/>
                <a:cs typeface="Inter"/>
              </a:defRPr>
            </a:lvl7pPr>
            <a:lvl8pPr>
              <a:defRPr sz="1875" b="1">
                <a:solidFill>
                  <a:srgbClr val="14221A"/>
                </a:solidFill>
                <a:latin typeface="Inter"/>
                <a:ea typeface="Inter"/>
                <a:cs typeface="Inter"/>
              </a:defRPr>
            </a:lvl8pPr>
            <a:lvl9pPr>
              <a:defRPr sz="1875" b="1">
                <a:solidFill>
                  <a:srgbClr val="14221A"/>
                </a:solidFill>
                <a:latin typeface="Inter"/>
                <a:ea typeface="Inter"/>
                <a:cs typeface="Inter"/>
              </a:defRPr>
            </a:lvl9pPr>
          </a:lstStyle>
          <a:p xmlns:a="http://schemas.openxmlformats.org/drawingml/2006/main">
            <a:pPr>
              <a:defRPr sz="1875" b="1">
                <a:solidFill>
                  <a:srgbClr val="14221A"/>
                </a:solidFill>
                <a:latin typeface="Inter"/>
                <a:ea typeface="Inter"/>
                <a:cs typeface="Inter"/>
              </a:defRPr>
            </a:pPr>
            <a:r>
              <a:rPr sz="1875" b="1">
                <a:solidFill>
                  <a:srgbClr val="14221A"/>
                </a:solidFill>
                <a:latin typeface="Inter"/>
                <a:ea typeface="Inter"/>
                <a:cs typeface="Inter"/>
              </a:rPr>
              <a:t>Turn context</a:t>
            </a:r>
          </a:p>
        </p:txBody>
      </p:sp>
      <p:sp>
        <p:nvSpPr>
          <p:cNvPr id="16" name="text-164">
            <a:extLst xmlns:a="http://schemas.openxmlformats.org/drawingml/2006/main">
              <a:ext uri="{FF2B5EF4-FFF2-40B4-BE49-F238E27FC236}">
                <a16:creationId xmlns:a16="http://schemas.microsoft.com/office/drawing/2014/main" id="{21CD91D2-9793-441D-953A-47E66C38E7AF}"/>
              </a:ext>
            </a:extLst>
          </p:cNvPr>
          <p:cNvSpPr>
            <a:spLocks xmlns:a="http://schemas.openxmlformats.org/drawingml/2006/main" noGrp="1"/>
          </p:cNvSpPr>
          <p:nvPr/>
        </p:nvSpPr>
        <p:spPr>
          <a:xfrm xmlns:a="http://schemas.openxmlformats.org/drawingml/2006/main">
            <a:off x="9382125" y="2676525"/>
            <a:ext cx="21145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657167"/>
                </a:solidFill>
                <a:latin typeface="Inter"/>
                <a:ea typeface="Inter"/>
                <a:cs typeface="Inter"/>
              </a:defRPr>
            </a:defPPr>
            <a:lvl1pPr>
              <a:defRPr sz="1575" b="0">
                <a:solidFill>
                  <a:srgbClr val="657167"/>
                </a:solidFill>
                <a:latin typeface="Inter"/>
                <a:ea typeface="Inter"/>
                <a:cs typeface="Inter"/>
              </a:defRPr>
            </a:lvl1pPr>
            <a:lvl2pPr>
              <a:defRPr sz="1575" b="0">
                <a:solidFill>
                  <a:srgbClr val="657167"/>
                </a:solidFill>
                <a:latin typeface="Inter"/>
                <a:ea typeface="Inter"/>
                <a:cs typeface="Inter"/>
              </a:defRPr>
            </a:lvl2pPr>
            <a:lvl3pPr>
              <a:defRPr sz="1575" b="0">
                <a:solidFill>
                  <a:srgbClr val="657167"/>
                </a:solidFill>
                <a:latin typeface="Inter"/>
                <a:ea typeface="Inter"/>
                <a:cs typeface="Inter"/>
              </a:defRPr>
            </a:lvl3pPr>
            <a:lvl4pPr>
              <a:defRPr sz="1575" b="0">
                <a:solidFill>
                  <a:srgbClr val="657167"/>
                </a:solidFill>
                <a:latin typeface="Inter"/>
                <a:ea typeface="Inter"/>
                <a:cs typeface="Inter"/>
              </a:defRPr>
            </a:lvl4pPr>
            <a:lvl5pPr>
              <a:defRPr sz="1575" b="0">
                <a:solidFill>
                  <a:srgbClr val="657167"/>
                </a:solidFill>
                <a:latin typeface="Inter"/>
                <a:ea typeface="Inter"/>
                <a:cs typeface="Inter"/>
              </a:defRPr>
            </a:lvl5pPr>
            <a:lvl6pPr>
              <a:defRPr sz="1575" b="0">
                <a:solidFill>
                  <a:srgbClr val="657167"/>
                </a:solidFill>
                <a:latin typeface="Inter"/>
                <a:ea typeface="Inter"/>
                <a:cs typeface="Inter"/>
              </a:defRPr>
            </a:lvl6pPr>
            <a:lvl7pPr>
              <a:defRPr sz="1575" b="0">
                <a:solidFill>
                  <a:srgbClr val="657167"/>
                </a:solidFill>
                <a:latin typeface="Inter"/>
                <a:ea typeface="Inter"/>
                <a:cs typeface="Inter"/>
              </a:defRPr>
            </a:lvl7pPr>
            <a:lvl8pPr>
              <a:defRPr sz="1575" b="0">
                <a:solidFill>
                  <a:srgbClr val="657167"/>
                </a:solidFill>
                <a:latin typeface="Inter"/>
                <a:ea typeface="Inter"/>
                <a:cs typeface="Inter"/>
              </a:defRPr>
            </a:lvl8pPr>
            <a:lvl9pPr>
              <a:defRPr sz="1575" b="0">
                <a:solidFill>
                  <a:srgbClr val="657167"/>
                </a:solidFill>
                <a:latin typeface="Inter"/>
                <a:ea typeface="Inter"/>
                <a:cs typeface="Inter"/>
              </a:defRPr>
            </a:lvl9pPr>
          </a:lstStyle>
          <a:p xmlns:a="http://schemas.openxmlformats.org/drawingml/2006/main">
            <a:pPr>
              <a:defRPr sz="1575" b="0">
                <a:solidFill>
                  <a:srgbClr val="657167"/>
                </a:solidFill>
                <a:latin typeface="Inter"/>
                <a:ea typeface="Inter"/>
                <a:cs typeface="Inter"/>
              </a:defRPr>
            </a:pPr>
            <a:r>
              <a:rPr sz="1575" b="0">
                <a:solidFill>
                  <a:srgbClr val="657167"/>
                </a:solidFill>
                <a:latin typeface="Inter"/>
                <a:ea typeface="Inter"/>
                <a:cs typeface="Inter"/>
              </a:rPr>
              <a:t>At most 5 decisions</a:t>
            </a:r>
          </a:p>
          <a:p xmlns:a="http://schemas.openxmlformats.org/drawingml/2006/main">
            <a:pPr>
              <a:defRPr sz="1575" b="0">
                <a:solidFill>
                  <a:srgbClr val="657167"/>
                </a:solidFill>
                <a:latin typeface="Inter"/>
                <a:ea typeface="Inter"/>
                <a:cs typeface="Inter"/>
              </a:defRPr>
            </a:pPr>
            <a:r>
              <a:rPr sz="1575" b="0">
                <a:solidFill>
                  <a:srgbClr val="657167"/>
                </a:solidFill>
                <a:latin typeface="Inter"/>
                <a:ea typeface="Inter"/>
                <a:cs typeface="Inter"/>
              </a:rPr>
              <a:t>Source links</a:t>
            </a:r>
          </a:p>
        </p:txBody>
      </p:sp>
      <p:sp>
        <p:nvSpPr>
          <p:cNvPr id="20" name="text-165">
            <a:extLst xmlns:a="http://schemas.openxmlformats.org/drawingml/2006/main">
              <a:ext uri="{FF2B5EF4-FFF2-40B4-BE49-F238E27FC236}">
                <a16:creationId xmlns:a16="http://schemas.microsoft.com/office/drawing/2014/main" id="{5FB83B14-30ED-4D76-93D9-997CE5185B0D}"/>
              </a:ext>
            </a:extLst>
          </p:cNvPr>
          <p:cNvSpPr>
            <a:spLocks xmlns:a="http://schemas.openxmlformats.org/drawingml/2006/main" noGrp="1"/>
          </p:cNvSpPr>
          <p:nvPr/>
        </p:nvSpPr>
        <p:spPr>
          <a:xfrm xmlns:a="http://schemas.openxmlformats.org/drawingml/2006/main">
            <a:off x="533400" y="3876675"/>
            <a:ext cx="1112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1B5E20"/>
                </a:solidFill>
                <a:latin typeface="Inter"/>
                <a:ea typeface="Inter"/>
                <a:cs typeface="Inter"/>
              </a:defRPr>
            </a:defPPr>
            <a:lvl1pPr>
              <a:defRPr sz="2175" b="1">
                <a:solidFill>
                  <a:srgbClr val="1B5E20"/>
                </a:solidFill>
                <a:latin typeface="Inter"/>
                <a:ea typeface="Inter"/>
                <a:cs typeface="Inter"/>
              </a:defRPr>
            </a:lvl1pPr>
            <a:lvl2pPr>
              <a:defRPr sz="2175" b="1">
                <a:solidFill>
                  <a:srgbClr val="1B5E20"/>
                </a:solidFill>
                <a:latin typeface="Inter"/>
                <a:ea typeface="Inter"/>
                <a:cs typeface="Inter"/>
              </a:defRPr>
            </a:lvl2pPr>
            <a:lvl3pPr>
              <a:defRPr sz="2175" b="1">
                <a:solidFill>
                  <a:srgbClr val="1B5E20"/>
                </a:solidFill>
                <a:latin typeface="Inter"/>
                <a:ea typeface="Inter"/>
                <a:cs typeface="Inter"/>
              </a:defRPr>
            </a:lvl3pPr>
            <a:lvl4pPr>
              <a:defRPr sz="2175" b="1">
                <a:solidFill>
                  <a:srgbClr val="1B5E20"/>
                </a:solidFill>
                <a:latin typeface="Inter"/>
                <a:ea typeface="Inter"/>
                <a:cs typeface="Inter"/>
              </a:defRPr>
            </a:lvl4pPr>
            <a:lvl5pPr>
              <a:defRPr sz="2175" b="1">
                <a:solidFill>
                  <a:srgbClr val="1B5E20"/>
                </a:solidFill>
                <a:latin typeface="Inter"/>
                <a:ea typeface="Inter"/>
                <a:cs typeface="Inter"/>
              </a:defRPr>
            </a:lvl5pPr>
            <a:lvl6pPr>
              <a:defRPr sz="2175" b="1">
                <a:solidFill>
                  <a:srgbClr val="1B5E20"/>
                </a:solidFill>
                <a:latin typeface="Inter"/>
                <a:ea typeface="Inter"/>
                <a:cs typeface="Inter"/>
              </a:defRPr>
            </a:lvl6pPr>
            <a:lvl7pPr>
              <a:defRPr sz="2175" b="1">
                <a:solidFill>
                  <a:srgbClr val="1B5E20"/>
                </a:solidFill>
                <a:latin typeface="Inter"/>
                <a:ea typeface="Inter"/>
                <a:cs typeface="Inter"/>
              </a:defRPr>
            </a:lvl7pPr>
            <a:lvl8pPr>
              <a:defRPr sz="2175" b="1">
                <a:solidFill>
                  <a:srgbClr val="1B5E20"/>
                </a:solidFill>
                <a:latin typeface="Inter"/>
                <a:ea typeface="Inter"/>
                <a:cs typeface="Inter"/>
              </a:defRPr>
            </a:lvl8pPr>
            <a:lvl9pPr>
              <a:defRPr sz="2175" b="1">
                <a:solidFill>
                  <a:srgbClr val="1B5E20"/>
                </a:solidFill>
                <a:latin typeface="Inter"/>
                <a:ea typeface="Inter"/>
                <a:cs typeface="Inter"/>
              </a:defRPr>
            </a:lvl9pPr>
          </a:lstStyle>
          <a:p xmlns:a="http://schemas.openxmlformats.org/drawingml/2006/main">
            <a:pPr>
              <a:defRPr sz="2175" b="1">
                <a:solidFill>
                  <a:srgbClr val="1B5E20"/>
                </a:solidFill>
                <a:latin typeface="Inter"/>
                <a:ea typeface="Inter"/>
                <a:cs typeface="Inter"/>
              </a:defRPr>
            </a:pPr>
            <a:r>
              <a:rPr sz="2175" b="1">
                <a:solidFill>
                  <a:srgbClr val="1B5E20"/>
                </a:solidFill>
                <a:latin typeface="Inter"/>
                <a:ea typeface="Inter"/>
                <a:cs typeface="Inter"/>
              </a:rPr>
              <a:t>One transaction at turn claim</a:t>
            </a:r>
          </a:p>
        </p:txBody>
      </p:sp>
      <p:graphicFrame>
        <p:nvGraphicFramePr>
          <p:cNvPr id="21" name="">
            <a:extLst xmlns:a="http://schemas.openxmlformats.org/drawingml/2006/main">
              <a:ext uri="{FF2B5EF4-FFF2-40B4-BE49-F238E27FC236}">
                <a16:creationId xmlns:a16="http://schemas.microsoft.com/office/drawing/2014/main" id="{6CD94DC8-B85A-4451-8084-F30EDEC12B1D}"/>
              </a:ext>
            </a:extLst>
          </p:cNvPr>
          <p:cNvGraphicFramePr/>
          <p:nvPr/>
        </p:nvGraphicFramePr>
        <p:xfrm>
          <a:off xmlns:a="http://schemas.openxmlformats.org/drawingml/2006/main" x="533400" y="4276725"/>
          <a:ext xmlns:a="http://schemas.openxmlformats.org/drawingml/2006/main" cx="11125200" cy="1905000"/>
        </p:xfrm>
        <a:graphic xmlns:a="http://schemas.openxmlformats.org/drawingml/2006/main">
          <a:graphicData uri="http://schemas.openxmlformats.org/drawingml/2006/table">
            <a:tbl>
              <a:tblPr/>
              <a:tblGrid>
                <a:gridCol w="4286250"/>
                <a:gridCol w="6838950"/>
              </a:tblGrid>
              <a:tr h="476250">
                <a:tc>
                  <a:txBody>
                    <a:bodyPr/>
                    <a:lstStyle/>
                    <a:p>
                      <a:r>
                        <a:rPr sz="1725" b="1">
                          <a:solidFill>
                            <a:srgbClr val="FFFFFF"/>
                          </a:solidFill>
                          <a:latin typeface="Inter"/>
                          <a:ea typeface="Inter"/>
                          <a:cs typeface="Inter"/>
                        </a:rPr>
                        <a:t>Record</a:t>
                      </a:r>
                    </a:p>
                  </a:txBody>
                  <a:tcPr marL="152400" marR="152400" marT="114300" marB="114300" anchor="ctr">
                    <a:lnL w="9525">
                      <a:solidFill>
                        <a:srgbClr val="DAE2D8"/>
                      </a:solidFill>
                      <a:prstDash val="solid"/>
                    </a:lnL>
                    <a:lnR w="9525">
                      <a:solidFill>
                        <a:srgbClr val="DAE2D8"/>
                      </a:solidFill>
                      <a:prstDash val="solid"/>
                    </a:lnR>
                    <a:lnT w="9525">
                      <a:solidFill>
                        <a:srgbClr val="DAE2D8"/>
                      </a:solidFill>
                      <a:prstDash val="solid"/>
                    </a:lnT>
                    <a:lnB w="9525">
                      <a:solidFill>
                        <a:srgbClr val="DAE2D8"/>
                      </a:solidFill>
                      <a:prstDash val="solid"/>
                    </a:lnB>
                    <a:solidFill>
                      <a:srgbClr val="1B5E20"/>
                    </a:solidFill>
                  </a:tcPr>
                </a:tc>
                <a:tc>
                  <a:txBody>
                    <a:bodyPr/>
                    <a:lstStyle/>
                    <a:p>
                      <a:r>
                        <a:rPr sz="1725" b="1">
                          <a:solidFill>
                            <a:srgbClr val="FFFFFF"/>
                          </a:solidFill>
                          <a:latin typeface="Inter"/>
                          <a:ea typeface="Inter"/>
                          <a:cs typeface="Inter"/>
                        </a:rPr>
                        <a:t>Purpose</a:t>
                      </a:r>
                    </a:p>
                  </a:txBody>
                  <a:tcPr marL="152400" marR="152400" marT="114300" marB="114300" anchor="ctr">
                    <a:lnR w="9525">
                      <a:solidFill>
                        <a:srgbClr val="DAE2D8"/>
                      </a:solidFill>
                      <a:prstDash val="solid"/>
                    </a:lnR>
                    <a:lnT w="9525">
                      <a:solidFill>
                        <a:srgbClr val="DAE2D8"/>
                      </a:solidFill>
                      <a:prstDash val="solid"/>
                    </a:lnT>
                    <a:lnB w="9525">
                      <a:solidFill>
                        <a:srgbClr val="DAE2D8"/>
                      </a:solidFill>
                      <a:prstDash val="solid"/>
                    </a:lnB>
                    <a:solidFill>
                      <a:srgbClr val="1B5E20"/>
                    </a:solidFill>
                  </a:tcPr>
                </a:tc>
              </a:tr>
              <a:tr h="476250">
                <a:tc>
                  <a:txBody>
                    <a:bodyPr/>
                    <a:lstStyle/>
                    <a:p>
                      <a:r>
                        <a:rPr sz="1725" b="1">
                          <a:solidFill>
                            <a:srgbClr val="14221A"/>
                          </a:solidFill>
                          <a:latin typeface="Inter"/>
                          <a:ea typeface="Inter"/>
                          <a:cs typeface="Inter"/>
                        </a:rPr>
                        <a:t>research_memory</a:t>
                      </a:r>
                    </a:p>
                  </a:txBody>
                  <a:tcPr marL="152400" marR="152400" marT="114300" marB="114300" anchor="ctr">
                    <a:lnL w="9525">
                      <a:solidFill>
                        <a:srgbClr val="DAE2D8"/>
                      </a:solidFill>
                      <a:prstDash val="solid"/>
                    </a:lnL>
                    <a:lnR w="9525">
                      <a:solidFill>
                        <a:srgbClr val="DAE2D8"/>
                      </a:solidFill>
                      <a:prstDash val="solid"/>
                    </a:lnR>
                    <a:lnB w="9525">
                      <a:solidFill>
                        <a:srgbClr val="DAE2D8"/>
                      </a:solidFill>
                      <a:prstDash val="solid"/>
                    </a:lnB>
                    <a:solidFill>
                      <a:srgbClr val="F0F5ED"/>
                    </a:solidFill>
                  </a:tcPr>
                </a:tc>
                <a:tc>
                  <a:txBody>
                    <a:bodyPr/>
                    <a:lstStyle/>
                    <a:p>
                      <a:r>
                        <a:rPr sz="1725" b="0">
                          <a:solidFill>
                            <a:srgbClr val="14221A"/>
                          </a:solidFill>
                          <a:latin typeface="Inter"/>
                          <a:ea typeface="Inter"/>
                          <a:cs typeface="Inter"/>
                        </a:rPr>
                        <a:t>Project engine state, sequence and pinned revision</a:t>
                      </a:r>
                    </a:p>
                  </a:txBody>
                  <a:tcPr marL="152400" marR="152400" marT="114300" marB="114300" anchor="ctr">
                    <a:lnR w="9525">
                      <a:solidFill>
                        <a:srgbClr val="DAE2D8"/>
                      </a:solidFill>
                      <a:prstDash val="solid"/>
                    </a:lnR>
                    <a:lnB w="9525">
                      <a:solidFill>
                        <a:srgbClr val="DAE2D8"/>
                      </a:solidFill>
                      <a:prstDash val="solid"/>
                    </a:lnB>
                    <a:solidFill>
                      <a:srgbClr val="F0F5ED"/>
                    </a:solidFill>
                  </a:tcPr>
                </a:tc>
              </a:tr>
              <a:tr h="476250">
                <a:tc>
                  <a:txBody>
                    <a:bodyPr/>
                    <a:lstStyle/>
                    <a:p>
                      <a:r>
                        <a:rPr sz="1725" b="1">
                          <a:solidFill>
                            <a:srgbClr val="14221A"/>
                          </a:solidFill>
                          <a:latin typeface="Inter"/>
                          <a:ea typeface="Inter"/>
                          <a:cs typeface="Inter"/>
                        </a:rPr>
                        <a:t>research_memory_ledger</a:t>
                      </a:r>
                    </a:p>
                  </a:txBody>
                  <a:tcPr marL="152400" marR="152400" marT="114300" marB="114300" anchor="ctr">
                    <a:lnL w="9525">
                      <a:solidFill>
                        <a:srgbClr val="DAE2D8"/>
                      </a:solidFill>
                      <a:prstDash val="solid"/>
                    </a:lnL>
                    <a:lnR w="9525">
                      <a:solidFill>
                        <a:srgbClr val="DAE2D8"/>
                      </a:solidFill>
                      <a:prstDash val="solid"/>
                    </a:lnR>
                    <a:lnB w="9525">
                      <a:solidFill>
                        <a:srgbClr val="DAE2D8"/>
                      </a:solidFill>
                      <a:prstDash val="solid"/>
                    </a:lnB>
                    <a:solidFill>
                      <a:srgbClr val="FFFFFF"/>
                    </a:solidFill>
                  </a:tcPr>
                </a:tc>
                <a:tc>
                  <a:txBody>
                    <a:bodyPr/>
                    <a:lstStyle/>
                    <a:p>
                      <a:r>
                        <a:rPr sz="1725" b="0">
                          <a:solidFill>
                            <a:srgbClr val="14221A"/>
                          </a:solidFill>
                          <a:latin typeface="Inter"/>
                          <a:ea typeface="Inter"/>
                          <a:cs typeface="Inter"/>
                        </a:rPr>
                        <a:t>Append-only create / update / read events</a:t>
                      </a:r>
                    </a:p>
                  </a:txBody>
                  <a:tcPr marL="152400" marR="152400" marT="114300" marB="114300" anchor="ctr">
                    <a:lnR w="9525">
                      <a:solidFill>
                        <a:srgbClr val="DAE2D8"/>
                      </a:solidFill>
                      <a:prstDash val="solid"/>
                    </a:lnR>
                    <a:lnB w="9525">
                      <a:solidFill>
                        <a:srgbClr val="DAE2D8"/>
                      </a:solidFill>
                      <a:prstDash val="solid"/>
                    </a:lnB>
                    <a:solidFill>
                      <a:srgbClr val="FFFFFF"/>
                    </a:solidFill>
                  </a:tcPr>
                </a:tc>
              </a:tr>
              <a:tr h="476250">
                <a:tc>
                  <a:txBody>
                    <a:bodyPr/>
                    <a:lstStyle/>
                    <a:p>
                      <a:r>
                        <a:rPr sz="1725" b="1">
                          <a:solidFill>
                            <a:srgbClr val="14221A"/>
                          </a:solidFill>
                          <a:latin typeface="Inter"/>
                          <a:ea typeface="Inter"/>
                          <a:cs typeface="Inter"/>
                        </a:rPr>
                        <a:t>agent_turns.context_snapshot</a:t>
                      </a:r>
                    </a:p>
                  </a:txBody>
                  <a:tcPr marL="152400" marR="152400" marT="114300" marB="114300" anchor="ctr">
                    <a:lnL w="9525">
                      <a:solidFill>
                        <a:srgbClr val="DAE2D8"/>
                      </a:solidFill>
                      <a:prstDash val="solid"/>
                    </a:lnL>
                    <a:lnR w="9525">
                      <a:solidFill>
                        <a:srgbClr val="DAE2D8"/>
                      </a:solidFill>
                      <a:prstDash val="solid"/>
                    </a:lnR>
                    <a:lnB w="9525">
                      <a:solidFill>
                        <a:srgbClr val="DAE2D8"/>
                      </a:solidFill>
                      <a:prstDash val="solid"/>
                    </a:lnB>
                    <a:solidFill>
                      <a:srgbClr val="F0F5ED"/>
                    </a:solidFill>
                  </a:tcPr>
                </a:tc>
                <a:tc>
                  <a:txBody>
                    <a:bodyPr/>
                    <a:lstStyle/>
                    <a:p>
                      <a:r>
                        <a:rPr sz="1725" b="0">
                          <a:solidFill>
                            <a:srgbClr val="14221A"/>
                          </a:solidFill>
                          <a:latin typeface="Inter"/>
                          <a:ea typeface="Inter"/>
                          <a:cs typeface="Inter"/>
                        </a:rPr>
                        <a:t>Exact recall supplied to that historical answer</a:t>
                      </a:r>
                    </a:p>
                  </a:txBody>
                  <a:tcPr marL="152400" marR="152400" marT="114300" marB="114300" anchor="ctr">
                    <a:lnR w="9525">
                      <a:solidFill>
                        <a:srgbClr val="DAE2D8"/>
                      </a:solidFill>
                      <a:prstDash val="solid"/>
                    </a:lnR>
                    <a:lnB w="9525">
                      <a:solidFill>
                        <a:srgbClr val="DAE2D8"/>
                      </a:solidFill>
                      <a:prstDash val="solid"/>
                    </a:lnB>
                    <a:solidFill>
                      <a:srgbClr val="F0F5ED"/>
                    </a:solidFill>
                  </a:tcPr>
                </a:tc>
              </a:tr>
            </a:tbl>
          </a:graphicData>
        </a:graphic>
      </p:graphicFrame>
    </p:spTree>
    <p:extLst>
      <p:ext uri="{BB962C8B-B14F-4D97-AF65-F5344CB8AC3E}">
        <p14:creationId xmlns:p14="http://schemas.microsoft.com/office/powerpoint/2010/main" val="104523310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166">
            <a:extLst xmlns:a="http://schemas.openxmlformats.org/drawingml/2006/main">
              <a:ext uri="{FF2B5EF4-FFF2-40B4-BE49-F238E27FC236}">
                <a16:creationId xmlns:a16="http://schemas.microsoft.com/office/drawing/2014/main" id="{7F8377B3-4D2D-41D3-BF8D-2E31BD1CADD4}"/>
              </a:ext>
            </a:extLst>
          </p:cNvPr>
          <p:cNvSpPr>
            <a:spLocks xmlns:a="http://schemas.openxmlformats.org/drawingml/2006/main" noGrp="1"/>
          </p:cNvSpPr>
          <p:nvPr/>
        </p:nvSpPr>
        <p:spPr>
          <a:xfrm xmlns:a="http://schemas.openxmlformats.org/drawingml/2006/main">
            <a:off x="533400" y="257175"/>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CELLORAS / ENGINEERING</a:t>
            </a:r>
          </a:p>
        </p:txBody>
      </p:sp>
      <p:sp>
        <p:nvSpPr>
          <p:cNvPr id="2" name="text-167">
            <a:extLst xmlns:a="http://schemas.openxmlformats.org/drawingml/2006/main">
              <a:ext uri="{FF2B5EF4-FFF2-40B4-BE49-F238E27FC236}">
                <a16:creationId xmlns:a16="http://schemas.microsoft.com/office/drawing/2014/main" id="{30CDADFF-C01E-48D8-ABCF-EDEB8CE39B9C}"/>
              </a:ext>
            </a:extLst>
          </p:cNvPr>
          <p:cNvSpPr>
            <a:spLocks xmlns:a="http://schemas.openxmlformats.org/drawingml/2006/main" noGrp="1"/>
          </p:cNvSpPr>
          <p:nvPr/>
        </p:nvSpPr>
        <p:spPr>
          <a:xfrm xmlns:a="http://schemas.openxmlformats.org/drawingml/2006/main">
            <a:off x="533400" y="666750"/>
            <a:ext cx="11125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21A"/>
                </a:solidFill>
                <a:latin typeface="Inter"/>
                <a:ea typeface="Inter"/>
                <a:cs typeface="Inter"/>
              </a:defRPr>
            </a:defPPr>
            <a:lvl1pPr>
              <a:defRPr sz="3225" b="1">
                <a:solidFill>
                  <a:srgbClr val="14221A"/>
                </a:solidFill>
                <a:latin typeface="Inter"/>
                <a:ea typeface="Inter"/>
                <a:cs typeface="Inter"/>
              </a:defRPr>
            </a:lvl1pPr>
            <a:lvl2pPr>
              <a:defRPr sz="3225" b="1">
                <a:solidFill>
                  <a:srgbClr val="14221A"/>
                </a:solidFill>
                <a:latin typeface="Inter"/>
                <a:ea typeface="Inter"/>
                <a:cs typeface="Inter"/>
              </a:defRPr>
            </a:lvl2pPr>
            <a:lvl3pPr>
              <a:defRPr sz="3225" b="1">
                <a:solidFill>
                  <a:srgbClr val="14221A"/>
                </a:solidFill>
                <a:latin typeface="Inter"/>
                <a:ea typeface="Inter"/>
                <a:cs typeface="Inter"/>
              </a:defRPr>
            </a:lvl3pPr>
            <a:lvl4pPr>
              <a:defRPr sz="3225" b="1">
                <a:solidFill>
                  <a:srgbClr val="14221A"/>
                </a:solidFill>
                <a:latin typeface="Inter"/>
                <a:ea typeface="Inter"/>
                <a:cs typeface="Inter"/>
              </a:defRPr>
            </a:lvl4pPr>
            <a:lvl5pPr>
              <a:defRPr sz="3225" b="1">
                <a:solidFill>
                  <a:srgbClr val="14221A"/>
                </a:solidFill>
                <a:latin typeface="Inter"/>
                <a:ea typeface="Inter"/>
                <a:cs typeface="Inter"/>
              </a:defRPr>
            </a:lvl5pPr>
            <a:lvl6pPr>
              <a:defRPr sz="3225" b="1">
                <a:solidFill>
                  <a:srgbClr val="14221A"/>
                </a:solidFill>
                <a:latin typeface="Inter"/>
                <a:ea typeface="Inter"/>
                <a:cs typeface="Inter"/>
              </a:defRPr>
            </a:lvl6pPr>
            <a:lvl7pPr>
              <a:defRPr sz="3225" b="1">
                <a:solidFill>
                  <a:srgbClr val="14221A"/>
                </a:solidFill>
                <a:latin typeface="Inter"/>
                <a:ea typeface="Inter"/>
                <a:cs typeface="Inter"/>
              </a:defRPr>
            </a:lvl7pPr>
            <a:lvl8pPr>
              <a:defRPr sz="3225" b="1">
                <a:solidFill>
                  <a:srgbClr val="14221A"/>
                </a:solidFill>
                <a:latin typeface="Inter"/>
                <a:ea typeface="Inter"/>
                <a:cs typeface="Inter"/>
              </a:defRPr>
            </a:lvl8pPr>
            <a:lvl9pPr>
              <a:defRPr sz="3225" b="1">
                <a:solidFill>
                  <a:srgbClr val="14221A"/>
                </a:solidFill>
                <a:latin typeface="Inter"/>
                <a:ea typeface="Inter"/>
                <a:cs typeface="Inter"/>
              </a:defRPr>
            </a:lvl9pPr>
          </a:lstStyle>
          <a:p xmlns:a="http://schemas.openxmlformats.org/drawingml/2006/main">
            <a:pPr>
              <a:defRPr sz="3225" b="1">
                <a:solidFill>
                  <a:srgbClr val="14221A"/>
                </a:solidFill>
                <a:latin typeface="Inter"/>
                <a:ea typeface="Inter"/>
                <a:cs typeface="Inter"/>
              </a:defRPr>
            </a:pPr>
            <a:r>
              <a:rPr sz="3225" b="1">
                <a:solidFill>
                  <a:srgbClr val="14221A"/>
                </a:solidFill>
                <a:latin typeface="Inter"/>
                <a:ea typeface="Inter"/>
                <a:cs typeface="Inter"/>
              </a:rPr>
              <a:t>Failure handling and observability</a:t>
            </a:r>
          </a:p>
        </p:txBody>
      </p:sp>
      <p:sp>
        <p:nvSpPr>
          <p:cNvPr id="3" name="text-168">
            <a:extLst xmlns:a="http://schemas.openxmlformats.org/drawingml/2006/main">
              <a:ext uri="{FF2B5EF4-FFF2-40B4-BE49-F238E27FC236}">
                <a16:creationId xmlns:a16="http://schemas.microsoft.com/office/drawing/2014/main" id="{318ED6CE-4C6C-42FB-89B0-B21906B228FA}"/>
              </a:ext>
            </a:extLst>
          </p:cNvPr>
          <p:cNvSpPr>
            <a:spLocks xmlns:a="http://schemas.openxmlformats.org/drawingml/2006/main" noGrp="1"/>
          </p:cNvSpPr>
          <p:nvPr/>
        </p:nvSpPr>
        <p:spPr>
          <a:xfrm xmlns:a="http://schemas.openxmlformats.org/drawingml/2006/main">
            <a:off x="533400" y="1381125"/>
            <a:ext cx="11125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657167"/>
                </a:solidFill>
                <a:latin typeface="Inter"/>
                <a:ea typeface="Inter"/>
                <a:cs typeface="Inter"/>
              </a:defRPr>
            </a:defPPr>
            <a:lvl1pPr>
              <a:defRPr sz="1800" b="0">
                <a:solidFill>
                  <a:srgbClr val="657167"/>
                </a:solidFill>
                <a:latin typeface="Inter"/>
                <a:ea typeface="Inter"/>
                <a:cs typeface="Inter"/>
              </a:defRPr>
            </a:lvl1pPr>
            <a:lvl2pPr>
              <a:defRPr sz="1800" b="0">
                <a:solidFill>
                  <a:srgbClr val="657167"/>
                </a:solidFill>
                <a:latin typeface="Inter"/>
                <a:ea typeface="Inter"/>
                <a:cs typeface="Inter"/>
              </a:defRPr>
            </a:lvl2pPr>
            <a:lvl3pPr>
              <a:defRPr sz="1800" b="0">
                <a:solidFill>
                  <a:srgbClr val="657167"/>
                </a:solidFill>
                <a:latin typeface="Inter"/>
                <a:ea typeface="Inter"/>
                <a:cs typeface="Inter"/>
              </a:defRPr>
            </a:lvl3pPr>
            <a:lvl4pPr>
              <a:defRPr sz="1800" b="0">
                <a:solidFill>
                  <a:srgbClr val="657167"/>
                </a:solidFill>
                <a:latin typeface="Inter"/>
                <a:ea typeface="Inter"/>
                <a:cs typeface="Inter"/>
              </a:defRPr>
            </a:lvl4pPr>
            <a:lvl5pPr>
              <a:defRPr sz="1800" b="0">
                <a:solidFill>
                  <a:srgbClr val="657167"/>
                </a:solidFill>
                <a:latin typeface="Inter"/>
                <a:ea typeface="Inter"/>
                <a:cs typeface="Inter"/>
              </a:defRPr>
            </a:lvl5pPr>
            <a:lvl6pPr>
              <a:defRPr sz="1800" b="0">
                <a:solidFill>
                  <a:srgbClr val="657167"/>
                </a:solidFill>
                <a:latin typeface="Inter"/>
                <a:ea typeface="Inter"/>
                <a:cs typeface="Inter"/>
              </a:defRPr>
            </a:lvl6pPr>
            <a:lvl7pPr>
              <a:defRPr sz="1800" b="0">
                <a:solidFill>
                  <a:srgbClr val="657167"/>
                </a:solidFill>
                <a:latin typeface="Inter"/>
                <a:ea typeface="Inter"/>
                <a:cs typeface="Inter"/>
              </a:defRPr>
            </a:lvl7pPr>
            <a:lvl8pPr>
              <a:defRPr sz="1800" b="0">
                <a:solidFill>
                  <a:srgbClr val="657167"/>
                </a:solidFill>
                <a:latin typeface="Inter"/>
                <a:ea typeface="Inter"/>
                <a:cs typeface="Inter"/>
              </a:defRPr>
            </a:lvl8pPr>
            <a:lvl9pPr>
              <a:defRPr sz="1800" b="0">
                <a:solidFill>
                  <a:srgbClr val="657167"/>
                </a:solidFill>
                <a:latin typeface="Inter"/>
                <a:ea typeface="Inter"/>
                <a:cs typeface="Inter"/>
              </a:defRPr>
            </a:lvl9pPr>
          </a:lstStyle>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Every terminal response comes from an owned state transition</a:t>
            </a:r>
          </a:p>
        </p:txBody>
      </p:sp>
      <p:sp>
        <p:nvSpPr>
          <p:cNvPr id="4" name="text-169">
            <a:extLst xmlns:a="http://schemas.openxmlformats.org/drawingml/2006/main">
              <a:ext uri="{FF2B5EF4-FFF2-40B4-BE49-F238E27FC236}">
                <a16:creationId xmlns:a16="http://schemas.microsoft.com/office/drawing/2014/main" id="{1E2E5E65-88F8-4C1D-AF72-FF6CC1A47DDF}"/>
              </a:ext>
            </a:extLst>
          </p:cNvPr>
          <p:cNvSpPr>
            <a:spLocks xmlns:a="http://schemas.openxmlformats.org/drawingml/2006/main" noGrp="1"/>
          </p:cNvSpPr>
          <p:nvPr/>
        </p:nvSpPr>
        <p:spPr>
          <a:xfrm xmlns:a="http://schemas.openxmlformats.org/drawingml/2006/main">
            <a:off x="11258550" y="6486525"/>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09</a:t>
            </a:r>
          </a:p>
        </p:txBody>
      </p:sp>
      <p:graphicFrame>
        <p:nvGraphicFramePr>
          <p:cNvPr id="5" name="">
            <a:extLst xmlns:a="http://schemas.openxmlformats.org/drawingml/2006/main">
              <a:ext uri="{FF2B5EF4-FFF2-40B4-BE49-F238E27FC236}">
                <a16:creationId xmlns:a16="http://schemas.microsoft.com/office/drawing/2014/main" id="{D19DCB45-B52D-4894-8939-E27E8C094BDB}"/>
              </a:ext>
            </a:extLst>
          </p:cNvPr>
          <p:cNvGraphicFramePr/>
          <p:nvPr/>
        </p:nvGraphicFramePr>
        <p:xfrm>
          <a:off xmlns:a="http://schemas.openxmlformats.org/drawingml/2006/main" x="533400" y="2076450"/>
          <a:ext xmlns:a="http://schemas.openxmlformats.org/drawingml/2006/main" cx="11125200" cy="3400425"/>
        </p:xfrm>
        <a:graphic xmlns:a="http://schemas.openxmlformats.org/drawingml/2006/main">
          <a:graphicData uri="http://schemas.openxmlformats.org/drawingml/2006/table">
            <a:tbl>
              <a:tblPr/>
              <a:tblGrid>
                <a:gridCol w="3714750"/>
                <a:gridCol w="7410450"/>
              </a:tblGrid>
              <a:tr h="566738">
                <a:tc>
                  <a:txBody>
                    <a:bodyPr/>
                    <a:lstStyle/>
                    <a:p>
                      <a:r>
                        <a:rPr sz="1725" b="1">
                          <a:solidFill>
                            <a:srgbClr val="FFFFFF"/>
                          </a:solidFill>
                          <a:latin typeface="Inter"/>
                          <a:ea typeface="Inter"/>
                          <a:cs typeface="Inter"/>
                        </a:rPr>
                        <a:t>Failure</a:t>
                      </a:r>
                    </a:p>
                  </a:txBody>
                  <a:tcPr marL="152400" marR="152400" marT="114300" marB="114300" anchor="ctr">
                    <a:lnL w="9525">
                      <a:solidFill>
                        <a:srgbClr val="DAE2D8"/>
                      </a:solidFill>
                      <a:prstDash val="solid"/>
                    </a:lnL>
                    <a:lnR w="9525">
                      <a:solidFill>
                        <a:srgbClr val="DAE2D8"/>
                      </a:solidFill>
                      <a:prstDash val="solid"/>
                    </a:lnR>
                    <a:lnT w="9525">
                      <a:solidFill>
                        <a:srgbClr val="DAE2D8"/>
                      </a:solidFill>
                      <a:prstDash val="solid"/>
                    </a:lnT>
                    <a:lnB w="9525">
                      <a:solidFill>
                        <a:srgbClr val="DAE2D8"/>
                      </a:solidFill>
                      <a:prstDash val="solid"/>
                    </a:lnB>
                    <a:solidFill>
                      <a:srgbClr val="1B5E20"/>
                    </a:solidFill>
                  </a:tcPr>
                </a:tc>
                <a:tc>
                  <a:txBody>
                    <a:bodyPr/>
                    <a:lstStyle/>
                    <a:p>
                      <a:r>
                        <a:rPr sz="1725" b="1">
                          <a:solidFill>
                            <a:srgbClr val="FFFFFF"/>
                          </a:solidFill>
                          <a:latin typeface="Inter"/>
                          <a:ea typeface="Inter"/>
                          <a:cs typeface="Inter"/>
                        </a:rPr>
                        <a:t>Implemented behavior</a:t>
                      </a:r>
                    </a:p>
                  </a:txBody>
                  <a:tcPr marL="152400" marR="152400" marT="114300" marB="114300" anchor="ctr">
                    <a:lnR w="9525">
                      <a:solidFill>
                        <a:srgbClr val="DAE2D8"/>
                      </a:solidFill>
                      <a:prstDash val="solid"/>
                    </a:lnR>
                    <a:lnT w="9525">
                      <a:solidFill>
                        <a:srgbClr val="DAE2D8"/>
                      </a:solidFill>
                      <a:prstDash val="solid"/>
                    </a:lnT>
                    <a:lnB w="9525">
                      <a:solidFill>
                        <a:srgbClr val="DAE2D8"/>
                      </a:solidFill>
                      <a:prstDash val="solid"/>
                    </a:lnB>
                    <a:solidFill>
                      <a:srgbClr val="1B5E20"/>
                    </a:solidFill>
                  </a:tcPr>
                </a:tc>
              </a:tr>
              <a:tr h="566738">
                <a:tc>
                  <a:txBody>
                    <a:bodyPr/>
                    <a:lstStyle/>
                    <a:p>
                      <a:r>
                        <a:rPr sz="1725" b="1">
                          <a:solidFill>
                            <a:srgbClr val="14221A"/>
                          </a:solidFill>
                          <a:latin typeface="Inter"/>
                          <a:ea typeface="Inter"/>
                          <a:cs typeface="Inter"/>
                        </a:rPr>
                        <a:t>HTTP acknowledgement lost</a:t>
                      </a:r>
                    </a:p>
                  </a:txBody>
                  <a:tcPr marL="152400" marR="152400" marT="114300" marB="114300" anchor="ctr">
                    <a:lnL w="9525">
                      <a:solidFill>
                        <a:srgbClr val="DAE2D8"/>
                      </a:solidFill>
                      <a:prstDash val="solid"/>
                    </a:lnL>
                    <a:lnR w="9525">
                      <a:solidFill>
                        <a:srgbClr val="DAE2D8"/>
                      </a:solidFill>
                      <a:prstDash val="solid"/>
                    </a:lnR>
                    <a:lnB w="9525">
                      <a:solidFill>
                        <a:srgbClr val="DAE2D8"/>
                      </a:solidFill>
                      <a:prstDash val="solid"/>
                    </a:lnB>
                    <a:solidFill>
                      <a:srgbClr val="F0F5ED"/>
                    </a:solidFill>
                  </a:tcPr>
                </a:tc>
                <a:tc>
                  <a:txBody>
                    <a:bodyPr/>
                    <a:lstStyle/>
                    <a:p>
                      <a:r>
                        <a:rPr sz="1725" b="0">
                          <a:solidFill>
                            <a:srgbClr val="14221A"/>
                          </a:solidFill>
                          <a:latin typeface="Inter"/>
                          <a:ea typeface="Inter"/>
                          <a:cs typeface="Inter"/>
                        </a:rPr>
                        <a:t>Reuse submission ID and retrieve the existing turn</a:t>
                      </a:r>
                    </a:p>
                  </a:txBody>
                  <a:tcPr marL="152400" marR="152400" marT="114300" marB="114300" anchor="ctr">
                    <a:lnR w="9525">
                      <a:solidFill>
                        <a:srgbClr val="DAE2D8"/>
                      </a:solidFill>
                      <a:prstDash val="solid"/>
                    </a:lnR>
                    <a:lnB w="9525">
                      <a:solidFill>
                        <a:srgbClr val="DAE2D8"/>
                      </a:solidFill>
                      <a:prstDash val="solid"/>
                    </a:lnB>
                    <a:solidFill>
                      <a:srgbClr val="F0F5ED"/>
                    </a:solidFill>
                  </a:tcPr>
                </a:tc>
              </a:tr>
              <a:tr h="566738">
                <a:tc>
                  <a:txBody>
                    <a:bodyPr/>
                    <a:lstStyle/>
                    <a:p>
                      <a:r>
                        <a:rPr sz="1725" b="1">
                          <a:solidFill>
                            <a:srgbClr val="14221A"/>
                          </a:solidFill>
                          <a:latin typeface="Inter"/>
                          <a:ea typeface="Inter"/>
                          <a:cs typeface="Inter"/>
                        </a:rPr>
                        <a:t>Worker dies or user cancels</a:t>
                      </a:r>
                    </a:p>
                  </a:txBody>
                  <a:tcPr marL="152400" marR="152400" marT="114300" marB="114300" anchor="ctr">
                    <a:lnL w="9525">
                      <a:solidFill>
                        <a:srgbClr val="DAE2D8"/>
                      </a:solidFill>
                      <a:prstDash val="solid"/>
                    </a:lnL>
                    <a:lnR w="9525">
                      <a:solidFill>
                        <a:srgbClr val="DAE2D8"/>
                      </a:solidFill>
                      <a:prstDash val="solid"/>
                    </a:lnR>
                    <a:lnB w="9525">
                      <a:solidFill>
                        <a:srgbClr val="DAE2D8"/>
                      </a:solidFill>
                      <a:prstDash val="solid"/>
                    </a:lnB>
                    <a:solidFill>
                      <a:srgbClr val="FFFFFF"/>
                    </a:solidFill>
                  </a:tcPr>
                </a:tc>
                <a:tc>
                  <a:txBody>
                    <a:bodyPr/>
                    <a:lstStyle/>
                    <a:p>
                      <a:r>
                        <a:rPr sz="1725" b="0">
                          <a:solidFill>
                            <a:srgbClr val="14221A"/>
                          </a:solidFill>
                          <a:latin typeface="Inter"/>
                          <a:ea typeface="Inter"/>
                          <a:cs typeface="Inter"/>
                        </a:rPr>
                        <a:t>Fail / cancel explicitly. No automatic inference replay</a:t>
                      </a:r>
                    </a:p>
                  </a:txBody>
                  <a:tcPr marL="152400" marR="152400" marT="114300" marB="114300" anchor="ctr">
                    <a:lnR w="9525">
                      <a:solidFill>
                        <a:srgbClr val="DAE2D8"/>
                      </a:solidFill>
                      <a:prstDash val="solid"/>
                    </a:lnR>
                    <a:lnB w="9525">
                      <a:solidFill>
                        <a:srgbClr val="DAE2D8"/>
                      </a:solidFill>
                      <a:prstDash val="solid"/>
                    </a:lnB>
                    <a:solidFill>
                      <a:srgbClr val="FFFFFF"/>
                    </a:solidFill>
                  </a:tcPr>
                </a:tc>
              </a:tr>
              <a:tr h="566738">
                <a:tc>
                  <a:txBody>
                    <a:bodyPr/>
                    <a:lstStyle/>
                    <a:p>
                      <a:r>
                        <a:rPr sz="1725" b="1">
                          <a:solidFill>
                            <a:srgbClr val="14221A"/>
                          </a:solidFill>
                          <a:latin typeface="Inter"/>
                          <a:ea typeface="Inter"/>
                          <a:cs typeface="Inter"/>
                        </a:rPr>
                        <a:t>Sandbox cleanup fails</a:t>
                      </a:r>
                    </a:p>
                  </a:txBody>
                  <a:tcPr marL="152400" marR="152400" marT="114300" marB="114300" anchor="ctr">
                    <a:lnL w="9525">
                      <a:solidFill>
                        <a:srgbClr val="DAE2D8"/>
                      </a:solidFill>
                      <a:prstDash val="solid"/>
                    </a:lnL>
                    <a:lnR w="9525">
                      <a:solidFill>
                        <a:srgbClr val="DAE2D8"/>
                      </a:solidFill>
                      <a:prstDash val="solid"/>
                    </a:lnR>
                    <a:lnB w="9525">
                      <a:solidFill>
                        <a:srgbClr val="DAE2D8"/>
                      </a:solidFill>
                      <a:prstDash val="solid"/>
                    </a:lnB>
                    <a:solidFill>
                      <a:srgbClr val="F0F5ED"/>
                    </a:solidFill>
                  </a:tcPr>
                </a:tc>
                <a:tc>
                  <a:txBody>
                    <a:bodyPr/>
                    <a:lstStyle/>
                    <a:p>
                      <a:r>
                        <a:rPr sz="1725" b="0">
                          <a:solidFill>
                            <a:srgbClr val="14221A"/>
                          </a:solidFill>
                          <a:latin typeface="Inter"/>
                          <a:ea typeface="Inter"/>
                          <a:cs typeface="Inter"/>
                        </a:rPr>
                        <a:t>Retain lease and block the next turn until deletion</a:t>
                      </a:r>
                    </a:p>
                  </a:txBody>
                  <a:tcPr marL="152400" marR="152400" marT="114300" marB="114300" anchor="ctr">
                    <a:lnR w="9525">
                      <a:solidFill>
                        <a:srgbClr val="DAE2D8"/>
                      </a:solidFill>
                      <a:prstDash val="solid"/>
                    </a:lnR>
                    <a:lnB w="9525">
                      <a:solidFill>
                        <a:srgbClr val="DAE2D8"/>
                      </a:solidFill>
                      <a:prstDash val="solid"/>
                    </a:lnB>
                    <a:solidFill>
                      <a:srgbClr val="F0F5ED"/>
                    </a:solidFill>
                  </a:tcPr>
                </a:tc>
              </a:tr>
              <a:tr h="566738">
                <a:tc>
                  <a:txBody>
                    <a:bodyPr/>
                    <a:lstStyle/>
                    <a:p>
                      <a:r>
                        <a:rPr sz="1725" b="1">
                          <a:solidFill>
                            <a:srgbClr val="14221A"/>
                          </a:solidFill>
                          <a:latin typeface="Inter"/>
                          <a:ea typeface="Inter"/>
                          <a:cs typeface="Inter"/>
                        </a:rPr>
                        <a:t>Upload bytes exceed PG offset</a:t>
                      </a:r>
                    </a:p>
                  </a:txBody>
                  <a:tcPr marL="152400" marR="152400" marT="114300" marB="114300" anchor="ctr">
                    <a:lnL w="9525">
                      <a:solidFill>
                        <a:srgbClr val="DAE2D8"/>
                      </a:solidFill>
                      <a:prstDash val="solid"/>
                    </a:lnL>
                    <a:lnR w="9525">
                      <a:solidFill>
                        <a:srgbClr val="DAE2D8"/>
                      </a:solidFill>
                      <a:prstDash val="solid"/>
                    </a:lnR>
                    <a:lnB w="9525">
                      <a:solidFill>
                        <a:srgbClr val="DAE2D8"/>
                      </a:solidFill>
                      <a:prstDash val="solid"/>
                    </a:lnB>
                    <a:solidFill>
                      <a:srgbClr val="FFFFFF"/>
                    </a:solidFill>
                  </a:tcPr>
                </a:tc>
                <a:tc>
                  <a:txBody>
                    <a:bodyPr/>
                    <a:lstStyle/>
                    <a:p>
                      <a:r>
                        <a:rPr sz="1725" b="0">
                          <a:solidFill>
                            <a:srgbClr val="14221A"/>
                          </a:solidFill>
                          <a:latin typeface="Inter"/>
                          <a:ea typeface="Inter"/>
                          <a:cs typeface="Inter"/>
                        </a:rPr>
                        <a:t>Truncate uncommitted tail before the next chunk</a:t>
                      </a:r>
                    </a:p>
                  </a:txBody>
                  <a:tcPr marL="152400" marR="152400" marT="114300" marB="114300" anchor="ctr">
                    <a:lnR w="9525">
                      <a:solidFill>
                        <a:srgbClr val="DAE2D8"/>
                      </a:solidFill>
                      <a:prstDash val="solid"/>
                    </a:lnR>
                    <a:lnB w="9525">
                      <a:solidFill>
                        <a:srgbClr val="DAE2D8"/>
                      </a:solidFill>
                      <a:prstDash val="solid"/>
                    </a:lnB>
                    <a:solidFill>
                      <a:srgbClr val="FFFFFF"/>
                    </a:solidFill>
                  </a:tcPr>
                </a:tc>
              </a:tr>
              <a:tr h="566738">
                <a:tc>
                  <a:txBody>
                    <a:bodyPr/>
                    <a:lstStyle/>
                    <a:p>
                      <a:r>
                        <a:rPr sz="1725" b="1">
                          <a:solidFill>
                            <a:srgbClr val="14221A"/>
                          </a:solidFill>
                          <a:latin typeface="Inter"/>
                          <a:ea typeface="Inter"/>
                          <a:cs typeface="Inter"/>
                        </a:rPr>
                        <a:t>Reference or output validation fails</a:t>
                      </a:r>
                    </a:p>
                  </a:txBody>
                  <a:tcPr marL="152400" marR="152400" marT="114300" marB="114300" anchor="ctr">
                    <a:lnL w="9525">
                      <a:solidFill>
                        <a:srgbClr val="DAE2D8"/>
                      </a:solidFill>
                      <a:prstDash val="solid"/>
                    </a:lnL>
                    <a:lnR w="9525">
                      <a:solidFill>
                        <a:srgbClr val="DAE2D8"/>
                      </a:solidFill>
                      <a:prstDash val="solid"/>
                    </a:lnR>
                    <a:lnB w="9525">
                      <a:solidFill>
                        <a:srgbClr val="DAE2D8"/>
                      </a:solidFill>
                      <a:prstDash val="solid"/>
                    </a:lnB>
                    <a:solidFill>
                      <a:srgbClr val="F0F5ED"/>
                    </a:solidFill>
                  </a:tcPr>
                </a:tc>
                <a:tc>
                  <a:txBody>
                    <a:bodyPr/>
                    <a:lstStyle/>
                    <a:p>
                      <a:r>
                        <a:rPr sz="1725" b="0">
                          <a:solidFill>
                            <a:srgbClr val="14221A"/>
                          </a:solidFill>
                          <a:latin typeface="Inter"/>
                          <a:ea typeface="Inter"/>
                          <a:cs typeface="Inter"/>
                        </a:rPr>
                        <a:t>Reject the operation. Preserve canonical audit records</a:t>
                      </a:r>
                    </a:p>
                  </a:txBody>
                  <a:tcPr marL="152400" marR="152400" marT="114300" marB="114300" anchor="ctr">
                    <a:lnR w="9525">
                      <a:solidFill>
                        <a:srgbClr val="DAE2D8"/>
                      </a:solidFill>
                      <a:prstDash val="solid"/>
                    </a:lnR>
                    <a:lnB w="9525">
                      <a:solidFill>
                        <a:srgbClr val="DAE2D8"/>
                      </a:solidFill>
                      <a:prstDash val="solid"/>
                    </a:lnB>
                    <a:solidFill>
                      <a:srgbClr val="F0F5ED"/>
                    </a:solidFill>
                  </a:tcPr>
                </a:tc>
              </a:tr>
            </a:tbl>
          </a:graphicData>
        </a:graphic>
      </p:graphicFrame>
      <p:sp>
        <p:nvSpPr>
          <p:cNvPr id="6" name="text-170">
            <a:extLst xmlns:a="http://schemas.openxmlformats.org/drawingml/2006/main">
              <a:ext uri="{FF2B5EF4-FFF2-40B4-BE49-F238E27FC236}">
                <a16:creationId xmlns:a16="http://schemas.microsoft.com/office/drawing/2014/main" id="{20396997-AEB4-4D48-AA2A-46D3BCA7B1A6}"/>
              </a:ext>
            </a:extLst>
          </p:cNvPr>
          <p:cNvSpPr>
            <a:spLocks xmlns:a="http://schemas.openxmlformats.org/drawingml/2006/main" noGrp="1"/>
          </p:cNvSpPr>
          <p:nvPr/>
        </p:nvSpPr>
        <p:spPr>
          <a:xfrm xmlns:a="http://schemas.openxmlformats.org/drawingml/2006/main">
            <a:off x="533400" y="5810250"/>
            <a:ext cx="4000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B5E20"/>
                </a:solidFill>
                <a:latin typeface="Inter"/>
                <a:ea typeface="Inter"/>
                <a:cs typeface="Inter"/>
              </a:defRPr>
            </a:defPPr>
            <a:lvl1pPr>
              <a:defRPr sz="2025" b="1">
                <a:solidFill>
                  <a:srgbClr val="1B5E20"/>
                </a:solidFill>
                <a:latin typeface="Inter"/>
                <a:ea typeface="Inter"/>
                <a:cs typeface="Inter"/>
              </a:defRPr>
            </a:lvl1pPr>
            <a:lvl2pPr>
              <a:defRPr sz="2025" b="1">
                <a:solidFill>
                  <a:srgbClr val="1B5E20"/>
                </a:solidFill>
                <a:latin typeface="Inter"/>
                <a:ea typeface="Inter"/>
                <a:cs typeface="Inter"/>
              </a:defRPr>
            </a:lvl2pPr>
            <a:lvl3pPr>
              <a:defRPr sz="2025" b="1">
                <a:solidFill>
                  <a:srgbClr val="1B5E20"/>
                </a:solidFill>
                <a:latin typeface="Inter"/>
                <a:ea typeface="Inter"/>
                <a:cs typeface="Inter"/>
              </a:defRPr>
            </a:lvl3pPr>
            <a:lvl4pPr>
              <a:defRPr sz="2025" b="1">
                <a:solidFill>
                  <a:srgbClr val="1B5E20"/>
                </a:solidFill>
                <a:latin typeface="Inter"/>
                <a:ea typeface="Inter"/>
                <a:cs typeface="Inter"/>
              </a:defRPr>
            </a:lvl4pPr>
            <a:lvl5pPr>
              <a:defRPr sz="2025" b="1">
                <a:solidFill>
                  <a:srgbClr val="1B5E20"/>
                </a:solidFill>
                <a:latin typeface="Inter"/>
                <a:ea typeface="Inter"/>
                <a:cs typeface="Inter"/>
              </a:defRPr>
            </a:lvl5pPr>
            <a:lvl6pPr>
              <a:defRPr sz="2025" b="1">
                <a:solidFill>
                  <a:srgbClr val="1B5E20"/>
                </a:solidFill>
                <a:latin typeface="Inter"/>
                <a:ea typeface="Inter"/>
                <a:cs typeface="Inter"/>
              </a:defRPr>
            </a:lvl6pPr>
            <a:lvl7pPr>
              <a:defRPr sz="2025" b="1">
                <a:solidFill>
                  <a:srgbClr val="1B5E20"/>
                </a:solidFill>
                <a:latin typeface="Inter"/>
                <a:ea typeface="Inter"/>
                <a:cs typeface="Inter"/>
              </a:defRPr>
            </a:lvl7pPr>
            <a:lvl8pPr>
              <a:defRPr sz="2025" b="1">
                <a:solidFill>
                  <a:srgbClr val="1B5E20"/>
                </a:solidFill>
                <a:latin typeface="Inter"/>
                <a:ea typeface="Inter"/>
                <a:cs typeface="Inter"/>
              </a:defRPr>
            </a:lvl8pPr>
            <a:lvl9pPr>
              <a:defRPr sz="2025" b="1">
                <a:solidFill>
                  <a:srgbClr val="1B5E20"/>
                </a:solidFill>
                <a:latin typeface="Inter"/>
                <a:ea typeface="Inter"/>
                <a:cs typeface="Inter"/>
              </a:defRPr>
            </a:lvl9pPr>
          </a:lstStyle>
          <a:p xmlns:a="http://schemas.openxmlformats.org/drawingml/2006/main">
            <a:pPr>
              <a:defRPr sz="2025" b="1">
                <a:solidFill>
                  <a:srgbClr val="1B5E20"/>
                </a:solidFill>
                <a:latin typeface="Inter"/>
                <a:ea typeface="Inter"/>
                <a:cs typeface="Inter"/>
              </a:defRPr>
            </a:pPr>
            <a:r>
              <a:rPr sz="2025" b="1">
                <a:solidFill>
                  <a:srgbClr val="1B5E20"/>
                </a:solidFill>
                <a:latin typeface="Inter"/>
                <a:ea typeface="Inter"/>
                <a:cs typeface="Inter"/>
              </a:rPr>
              <a:t>JSON activity logs</a:t>
            </a:r>
          </a:p>
        </p:txBody>
      </p:sp>
      <p:sp>
        <p:nvSpPr>
          <p:cNvPr id="7" name="text-171">
            <a:extLst xmlns:a="http://schemas.openxmlformats.org/drawingml/2006/main">
              <a:ext uri="{FF2B5EF4-FFF2-40B4-BE49-F238E27FC236}">
                <a16:creationId xmlns:a16="http://schemas.microsoft.com/office/drawing/2014/main" id="{66D7BED3-7778-4250-BBB3-9D06F87C66F5}"/>
              </a:ext>
            </a:extLst>
          </p:cNvPr>
          <p:cNvSpPr>
            <a:spLocks xmlns:a="http://schemas.openxmlformats.org/drawingml/2006/main" noGrp="1"/>
          </p:cNvSpPr>
          <p:nvPr/>
        </p:nvSpPr>
        <p:spPr>
          <a:xfrm xmlns:a="http://schemas.openxmlformats.org/drawingml/2006/main">
            <a:off x="4648200" y="57245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4221A"/>
                </a:solidFill>
                <a:latin typeface="Inter"/>
                <a:ea typeface="Inter"/>
                <a:cs typeface="Inter"/>
              </a:defRPr>
            </a:defPPr>
            <a:lvl1pPr>
              <a:defRPr sz="1800" b="0">
                <a:solidFill>
                  <a:srgbClr val="14221A"/>
                </a:solidFill>
                <a:latin typeface="Inter"/>
                <a:ea typeface="Inter"/>
                <a:cs typeface="Inter"/>
              </a:defRPr>
            </a:lvl1pPr>
            <a:lvl2pPr>
              <a:defRPr sz="1800" b="0">
                <a:solidFill>
                  <a:srgbClr val="14221A"/>
                </a:solidFill>
                <a:latin typeface="Inter"/>
                <a:ea typeface="Inter"/>
                <a:cs typeface="Inter"/>
              </a:defRPr>
            </a:lvl2pPr>
            <a:lvl3pPr>
              <a:defRPr sz="1800" b="0">
                <a:solidFill>
                  <a:srgbClr val="14221A"/>
                </a:solidFill>
                <a:latin typeface="Inter"/>
                <a:ea typeface="Inter"/>
                <a:cs typeface="Inter"/>
              </a:defRPr>
            </a:lvl3pPr>
            <a:lvl4pPr>
              <a:defRPr sz="1800" b="0">
                <a:solidFill>
                  <a:srgbClr val="14221A"/>
                </a:solidFill>
                <a:latin typeface="Inter"/>
                <a:ea typeface="Inter"/>
                <a:cs typeface="Inter"/>
              </a:defRPr>
            </a:lvl4pPr>
            <a:lvl5pPr>
              <a:defRPr sz="1800" b="0">
                <a:solidFill>
                  <a:srgbClr val="14221A"/>
                </a:solidFill>
                <a:latin typeface="Inter"/>
                <a:ea typeface="Inter"/>
                <a:cs typeface="Inter"/>
              </a:defRPr>
            </a:lvl5pPr>
            <a:lvl6pPr>
              <a:defRPr sz="1800" b="0">
                <a:solidFill>
                  <a:srgbClr val="14221A"/>
                </a:solidFill>
                <a:latin typeface="Inter"/>
                <a:ea typeface="Inter"/>
                <a:cs typeface="Inter"/>
              </a:defRPr>
            </a:lvl6pPr>
            <a:lvl7pPr>
              <a:defRPr sz="1800" b="0">
                <a:solidFill>
                  <a:srgbClr val="14221A"/>
                </a:solidFill>
                <a:latin typeface="Inter"/>
                <a:ea typeface="Inter"/>
                <a:cs typeface="Inter"/>
              </a:defRPr>
            </a:lvl7pPr>
            <a:lvl8pPr>
              <a:defRPr sz="1800" b="0">
                <a:solidFill>
                  <a:srgbClr val="14221A"/>
                </a:solidFill>
                <a:latin typeface="Inter"/>
                <a:ea typeface="Inter"/>
                <a:cs typeface="Inter"/>
              </a:defRPr>
            </a:lvl8pPr>
            <a:lvl9pPr>
              <a:defRPr sz="1800" b="0">
                <a:solidFill>
                  <a:srgbClr val="14221A"/>
                </a:solidFill>
                <a:latin typeface="Inter"/>
                <a:ea typeface="Inter"/>
                <a:cs typeface="Inter"/>
              </a:defRPr>
            </a:lvl9pPr>
          </a:lstStyle>
          <a:p xmlns:a="http://schemas.openxmlformats.org/drawingml/2006/main">
            <a:pPr>
              <a:defRPr sz="1800" b="0">
                <a:solidFill>
                  <a:srgbClr val="14221A"/>
                </a:solidFill>
                <a:latin typeface="Inter"/>
                <a:ea typeface="Inter"/>
                <a:cs typeface="Inter"/>
              </a:defRPr>
            </a:pPr>
            <a:r>
              <a:rPr sz="1800" b="0">
                <a:solidFill>
                  <a:srgbClr val="14221A"/>
                </a:solidFill>
                <a:latin typeface="Inter"/>
                <a:ea typeface="Inter"/>
                <a:cs typeface="Inter"/>
              </a:rPr>
              <a:t>workerId, turnId, runId, event and status</a:t>
            </a:r>
          </a:p>
          <a:p xmlns:a="http://schemas.openxmlformats.org/drawingml/2006/main">
            <a:pPr>
              <a:defRPr sz="1800" b="0">
                <a:solidFill>
                  <a:srgbClr val="14221A"/>
                </a:solidFill>
                <a:latin typeface="Inter"/>
                <a:ea typeface="Inter"/>
                <a:cs typeface="Inter"/>
              </a:defRPr>
            </a:pPr>
            <a:r>
              <a:rPr sz="1800" b="0">
                <a:solidFill>
                  <a:srgbClr val="14221A"/>
                </a:solidFill>
                <a:latin typeface="Inter"/>
                <a:ea typeface="Inter"/>
                <a:cs typeface="Inter"/>
              </a:rPr>
              <a:t>Durable inputs, receipts and results remain in PostgreSQL.</a:t>
            </a:r>
          </a:p>
        </p:txBody>
      </p:sp>
    </p:spTree>
    <p:extLst>
      <p:ext uri="{BB962C8B-B14F-4D97-AF65-F5344CB8AC3E}">
        <p14:creationId xmlns:p14="http://schemas.microsoft.com/office/powerpoint/2010/main" val="182283819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172">
            <a:extLst xmlns:a="http://schemas.openxmlformats.org/drawingml/2006/main">
              <a:ext uri="{FF2B5EF4-FFF2-40B4-BE49-F238E27FC236}">
                <a16:creationId xmlns:a16="http://schemas.microsoft.com/office/drawing/2014/main" id="{79C2E690-6661-43E7-8F43-D7BA4B6D56BB}"/>
              </a:ext>
            </a:extLst>
          </p:cNvPr>
          <p:cNvSpPr>
            <a:spLocks xmlns:a="http://schemas.openxmlformats.org/drawingml/2006/main" noGrp="1"/>
          </p:cNvSpPr>
          <p:nvPr/>
        </p:nvSpPr>
        <p:spPr>
          <a:xfrm xmlns:a="http://schemas.openxmlformats.org/drawingml/2006/main">
            <a:off x="533400" y="257175"/>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CELLORAS / ENGINEERING</a:t>
            </a:r>
          </a:p>
        </p:txBody>
      </p:sp>
      <p:sp>
        <p:nvSpPr>
          <p:cNvPr id="2" name="text-173">
            <a:extLst xmlns:a="http://schemas.openxmlformats.org/drawingml/2006/main">
              <a:ext uri="{FF2B5EF4-FFF2-40B4-BE49-F238E27FC236}">
                <a16:creationId xmlns:a16="http://schemas.microsoft.com/office/drawing/2014/main" id="{115BD72B-D1AF-44A2-9574-DA8AD80D1EF3}"/>
              </a:ext>
            </a:extLst>
          </p:cNvPr>
          <p:cNvSpPr>
            <a:spLocks xmlns:a="http://schemas.openxmlformats.org/drawingml/2006/main" noGrp="1"/>
          </p:cNvSpPr>
          <p:nvPr/>
        </p:nvSpPr>
        <p:spPr>
          <a:xfrm xmlns:a="http://schemas.openxmlformats.org/drawingml/2006/main">
            <a:off x="533400" y="666750"/>
            <a:ext cx="11125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21A"/>
                </a:solidFill>
                <a:latin typeface="Inter"/>
                <a:ea typeface="Inter"/>
                <a:cs typeface="Inter"/>
              </a:defRPr>
            </a:defPPr>
            <a:lvl1pPr>
              <a:defRPr sz="3225" b="1">
                <a:solidFill>
                  <a:srgbClr val="14221A"/>
                </a:solidFill>
                <a:latin typeface="Inter"/>
                <a:ea typeface="Inter"/>
                <a:cs typeface="Inter"/>
              </a:defRPr>
            </a:lvl1pPr>
            <a:lvl2pPr>
              <a:defRPr sz="3225" b="1">
                <a:solidFill>
                  <a:srgbClr val="14221A"/>
                </a:solidFill>
                <a:latin typeface="Inter"/>
                <a:ea typeface="Inter"/>
                <a:cs typeface="Inter"/>
              </a:defRPr>
            </a:lvl2pPr>
            <a:lvl3pPr>
              <a:defRPr sz="3225" b="1">
                <a:solidFill>
                  <a:srgbClr val="14221A"/>
                </a:solidFill>
                <a:latin typeface="Inter"/>
                <a:ea typeface="Inter"/>
                <a:cs typeface="Inter"/>
              </a:defRPr>
            </a:lvl3pPr>
            <a:lvl4pPr>
              <a:defRPr sz="3225" b="1">
                <a:solidFill>
                  <a:srgbClr val="14221A"/>
                </a:solidFill>
                <a:latin typeface="Inter"/>
                <a:ea typeface="Inter"/>
                <a:cs typeface="Inter"/>
              </a:defRPr>
            </a:lvl4pPr>
            <a:lvl5pPr>
              <a:defRPr sz="3225" b="1">
                <a:solidFill>
                  <a:srgbClr val="14221A"/>
                </a:solidFill>
                <a:latin typeface="Inter"/>
                <a:ea typeface="Inter"/>
                <a:cs typeface="Inter"/>
              </a:defRPr>
            </a:lvl5pPr>
            <a:lvl6pPr>
              <a:defRPr sz="3225" b="1">
                <a:solidFill>
                  <a:srgbClr val="14221A"/>
                </a:solidFill>
                <a:latin typeface="Inter"/>
                <a:ea typeface="Inter"/>
                <a:cs typeface="Inter"/>
              </a:defRPr>
            </a:lvl6pPr>
            <a:lvl7pPr>
              <a:defRPr sz="3225" b="1">
                <a:solidFill>
                  <a:srgbClr val="14221A"/>
                </a:solidFill>
                <a:latin typeface="Inter"/>
                <a:ea typeface="Inter"/>
                <a:cs typeface="Inter"/>
              </a:defRPr>
            </a:lvl7pPr>
            <a:lvl8pPr>
              <a:defRPr sz="3225" b="1">
                <a:solidFill>
                  <a:srgbClr val="14221A"/>
                </a:solidFill>
                <a:latin typeface="Inter"/>
                <a:ea typeface="Inter"/>
                <a:cs typeface="Inter"/>
              </a:defRPr>
            </a:lvl8pPr>
            <a:lvl9pPr>
              <a:defRPr sz="3225" b="1">
                <a:solidFill>
                  <a:srgbClr val="14221A"/>
                </a:solidFill>
                <a:latin typeface="Inter"/>
                <a:ea typeface="Inter"/>
                <a:cs typeface="Inter"/>
              </a:defRPr>
            </a:lvl9pPr>
          </a:lstStyle>
          <a:p xmlns:a="http://schemas.openxmlformats.org/drawingml/2006/main">
            <a:pPr>
              <a:defRPr sz="3225" b="1">
                <a:solidFill>
                  <a:srgbClr val="14221A"/>
                </a:solidFill>
                <a:latin typeface="Inter"/>
                <a:ea typeface="Inter"/>
                <a:cs typeface="Inter"/>
              </a:defRPr>
            </a:pPr>
            <a:r>
              <a:rPr sz="3225" b="1">
                <a:solidFill>
                  <a:srgbClr val="14221A"/>
                </a:solidFill>
                <a:latin typeface="Inter"/>
                <a:ea typeface="Inter"/>
                <a:cs typeface="Inter"/>
              </a:rPr>
              <a:t>Measured coverage and scaling limits</a:t>
            </a:r>
          </a:p>
        </p:txBody>
      </p:sp>
      <p:sp>
        <p:nvSpPr>
          <p:cNvPr id="3" name="text-174">
            <a:extLst xmlns:a="http://schemas.openxmlformats.org/drawingml/2006/main">
              <a:ext uri="{FF2B5EF4-FFF2-40B4-BE49-F238E27FC236}">
                <a16:creationId xmlns:a16="http://schemas.microsoft.com/office/drawing/2014/main" id="{8C75BF30-C8D3-434C-B328-1BA9AF01B468}"/>
              </a:ext>
            </a:extLst>
          </p:cNvPr>
          <p:cNvSpPr>
            <a:spLocks xmlns:a="http://schemas.openxmlformats.org/drawingml/2006/main" noGrp="1"/>
          </p:cNvSpPr>
          <p:nvPr/>
        </p:nvSpPr>
        <p:spPr>
          <a:xfrm xmlns:a="http://schemas.openxmlformats.org/drawingml/2006/main">
            <a:off x="533400" y="1381125"/>
            <a:ext cx="11125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657167"/>
                </a:solidFill>
                <a:latin typeface="Inter"/>
                <a:ea typeface="Inter"/>
                <a:cs typeface="Inter"/>
              </a:defRPr>
            </a:defPPr>
            <a:lvl1pPr>
              <a:defRPr sz="1800" b="0">
                <a:solidFill>
                  <a:srgbClr val="657167"/>
                </a:solidFill>
                <a:latin typeface="Inter"/>
                <a:ea typeface="Inter"/>
                <a:cs typeface="Inter"/>
              </a:defRPr>
            </a:lvl1pPr>
            <a:lvl2pPr>
              <a:defRPr sz="1800" b="0">
                <a:solidFill>
                  <a:srgbClr val="657167"/>
                </a:solidFill>
                <a:latin typeface="Inter"/>
                <a:ea typeface="Inter"/>
                <a:cs typeface="Inter"/>
              </a:defRPr>
            </a:lvl2pPr>
            <a:lvl3pPr>
              <a:defRPr sz="1800" b="0">
                <a:solidFill>
                  <a:srgbClr val="657167"/>
                </a:solidFill>
                <a:latin typeface="Inter"/>
                <a:ea typeface="Inter"/>
                <a:cs typeface="Inter"/>
              </a:defRPr>
            </a:lvl3pPr>
            <a:lvl4pPr>
              <a:defRPr sz="1800" b="0">
                <a:solidFill>
                  <a:srgbClr val="657167"/>
                </a:solidFill>
                <a:latin typeface="Inter"/>
                <a:ea typeface="Inter"/>
                <a:cs typeface="Inter"/>
              </a:defRPr>
            </a:lvl4pPr>
            <a:lvl5pPr>
              <a:defRPr sz="1800" b="0">
                <a:solidFill>
                  <a:srgbClr val="657167"/>
                </a:solidFill>
                <a:latin typeface="Inter"/>
                <a:ea typeface="Inter"/>
                <a:cs typeface="Inter"/>
              </a:defRPr>
            </a:lvl5pPr>
            <a:lvl6pPr>
              <a:defRPr sz="1800" b="0">
                <a:solidFill>
                  <a:srgbClr val="657167"/>
                </a:solidFill>
                <a:latin typeface="Inter"/>
                <a:ea typeface="Inter"/>
                <a:cs typeface="Inter"/>
              </a:defRPr>
            </a:lvl6pPr>
            <a:lvl7pPr>
              <a:defRPr sz="1800" b="0">
                <a:solidFill>
                  <a:srgbClr val="657167"/>
                </a:solidFill>
                <a:latin typeface="Inter"/>
                <a:ea typeface="Inter"/>
                <a:cs typeface="Inter"/>
              </a:defRPr>
            </a:lvl7pPr>
            <a:lvl8pPr>
              <a:defRPr sz="1800" b="0">
                <a:solidFill>
                  <a:srgbClr val="657167"/>
                </a:solidFill>
                <a:latin typeface="Inter"/>
                <a:ea typeface="Inter"/>
                <a:cs typeface="Inter"/>
              </a:defRPr>
            </a:lvl8pPr>
            <a:lvl9pPr>
              <a:defRPr sz="1800" b="0">
                <a:solidFill>
                  <a:srgbClr val="657167"/>
                </a:solidFill>
                <a:latin typeface="Inter"/>
                <a:ea typeface="Inter"/>
                <a:cs typeface="Inter"/>
              </a:defRPr>
            </a:lvl9pPr>
          </a:lstStyle>
          <a:p xmlns:a="http://schemas.openxmlformats.org/drawingml/2006/main">
            <a:pPr>
              <a:defRPr sz="1800" b="0">
                <a:solidFill>
                  <a:srgbClr val="657167"/>
                </a:solidFill>
                <a:latin typeface="Inter"/>
                <a:ea typeface="Inter"/>
                <a:cs typeface="Inter"/>
              </a:defRPr>
            </a:pPr>
            <a:r>
              <a:rPr sz="1800" b="0">
                <a:solidFill>
                  <a:srgbClr val="657167"/>
                </a:solidFill>
                <a:latin typeface="Inter"/>
                <a:ea typeface="Inter"/>
                <a:cs typeface="Inter"/>
              </a:rPr>
              <a:t>Public workflow receipt: 26 October 2026, application revision e153cf8</a:t>
            </a:r>
          </a:p>
        </p:txBody>
      </p:sp>
      <p:sp>
        <p:nvSpPr>
          <p:cNvPr id="4" name="text-175">
            <a:extLst xmlns:a="http://schemas.openxmlformats.org/drawingml/2006/main">
              <a:ext uri="{FF2B5EF4-FFF2-40B4-BE49-F238E27FC236}">
                <a16:creationId xmlns:a16="http://schemas.microsoft.com/office/drawing/2014/main" id="{7D235CA6-B2B2-43DE-9B0D-41BD3766815C}"/>
              </a:ext>
            </a:extLst>
          </p:cNvPr>
          <p:cNvSpPr>
            <a:spLocks xmlns:a="http://schemas.openxmlformats.org/drawingml/2006/main" noGrp="1"/>
          </p:cNvSpPr>
          <p:nvPr/>
        </p:nvSpPr>
        <p:spPr>
          <a:xfrm xmlns:a="http://schemas.openxmlformats.org/drawingml/2006/main">
            <a:off x="11258550" y="6486525"/>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10</a:t>
            </a:r>
          </a:p>
        </p:txBody>
      </p:sp>
      <p:graphicFrame>
        <p:nvGraphicFramePr>
          <p:cNvPr id="5" name="">
            <a:extLst xmlns:a="http://schemas.openxmlformats.org/drawingml/2006/main">
              <a:ext uri="{FF2B5EF4-FFF2-40B4-BE49-F238E27FC236}">
                <a16:creationId xmlns:a16="http://schemas.microsoft.com/office/drawing/2014/main" id="{3BA18B38-4129-4CEF-9053-8F0877491EDD}"/>
              </a:ext>
            </a:extLst>
          </p:cNvPr>
          <p:cNvGraphicFramePr/>
          <p:nvPr/>
        </p:nvGraphicFramePr>
        <p:xfrm>
          <a:off xmlns:a="http://schemas.openxmlformats.org/drawingml/2006/main" x="533400" y="2085975"/>
          <a:ext xmlns:a="http://schemas.openxmlformats.org/drawingml/2006/main" cx="11125200" cy="3257550"/>
        </p:xfrm>
        <a:graphic xmlns:a="http://schemas.openxmlformats.org/drawingml/2006/main">
          <a:graphicData uri="http://schemas.openxmlformats.org/drawingml/2006/table">
            <a:tbl>
              <a:tblPr/>
              <a:tblGrid>
                <a:gridCol w="2571750"/>
                <a:gridCol w="4381500"/>
                <a:gridCol w="4171950"/>
              </a:tblGrid>
              <a:tr h="651510">
                <a:tc>
                  <a:txBody>
                    <a:bodyPr/>
                    <a:lstStyle/>
                    <a:p>
                      <a:r>
                        <a:rPr sz="1725" b="1">
                          <a:solidFill>
                            <a:srgbClr val="FFFFFF"/>
                          </a:solidFill>
                          <a:latin typeface="Inter"/>
                          <a:ea typeface="Inter"/>
                          <a:cs typeface="Inter"/>
                        </a:rPr>
                        <a:t>Boundary</a:t>
                      </a:r>
                    </a:p>
                  </a:txBody>
                  <a:tcPr marL="152400" marR="152400" marT="114300" marB="114300" anchor="ctr">
                    <a:lnL w="9525">
                      <a:solidFill>
                        <a:srgbClr val="DAE2D8"/>
                      </a:solidFill>
                      <a:prstDash val="solid"/>
                    </a:lnL>
                    <a:lnR w="9525">
                      <a:solidFill>
                        <a:srgbClr val="DAE2D8"/>
                      </a:solidFill>
                      <a:prstDash val="solid"/>
                    </a:lnR>
                    <a:lnT w="9525">
                      <a:solidFill>
                        <a:srgbClr val="DAE2D8"/>
                      </a:solidFill>
                      <a:prstDash val="solid"/>
                    </a:lnT>
                    <a:lnB w="9525">
                      <a:solidFill>
                        <a:srgbClr val="DAE2D8"/>
                      </a:solidFill>
                      <a:prstDash val="solid"/>
                    </a:lnB>
                    <a:solidFill>
                      <a:srgbClr val="1B5E20"/>
                    </a:solidFill>
                  </a:tcPr>
                </a:tc>
                <a:tc>
                  <a:txBody>
                    <a:bodyPr/>
                    <a:lstStyle/>
                    <a:p>
                      <a:r>
                        <a:rPr sz="1725" b="1">
                          <a:solidFill>
                            <a:srgbClr val="FFFFFF"/>
                          </a:solidFill>
                          <a:latin typeface="Inter"/>
                          <a:ea typeface="Inter"/>
                          <a:cs typeface="Inter"/>
                        </a:rPr>
                        <a:t>Observed evidence</a:t>
                      </a:r>
                    </a:p>
                  </a:txBody>
                  <a:tcPr marL="152400" marR="152400" marT="114300" marB="114300" anchor="ctr">
                    <a:lnR w="9525">
                      <a:solidFill>
                        <a:srgbClr val="DAE2D8"/>
                      </a:solidFill>
                      <a:prstDash val="solid"/>
                    </a:lnR>
                    <a:lnT w="9525">
                      <a:solidFill>
                        <a:srgbClr val="DAE2D8"/>
                      </a:solidFill>
                      <a:prstDash val="solid"/>
                    </a:lnT>
                    <a:lnB w="9525">
                      <a:solidFill>
                        <a:srgbClr val="DAE2D8"/>
                      </a:solidFill>
                      <a:prstDash val="solid"/>
                    </a:lnB>
                    <a:solidFill>
                      <a:srgbClr val="1B5E20"/>
                    </a:solidFill>
                  </a:tcPr>
                </a:tc>
                <a:tc>
                  <a:txBody>
                    <a:bodyPr/>
                    <a:lstStyle/>
                    <a:p>
                      <a:r>
                        <a:rPr sz="1725" b="1">
                          <a:solidFill>
                            <a:srgbClr val="FFFFFF"/>
                          </a:solidFill>
                          <a:latin typeface="Inter"/>
                          <a:ea typeface="Inter"/>
                          <a:cs typeface="Inter"/>
                        </a:rPr>
                        <a:t>Remaining limit</a:t>
                      </a:r>
                    </a:p>
                  </a:txBody>
                  <a:tcPr marL="152400" marR="152400" marT="114300" marB="114300" anchor="ctr">
                    <a:lnR w="9525">
                      <a:solidFill>
                        <a:srgbClr val="DAE2D8"/>
                      </a:solidFill>
                      <a:prstDash val="solid"/>
                    </a:lnR>
                    <a:lnT w="9525">
                      <a:solidFill>
                        <a:srgbClr val="DAE2D8"/>
                      </a:solidFill>
                      <a:prstDash val="solid"/>
                    </a:lnT>
                    <a:lnB w="9525">
                      <a:solidFill>
                        <a:srgbClr val="DAE2D8"/>
                      </a:solidFill>
                      <a:prstDash val="solid"/>
                    </a:lnB>
                    <a:solidFill>
                      <a:srgbClr val="1B5E20"/>
                    </a:solidFill>
                  </a:tcPr>
                </a:tc>
              </a:tr>
              <a:tr h="651510">
                <a:tc>
                  <a:txBody>
                    <a:bodyPr/>
                    <a:lstStyle/>
                    <a:p>
                      <a:r>
                        <a:rPr sz="1725" b="1">
                          <a:solidFill>
                            <a:srgbClr val="14221A"/>
                          </a:solidFill>
                          <a:latin typeface="Inter"/>
                          <a:ea typeface="Inter"/>
                          <a:cs typeface="Inter"/>
                        </a:rPr>
                        <a:t>H5AD ingestion</a:t>
                      </a:r>
                    </a:p>
                  </a:txBody>
                  <a:tcPr marL="152400" marR="152400" marT="114300" marB="114300" anchor="ctr">
                    <a:lnL w="9525">
                      <a:solidFill>
                        <a:srgbClr val="DAE2D8"/>
                      </a:solidFill>
                      <a:prstDash val="solid"/>
                    </a:lnL>
                    <a:lnR w="9525">
                      <a:solidFill>
                        <a:srgbClr val="DAE2D8"/>
                      </a:solidFill>
                      <a:prstDash val="solid"/>
                    </a:lnR>
                    <a:lnB w="9525">
                      <a:solidFill>
                        <a:srgbClr val="DAE2D8"/>
                      </a:solidFill>
                      <a:prstDash val="solid"/>
                    </a:lnB>
                    <a:solidFill>
                      <a:srgbClr val="F0F5ED"/>
                    </a:solidFill>
                  </a:tcPr>
                </a:tc>
                <a:tc>
                  <a:txBody>
                    <a:bodyPr/>
                    <a:lstStyle/>
                    <a:p>
                      <a:r>
                        <a:rPr sz="1725" b="0">
                          <a:solidFill>
                            <a:srgbClr val="14221A"/>
                          </a:solidFill>
                          <a:latin typeface="Inter"/>
                          <a:ea typeface="Inter"/>
                          <a:cs typeface="Inter"/>
                        </a:rPr>
                        <a:t>28.9 MB / 7,496 nuclei</a:t>
                      </a:r>
                    </a:p>
                    <a:p>
                      <a:r>
                        <a:rPr sz="1725" b="0">
                          <a:solidFill>
                            <a:srgbClr val="14221A"/>
                          </a:solidFill>
                          <a:latin typeface="Inter"/>
                          <a:ea typeface="Inter"/>
                          <a:cs typeface="Inter"/>
                        </a:rPr>
                        <a:t>40,127 genes / 12 groups</a:t>
                      </a:r>
                    </a:p>
                  </a:txBody>
                  <a:tcPr marL="152400" marR="152400" marT="114300" marB="114300" anchor="ctr">
                    <a:lnR w="9525">
                      <a:solidFill>
                        <a:srgbClr val="DAE2D8"/>
                      </a:solidFill>
                      <a:prstDash val="solid"/>
                    </a:lnR>
                    <a:lnB w="9525">
                      <a:solidFill>
                        <a:srgbClr val="DAE2D8"/>
                      </a:solidFill>
                      <a:prstDash val="solid"/>
                    </a:lnB>
                    <a:solidFill>
                      <a:srgbClr val="F0F5ED"/>
                    </a:solidFill>
                  </a:tcPr>
                </a:tc>
                <a:tc>
                  <a:txBody>
                    <a:bodyPr/>
                    <a:lstStyle/>
                    <a:p>
                      <a:r>
                        <a:rPr sz="1725" b="0">
                          <a:solidFill>
                            <a:srgbClr val="14221A"/>
                          </a:solidFill>
                          <a:latin typeface="Inter"/>
                          <a:ea typeface="Inter"/>
                          <a:cs typeface="Inter"/>
                        </a:rPr>
                        <a:t>4 GiB cap configured</a:t>
                      </a:r>
                    </a:p>
                    <a:p>
                      <a:r>
                        <a:rPr sz="1725" b="0">
                          <a:solidFill>
                            <a:srgbClr val="14221A"/>
                          </a:solidFill>
                          <a:latin typeface="Inter"/>
                          <a:ea typeface="Inter"/>
                          <a:cs typeface="Inter"/>
                        </a:rPr>
                        <a:t>Maximum-size load test pending</a:t>
                      </a:r>
                    </a:p>
                  </a:txBody>
                  <a:tcPr marL="152400" marR="152400" marT="114300" marB="114300" anchor="ctr">
                    <a:lnR w="9525">
                      <a:solidFill>
                        <a:srgbClr val="DAE2D8"/>
                      </a:solidFill>
                      <a:prstDash val="solid"/>
                    </a:lnR>
                    <a:lnB w="9525">
                      <a:solidFill>
                        <a:srgbClr val="DAE2D8"/>
                      </a:solidFill>
                      <a:prstDash val="solid"/>
                    </a:lnB>
                    <a:solidFill>
                      <a:srgbClr val="F0F5ED"/>
                    </a:solidFill>
                  </a:tcPr>
                </a:tc>
              </a:tr>
              <a:tr h="651510">
                <a:tc>
                  <a:txBody>
                    <a:bodyPr/>
                    <a:lstStyle/>
                    <a:p>
                      <a:r>
                        <a:rPr sz="1725" b="1">
                          <a:solidFill>
                            <a:srgbClr val="14221A"/>
                          </a:solidFill>
                          <a:latin typeface="Inter"/>
                          <a:ea typeface="Inter"/>
                          <a:cs typeface="Inter"/>
                        </a:rPr>
                        <a:t>Numerical fidelity</a:t>
                      </a:r>
                    </a:p>
                  </a:txBody>
                  <a:tcPr marL="152400" marR="152400" marT="114300" marB="114300" anchor="ctr">
                    <a:lnL w="9525">
                      <a:solidFill>
                        <a:srgbClr val="DAE2D8"/>
                      </a:solidFill>
                      <a:prstDash val="solid"/>
                    </a:lnL>
                    <a:lnR w="9525">
                      <a:solidFill>
                        <a:srgbClr val="DAE2D8"/>
                      </a:solidFill>
                      <a:prstDash val="solid"/>
                    </a:lnR>
                    <a:lnB w="9525">
                      <a:solidFill>
                        <a:srgbClr val="DAE2D8"/>
                      </a:solidFill>
                      <a:prstDash val="solid"/>
                    </a:lnB>
                    <a:solidFill>
                      <a:srgbClr val="FFFFFF"/>
                    </a:solidFill>
                  </a:tcPr>
                </a:tc>
                <a:tc>
                  <a:txBody>
                    <a:bodyPr/>
                    <a:lstStyle/>
                    <a:p>
                      <a:r>
                        <a:rPr sz="1725" b="0">
                          <a:solidFill>
                            <a:srgbClr val="14221A"/>
                          </a:solidFill>
                          <a:latin typeface="Inter"/>
                          <a:ea typeface="Inter"/>
                          <a:cs typeface="Inter"/>
                        </a:rPr>
                        <a:t>Raw counts and UMAP exact</a:t>
                      </a:r>
                    </a:p>
                    <a:p>
                      <a:r>
                        <a:rPr sz="1725" b="0">
                          <a:solidFill>
                            <a:srgbClr val="14221A"/>
                          </a:solidFill>
                          <a:latin typeface="Inter"/>
                          <a:ea typeface="Inter"/>
                          <a:cs typeface="Inter"/>
                        </a:rPr>
                        <a:t>2,952 independent R checks</a:t>
                      </a:r>
                    </a:p>
                  </a:txBody>
                  <a:tcPr marL="152400" marR="152400" marT="114300" marB="114300" anchor="ctr">
                    <a:lnR w="9525">
                      <a:solidFill>
                        <a:srgbClr val="DAE2D8"/>
                      </a:solidFill>
                      <a:prstDash val="solid"/>
                    </a:lnR>
                    <a:lnB w="9525">
                      <a:solidFill>
                        <a:srgbClr val="DAE2D8"/>
                      </a:solidFill>
                      <a:prstDash val="solid"/>
                    </a:lnB>
                    <a:solidFill>
                      <a:srgbClr val="FFFFFF"/>
                    </a:solidFill>
                  </a:tcPr>
                </a:tc>
                <a:tc>
                  <a:txBody>
                    <a:bodyPr/>
                    <a:lstStyle/>
                    <a:p>
                      <a:r>
                        <a:rPr sz="1725" b="0">
                          <a:solidFill>
                            <a:srgbClr val="14221A"/>
                          </a:solidFill>
                          <a:latin typeface="Inter"/>
                          <a:ea typeface="Inter"/>
                          <a:cs typeface="Inter"/>
                        </a:rPr>
                        <a:t>Independent biological</a:t>
                      </a:r>
                    </a:p>
                    <a:p>
                      <a:r>
                        <a:rPr sz="1725" b="0">
                          <a:solidFill>
                            <a:srgbClr val="14221A"/>
                          </a:solidFill>
                          <a:latin typeface="Inter"/>
                          <a:ea typeface="Inter"/>
                          <a:cs typeface="Inter"/>
                        </a:rPr>
                        <a:t>validation pending</a:t>
                      </a:r>
                    </a:p>
                  </a:txBody>
                  <a:tcPr marL="152400" marR="152400" marT="114300" marB="114300" anchor="ctr">
                    <a:lnR w="9525">
                      <a:solidFill>
                        <a:srgbClr val="DAE2D8"/>
                      </a:solidFill>
                      <a:prstDash val="solid"/>
                    </a:lnR>
                    <a:lnB w="9525">
                      <a:solidFill>
                        <a:srgbClr val="DAE2D8"/>
                      </a:solidFill>
                      <a:prstDash val="solid"/>
                    </a:lnB>
                    <a:solidFill>
                      <a:srgbClr val="FFFFFF"/>
                    </a:solidFill>
                  </a:tcPr>
                </a:tc>
              </a:tr>
              <a:tr h="651510">
                <a:tc>
                  <a:txBody>
                    <a:bodyPr/>
                    <a:lstStyle/>
                    <a:p>
                      <a:r>
                        <a:rPr sz="1725" b="1">
                          <a:solidFill>
                            <a:srgbClr val="14221A"/>
                          </a:solidFill>
                          <a:latin typeface="Inter"/>
                          <a:ea typeface="Inter"/>
                          <a:cs typeface="Inter"/>
                        </a:rPr>
                        <a:t>Sponsor path</a:t>
                      </a:r>
                    </a:p>
                  </a:txBody>
                  <a:tcPr marL="152400" marR="152400" marT="114300" marB="114300" anchor="ctr">
                    <a:lnL w="9525">
                      <a:solidFill>
                        <a:srgbClr val="DAE2D8"/>
                      </a:solidFill>
                      <a:prstDash val="solid"/>
                    </a:lnL>
                    <a:lnR w="9525">
                      <a:solidFill>
                        <a:srgbClr val="DAE2D8"/>
                      </a:solidFill>
                      <a:prstDash val="solid"/>
                    </a:lnR>
                    <a:lnB w="9525">
                      <a:solidFill>
                        <a:srgbClr val="DAE2D8"/>
                      </a:solidFill>
                      <a:prstDash val="solid"/>
                    </a:lnB>
                    <a:solidFill>
                      <a:srgbClr val="F0F5ED"/>
                    </a:solidFill>
                  </a:tcPr>
                </a:tc>
                <a:tc>
                  <a:txBody>
                    <a:bodyPr/>
                    <a:lstStyle/>
                    <a:p>
                      <a:r>
                        <a:rPr sz="1725" b="0">
                          <a:solidFill>
                            <a:srgbClr val="14221A"/>
                          </a:solidFill>
                          <a:latin typeface="Inter"/>
                          <a:ea typeface="Inter"/>
                          <a:cs typeface="Inter"/>
                        </a:rPr>
                        <a:t>42 Zetaris associations</a:t>
                      </a:r>
                    </a:p>
                    <a:p>
                      <a:r>
                        <a:rPr sz="1725" b="0">
                          <a:solidFill>
                            <a:srgbClr val="14221A"/>
                          </a:solidFill>
                          <a:latin typeface="Inter"/>
                          <a:ea typeface="Inter"/>
                          <a:cs typeface="Inter"/>
                        </a:rPr>
                        <a:t>Saved review recalled via H-MEM</a:t>
                      </a:r>
                    </a:p>
                  </a:txBody>
                  <a:tcPr marL="152400" marR="152400" marT="114300" marB="114300" anchor="ctr">
                    <a:lnR w="9525">
                      <a:solidFill>
                        <a:srgbClr val="DAE2D8"/>
                      </a:solidFill>
                      <a:prstDash val="solid"/>
                    </a:lnR>
                    <a:lnB w="9525">
                      <a:solidFill>
                        <a:srgbClr val="DAE2D8"/>
                      </a:solidFill>
                      <a:prstDash val="solid"/>
                    </a:lnB>
                    <a:solidFill>
                      <a:srgbClr val="F0F5ED"/>
                    </a:solidFill>
                  </a:tcPr>
                </a:tc>
                <a:tc>
                  <a:txBody>
                    <a:bodyPr/>
                    <a:lstStyle/>
                    <a:p>
                      <a:r>
                        <a:rPr sz="1725" b="0">
                          <a:solidFill>
                            <a:srgbClr val="14221A"/>
                          </a:solidFill>
                          <a:latin typeface="Inter"/>
                          <a:ea typeface="Inter"/>
                          <a:cs typeface="Inter"/>
                        </a:rPr>
                        <a:t>One reference table</a:t>
                      </a:r>
                    </a:p>
                    <a:p>
                      <a:r>
                        <a:rPr sz="1725" b="0">
                          <a:solidFill>
                            <a:srgbClr val="14221A"/>
                          </a:solidFill>
                          <a:latin typeface="Inter"/>
                          <a:ea typeface="Inter"/>
                          <a:cs typeface="Inter"/>
                        </a:rPr>
                        <a:t>Explicit review memory only</a:t>
                      </a:r>
                    </a:p>
                  </a:txBody>
                  <a:tcPr marL="152400" marR="152400" marT="114300" marB="114300" anchor="ctr">
                    <a:lnR w="9525">
                      <a:solidFill>
                        <a:srgbClr val="DAE2D8"/>
                      </a:solidFill>
                      <a:prstDash val="solid"/>
                    </a:lnR>
                    <a:lnB w="9525">
                      <a:solidFill>
                        <a:srgbClr val="DAE2D8"/>
                      </a:solidFill>
                      <a:prstDash val="solid"/>
                    </a:lnB>
                    <a:solidFill>
                      <a:srgbClr val="F0F5ED"/>
                    </a:solidFill>
                  </a:tcPr>
                </a:tc>
              </a:tr>
              <a:tr h="651510">
                <a:tc>
                  <a:txBody>
                    <a:bodyPr/>
                    <a:lstStyle/>
                    <a:p>
                      <a:r>
                        <a:rPr sz="1725" b="1">
                          <a:solidFill>
                            <a:srgbClr val="14221A"/>
                          </a:solidFill>
                          <a:latin typeface="Inter"/>
                          <a:ea typeface="Inter"/>
                          <a:cs typeface="Inter"/>
                        </a:rPr>
                        <a:t>Execution and storage</a:t>
                      </a:r>
                    </a:p>
                  </a:txBody>
                  <a:tcPr marL="152400" marR="152400" marT="114300" marB="114300" anchor="ctr">
                    <a:lnL w="9525">
                      <a:solidFill>
                        <a:srgbClr val="DAE2D8"/>
                      </a:solidFill>
                      <a:prstDash val="solid"/>
                    </a:lnL>
                    <a:lnR w="9525">
                      <a:solidFill>
                        <a:srgbClr val="DAE2D8"/>
                      </a:solidFill>
                      <a:prstDash val="solid"/>
                    </a:lnR>
                    <a:lnB w="9525">
                      <a:solidFill>
                        <a:srgbClr val="DAE2D8"/>
                      </a:solidFill>
                      <a:prstDash val="solid"/>
                    </a:lnB>
                    <a:solidFill>
                      <a:srgbClr val="FFFFFF"/>
                    </a:solidFill>
                  </a:tcPr>
                </a:tc>
                <a:tc>
                  <a:txBody>
                    <a:bodyPr/>
                    <a:lstStyle/>
                    <a:p>
                      <a:r>
                        <a:rPr sz="1725" b="0">
                          <a:solidFill>
                            <a:srgbClr val="14221A"/>
                          </a:solidFill>
                          <a:latin typeface="Inter"/>
                          <a:ea typeface="Inter"/>
                          <a:cs typeface="Inter"/>
                        </a:rPr>
                        <a:t>Real Linux agent workflow</a:t>
                      </a:r>
                    </a:p>
                    <a:p>
                      <a:r>
                        <a:rPr sz="1725" b="0">
                          <a:solidFill>
                            <a:srgbClr val="14221A"/>
                          </a:solidFill>
                          <a:latin typeface="Inter"/>
                          <a:ea typeface="Inter"/>
                          <a:cs typeface="Inter"/>
                        </a:rPr>
                        <a:t>Ownership / resume checks</a:t>
                      </a:r>
                    </a:p>
                  </a:txBody>
                  <a:tcPr marL="152400" marR="152400" marT="114300" marB="114300" anchor="ctr">
                    <a:lnR w="9525">
                      <a:solidFill>
                        <a:srgbClr val="DAE2D8"/>
                      </a:solidFill>
                      <a:prstDash val="solid"/>
                    </a:lnR>
                    <a:lnB w="9525">
                      <a:solidFill>
                        <a:srgbClr val="DAE2D8"/>
                      </a:solidFill>
                      <a:prstDash val="solid"/>
                    </a:lnB>
                    <a:solidFill>
                      <a:srgbClr val="FFFFFF"/>
                    </a:solidFill>
                  </a:tcPr>
                </a:tc>
                <a:tc>
                  <a:txBody>
                    <a:bodyPr/>
                    <a:lstStyle/>
                    <a:p>
                      <a:r>
                        <a:rPr sz="1725" b="0">
                          <a:solidFill>
                            <a:srgbClr val="14221A"/>
                          </a:solidFill>
                          <a:latin typeface="Inter"/>
                          <a:ea typeface="Inter"/>
                          <a:cs typeface="Inter"/>
                        </a:rPr>
                        <a:t>Single host + local volumes</a:t>
                      </a:r>
                    </a:p>
                    <a:p>
                      <a:r>
                        <a:rPr sz="1725" b="0">
                          <a:solidFill>
                            <a:srgbClr val="14221A"/>
                          </a:solidFill>
                          <a:latin typeface="Inter"/>
                          <a:ea typeface="Inter"/>
                          <a:cs typeface="Inter"/>
                        </a:rPr>
                        <a:t>No multi-host throughput test</a:t>
                      </a:r>
                    </a:p>
                  </a:txBody>
                  <a:tcPr marL="152400" marR="152400" marT="114300" marB="114300" anchor="ctr">
                    <a:lnR w="9525">
                      <a:solidFill>
                        <a:srgbClr val="DAE2D8"/>
                      </a:solidFill>
                      <a:prstDash val="solid"/>
                    </a:lnR>
                    <a:lnB w="9525">
                      <a:solidFill>
                        <a:srgbClr val="DAE2D8"/>
                      </a:solidFill>
                      <a:prstDash val="solid"/>
                    </a:lnB>
                    <a:solidFill>
                      <a:srgbClr val="FFFFFF"/>
                    </a:solidFill>
                  </a:tcPr>
                </a:tc>
              </a:tr>
            </a:tbl>
          </a:graphicData>
        </a:graphic>
      </p:graphicFrame>
      <p:sp>
        <p:nvSpPr>
          <p:cNvPr id="6" name="text-176">
            <a:extLst xmlns:a="http://schemas.openxmlformats.org/drawingml/2006/main">
              <a:ext uri="{FF2B5EF4-FFF2-40B4-BE49-F238E27FC236}">
                <a16:creationId xmlns:a16="http://schemas.microsoft.com/office/drawing/2014/main" id="{EF465304-A7BA-4059-B38B-5181A6F4C0DE}"/>
              </a:ext>
            </a:extLst>
          </p:cNvPr>
          <p:cNvSpPr>
            <a:spLocks xmlns:a="http://schemas.openxmlformats.org/drawingml/2006/main" noGrp="1"/>
          </p:cNvSpPr>
          <p:nvPr/>
        </p:nvSpPr>
        <p:spPr>
          <a:xfrm xmlns:a="http://schemas.openxmlformats.org/drawingml/2006/main">
            <a:off x="533400" y="6076950"/>
            <a:ext cx="11125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B5E20"/>
                </a:solidFill>
                <a:latin typeface="Inter"/>
                <a:ea typeface="Inter"/>
                <a:cs typeface="Inter"/>
              </a:defRPr>
            </a:defPPr>
            <a:lvl1pPr>
              <a:defRPr sz="1875" b="1">
                <a:solidFill>
                  <a:srgbClr val="1B5E20"/>
                </a:solidFill>
                <a:latin typeface="Inter"/>
                <a:ea typeface="Inter"/>
                <a:cs typeface="Inter"/>
              </a:defRPr>
            </a:lvl1pPr>
            <a:lvl2pPr>
              <a:defRPr sz="1875" b="1">
                <a:solidFill>
                  <a:srgbClr val="1B5E20"/>
                </a:solidFill>
                <a:latin typeface="Inter"/>
                <a:ea typeface="Inter"/>
                <a:cs typeface="Inter"/>
              </a:defRPr>
            </a:lvl2pPr>
            <a:lvl3pPr>
              <a:defRPr sz="1875" b="1">
                <a:solidFill>
                  <a:srgbClr val="1B5E20"/>
                </a:solidFill>
                <a:latin typeface="Inter"/>
                <a:ea typeface="Inter"/>
                <a:cs typeface="Inter"/>
              </a:defRPr>
            </a:lvl3pPr>
            <a:lvl4pPr>
              <a:defRPr sz="1875" b="1">
                <a:solidFill>
                  <a:srgbClr val="1B5E20"/>
                </a:solidFill>
                <a:latin typeface="Inter"/>
                <a:ea typeface="Inter"/>
                <a:cs typeface="Inter"/>
              </a:defRPr>
            </a:lvl4pPr>
            <a:lvl5pPr>
              <a:defRPr sz="1875" b="1">
                <a:solidFill>
                  <a:srgbClr val="1B5E20"/>
                </a:solidFill>
                <a:latin typeface="Inter"/>
                <a:ea typeface="Inter"/>
                <a:cs typeface="Inter"/>
              </a:defRPr>
            </a:lvl5pPr>
            <a:lvl6pPr>
              <a:defRPr sz="1875" b="1">
                <a:solidFill>
                  <a:srgbClr val="1B5E20"/>
                </a:solidFill>
                <a:latin typeface="Inter"/>
                <a:ea typeface="Inter"/>
                <a:cs typeface="Inter"/>
              </a:defRPr>
            </a:lvl6pPr>
            <a:lvl7pPr>
              <a:defRPr sz="1875" b="1">
                <a:solidFill>
                  <a:srgbClr val="1B5E20"/>
                </a:solidFill>
                <a:latin typeface="Inter"/>
                <a:ea typeface="Inter"/>
                <a:cs typeface="Inter"/>
              </a:defRPr>
            </a:lvl7pPr>
            <a:lvl8pPr>
              <a:defRPr sz="1875" b="1">
                <a:solidFill>
                  <a:srgbClr val="1B5E20"/>
                </a:solidFill>
                <a:latin typeface="Inter"/>
                <a:ea typeface="Inter"/>
                <a:cs typeface="Inter"/>
              </a:defRPr>
            </a:lvl8pPr>
            <a:lvl9pPr>
              <a:defRPr sz="1875" b="1">
                <a:solidFill>
                  <a:srgbClr val="1B5E20"/>
                </a:solidFill>
                <a:latin typeface="Inter"/>
                <a:ea typeface="Inter"/>
                <a:cs typeface="Inter"/>
              </a:defRPr>
            </a:lvl9pPr>
          </a:lstStyle>
          <a:p xmlns:a="http://schemas.openxmlformats.org/drawingml/2006/main">
            <a:pPr>
              <a:defRPr sz="1875" b="1">
                <a:solidFill>
                  <a:srgbClr val="1B5E20"/>
                </a:solidFill>
                <a:latin typeface="Inter"/>
                <a:ea typeface="Inter"/>
                <a:cs typeface="Inter"/>
              </a:defRPr>
            </a:pPr>
            <a:r>
              <a:rPr sz="1875" b="1">
                <a:solidFill>
                  <a:srgbClr val="1B5E20"/>
                </a:solidFill>
                <a:latin typeface="Inter"/>
                <a:ea typeface="Inter"/>
                <a:cs typeface="Inter"/>
              </a:rPr>
              <a:t>Next scale step: shared artifacts and coordinated worker scheduling.</a:t>
            </a:r>
          </a:p>
        </p:txBody>
      </p:sp>
    </p:spTree>
    <p:extLst>
      <p:ext uri="{BB962C8B-B14F-4D97-AF65-F5344CB8AC3E}">
        <p14:creationId xmlns:p14="http://schemas.microsoft.com/office/powerpoint/2010/main" val="132675410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2026-10-26T10:34:53.2480000Z</dcterms:created>
  <dcterms:modified xsi:type="dcterms:W3CDTF">2026-10-26T10:34:53.2490000Z</dcterms:modified>
</coreProperties>
</file>